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74"/>
  </p:notesMasterIdLst>
  <p:sldIdLst>
    <p:sldId id="257" r:id="rId5"/>
    <p:sldId id="262" r:id="rId6"/>
    <p:sldId id="261" r:id="rId7"/>
    <p:sldId id="286" r:id="rId8"/>
    <p:sldId id="263" r:id="rId9"/>
    <p:sldId id="312" r:id="rId10"/>
    <p:sldId id="311" r:id="rId11"/>
    <p:sldId id="391" r:id="rId12"/>
    <p:sldId id="392" r:id="rId13"/>
    <p:sldId id="393" r:id="rId14"/>
    <p:sldId id="399" r:id="rId15"/>
    <p:sldId id="309" r:id="rId16"/>
    <p:sldId id="313" r:id="rId17"/>
    <p:sldId id="314" r:id="rId18"/>
    <p:sldId id="329" r:id="rId19"/>
    <p:sldId id="331" r:id="rId20"/>
    <p:sldId id="330" r:id="rId21"/>
    <p:sldId id="332" r:id="rId22"/>
    <p:sldId id="357" r:id="rId23"/>
    <p:sldId id="333" r:id="rId24"/>
    <p:sldId id="335" r:id="rId25"/>
    <p:sldId id="400" r:id="rId26"/>
    <p:sldId id="358" r:id="rId27"/>
    <p:sldId id="334" r:id="rId28"/>
    <p:sldId id="336" r:id="rId29"/>
    <p:sldId id="323" r:id="rId30"/>
    <p:sldId id="383" r:id="rId31"/>
    <p:sldId id="384" r:id="rId32"/>
    <p:sldId id="324" r:id="rId33"/>
    <p:sldId id="326" r:id="rId34"/>
    <p:sldId id="386" r:id="rId35"/>
    <p:sldId id="390" r:id="rId36"/>
    <p:sldId id="388" r:id="rId37"/>
    <p:sldId id="349" r:id="rId38"/>
    <p:sldId id="380" r:id="rId39"/>
    <p:sldId id="379" r:id="rId40"/>
    <p:sldId id="382" r:id="rId41"/>
    <p:sldId id="385" r:id="rId42"/>
    <p:sldId id="359" r:id="rId43"/>
    <p:sldId id="338" r:id="rId44"/>
    <p:sldId id="339" r:id="rId45"/>
    <p:sldId id="360" r:id="rId46"/>
    <p:sldId id="361" r:id="rId47"/>
    <p:sldId id="337" r:id="rId48"/>
    <p:sldId id="340" r:id="rId49"/>
    <p:sldId id="350" r:id="rId50"/>
    <p:sldId id="351" r:id="rId51"/>
    <p:sldId id="352" r:id="rId52"/>
    <p:sldId id="353" r:id="rId53"/>
    <p:sldId id="354" r:id="rId54"/>
    <p:sldId id="396" r:id="rId55"/>
    <p:sldId id="397" r:id="rId56"/>
    <p:sldId id="398" r:id="rId57"/>
    <p:sldId id="395" r:id="rId58"/>
    <p:sldId id="355" r:id="rId59"/>
    <p:sldId id="356" r:id="rId60"/>
    <p:sldId id="374" r:id="rId61"/>
    <p:sldId id="377" r:id="rId62"/>
    <p:sldId id="375" r:id="rId63"/>
    <p:sldId id="376" r:id="rId64"/>
    <p:sldId id="370" r:id="rId65"/>
    <p:sldId id="365" r:id="rId66"/>
    <p:sldId id="366" r:id="rId67"/>
    <p:sldId id="367" r:id="rId68"/>
    <p:sldId id="368" r:id="rId69"/>
    <p:sldId id="371" r:id="rId70"/>
    <p:sldId id="378" r:id="rId71"/>
    <p:sldId id="372" r:id="rId72"/>
    <p:sldId id="373" r:id="rId73"/>
  </p:sldIdLst>
  <p:sldSz cx="12192000" cy="6858000"/>
  <p:notesSz cx="7104063" cy="10234613"/>
  <p:custDataLst>
    <p:tags r:id="rId75"/>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Slides" id="{E631FFDE-1010-498F-9120-6F57EFC23AC7}">
          <p14:sldIdLst>
            <p14:sldId id="257"/>
            <p14:sldId id="262"/>
          </p14:sldIdLst>
        </p14:section>
        <p14:section name="Content" id="{A4C4AF5C-441C-4785-B207-3A67FABB8DD3}">
          <p14:sldIdLst>
            <p14:sldId id="261"/>
            <p14:sldId id="286"/>
            <p14:sldId id="263"/>
            <p14:sldId id="312"/>
            <p14:sldId id="311"/>
            <p14:sldId id="391"/>
            <p14:sldId id="392"/>
            <p14:sldId id="393"/>
            <p14:sldId id="399"/>
            <p14:sldId id="309"/>
            <p14:sldId id="313"/>
            <p14:sldId id="314"/>
            <p14:sldId id="329"/>
            <p14:sldId id="331"/>
            <p14:sldId id="330"/>
            <p14:sldId id="332"/>
            <p14:sldId id="357"/>
            <p14:sldId id="333"/>
            <p14:sldId id="335"/>
            <p14:sldId id="400"/>
            <p14:sldId id="358"/>
            <p14:sldId id="334"/>
            <p14:sldId id="336"/>
            <p14:sldId id="323"/>
            <p14:sldId id="383"/>
            <p14:sldId id="384"/>
            <p14:sldId id="324"/>
            <p14:sldId id="326"/>
            <p14:sldId id="386"/>
            <p14:sldId id="390"/>
            <p14:sldId id="388"/>
            <p14:sldId id="349"/>
            <p14:sldId id="380"/>
            <p14:sldId id="379"/>
            <p14:sldId id="382"/>
            <p14:sldId id="385"/>
            <p14:sldId id="359"/>
            <p14:sldId id="338"/>
            <p14:sldId id="339"/>
            <p14:sldId id="360"/>
            <p14:sldId id="361"/>
            <p14:sldId id="337"/>
            <p14:sldId id="340"/>
            <p14:sldId id="350"/>
            <p14:sldId id="351"/>
            <p14:sldId id="352"/>
            <p14:sldId id="353"/>
            <p14:sldId id="354"/>
            <p14:sldId id="396"/>
            <p14:sldId id="397"/>
            <p14:sldId id="398"/>
            <p14:sldId id="395"/>
            <p14:sldId id="355"/>
            <p14:sldId id="356"/>
            <p14:sldId id="374"/>
            <p14:sldId id="377"/>
            <p14:sldId id="375"/>
            <p14:sldId id="376"/>
            <p14:sldId id="370"/>
            <p14:sldId id="365"/>
            <p14:sldId id="366"/>
            <p14:sldId id="367"/>
            <p14:sldId id="368"/>
            <p14:sldId id="371"/>
            <p14:sldId id="378"/>
            <p14:sldId id="372"/>
            <p14:sldId id="373"/>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F81BD"/>
    <a:srgbClr val="CC0000"/>
    <a:srgbClr val="D9272E"/>
    <a:srgbClr val="D8262E"/>
    <a:srgbClr val="000000"/>
    <a:srgbClr val="D81C24"/>
    <a:srgbClr val="9BBB59"/>
  </p:clrMru>
  <p:extLst>
    <p:ext uri="{E76CE94A-603C-4142-B9EB-6D1370010A27}">
      <p14:discardImageEditData xmlns:p14="http://schemas.microsoft.com/office/powerpoint/2010/main" val="0"/>
    </p:ext>
    <p:ext uri="{D31A062A-798A-4329-ABDD-BBA856620510}">
      <p14:defaultImageDpi xmlns:p14="http://schemas.microsoft.com/office/powerpoint/2010/main" val="33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67746" autoAdjust="0"/>
  </p:normalViewPr>
  <p:slideViewPr>
    <p:cSldViewPr snapToGrid="0">
      <p:cViewPr varScale="1">
        <p:scale>
          <a:sx n="79" d="100"/>
          <a:sy n="79" d="100"/>
        </p:scale>
        <p:origin x="1830" y="84"/>
      </p:cViewPr>
      <p:guideLst>
        <p:guide orient="horz" pos="2160"/>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16" Type="http://schemas.openxmlformats.org/officeDocument/2006/relationships/slide" Target="slides/slide1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notesMaster" Target="notesMasters/notesMaster1.xml"/><Relationship Id="rId79" Type="http://schemas.openxmlformats.org/officeDocument/2006/relationships/tableStyles" Target="tableStyle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presProps" Target="presProps.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427" cy="511731"/>
          </a:xfrm>
          <a:prstGeom prst="rect">
            <a:avLst/>
          </a:prstGeom>
        </p:spPr>
        <p:txBody>
          <a:bodyPr vert="horz" lIns="99075" tIns="49538" rIns="99075" bIns="49538" rtlCol="0"/>
          <a:lstStyle>
            <a:lvl1pPr algn="l">
              <a:defRPr sz="1300"/>
            </a:lvl1pPr>
          </a:lstStyle>
          <a:p>
            <a:endParaRPr lang="en-US"/>
          </a:p>
        </p:txBody>
      </p:sp>
      <p:sp>
        <p:nvSpPr>
          <p:cNvPr id="3" name="Date Placeholder 2"/>
          <p:cNvSpPr>
            <a:spLocks noGrp="1"/>
          </p:cNvSpPr>
          <p:nvPr>
            <p:ph type="dt" idx="1"/>
          </p:nvPr>
        </p:nvSpPr>
        <p:spPr>
          <a:xfrm>
            <a:off x="4023992" y="0"/>
            <a:ext cx="3078427" cy="511731"/>
          </a:xfrm>
          <a:prstGeom prst="rect">
            <a:avLst/>
          </a:prstGeom>
        </p:spPr>
        <p:txBody>
          <a:bodyPr vert="horz" lIns="99075" tIns="49538" rIns="99075" bIns="49538" rtlCol="0"/>
          <a:lstStyle>
            <a:lvl1pPr algn="r">
              <a:defRPr sz="1300"/>
            </a:lvl1pPr>
          </a:lstStyle>
          <a:p>
            <a:fld id="{77EA1514-F326-1840-B15D-D4720038598B}" type="datetimeFigureOut">
              <a:rPr lang="en-US" smtClean="0"/>
              <a:t>8/12/2025</a:t>
            </a:fld>
            <a:endParaRPr lang="en-US"/>
          </a:p>
        </p:txBody>
      </p:sp>
      <p:sp>
        <p:nvSpPr>
          <p:cNvPr id="4" name="Slide Image Placeholder 3"/>
          <p:cNvSpPr>
            <a:spLocks noGrp="1" noRot="1" noChangeAspect="1"/>
          </p:cNvSpPr>
          <p:nvPr>
            <p:ph type="sldImg" idx="2"/>
          </p:nvPr>
        </p:nvSpPr>
        <p:spPr>
          <a:xfrm>
            <a:off x="142875" y="768350"/>
            <a:ext cx="6818313" cy="3836988"/>
          </a:xfrm>
          <a:prstGeom prst="rect">
            <a:avLst/>
          </a:prstGeom>
          <a:noFill/>
          <a:ln w="12700">
            <a:solidFill>
              <a:prstClr val="black"/>
            </a:solidFill>
          </a:ln>
        </p:spPr>
        <p:txBody>
          <a:bodyPr vert="horz" lIns="99075" tIns="49538" rIns="99075" bIns="49538" rtlCol="0" anchor="ctr"/>
          <a:lstStyle/>
          <a:p>
            <a:endParaRPr lang="en-US"/>
          </a:p>
        </p:txBody>
      </p:sp>
      <p:sp>
        <p:nvSpPr>
          <p:cNvPr id="5" name="Notes Placeholder 4"/>
          <p:cNvSpPr>
            <a:spLocks noGrp="1"/>
          </p:cNvSpPr>
          <p:nvPr>
            <p:ph type="body" sz="quarter" idx="3"/>
          </p:nvPr>
        </p:nvSpPr>
        <p:spPr>
          <a:xfrm>
            <a:off x="710407" y="4861441"/>
            <a:ext cx="5683250" cy="4605576"/>
          </a:xfrm>
          <a:prstGeom prst="rect">
            <a:avLst/>
          </a:prstGeom>
        </p:spPr>
        <p:txBody>
          <a:bodyPr vert="horz" lIns="99075" tIns="49538" rIns="99075" bIns="49538" rtlCol="0"/>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6" name="Footer Placeholder 5"/>
          <p:cNvSpPr>
            <a:spLocks noGrp="1"/>
          </p:cNvSpPr>
          <p:nvPr>
            <p:ph type="ftr" sz="quarter" idx="4"/>
          </p:nvPr>
        </p:nvSpPr>
        <p:spPr>
          <a:xfrm>
            <a:off x="0" y="9721106"/>
            <a:ext cx="3078427" cy="511731"/>
          </a:xfrm>
          <a:prstGeom prst="rect">
            <a:avLst/>
          </a:prstGeom>
        </p:spPr>
        <p:txBody>
          <a:bodyPr vert="horz" lIns="99075" tIns="49538" rIns="99075" bIns="49538" rtlCol="0" anchor="b"/>
          <a:lstStyle>
            <a:lvl1pPr algn="l">
              <a:defRPr sz="1300"/>
            </a:lvl1pPr>
          </a:lstStyle>
          <a:p>
            <a:endParaRPr lang="en-US"/>
          </a:p>
        </p:txBody>
      </p:sp>
      <p:sp>
        <p:nvSpPr>
          <p:cNvPr id="7" name="Slide Number Placeholder 6"/>
          <p:cNvSpPr>
            <a:spLocks noGrp="1"/>
          </p:cNvSpPr>
          <p:nvPr>
            <p:ph type="sldNum" sz="quarter" idx="5"/>
          </p:nvPr>
        </p:nvSpPr>
        <p:spPr>
          <a:xfrm>
            <a:off x="4023992" y="9721106"/>
            <a:ext cx="3078427" cy="511731"/>
          </a:xfrm>
          <a:prstGeom prst="rect">
            <a:avLst/>
          </a:prstGeom>
        </p:spPr>
        <p:txBody>
          <a:bodyPr vert="horz" lIns="99075" tIns="49538" rIns="99075" bIns="49538" rtlCol="0" anchor="b"/>
          <a:lstStyle>
            <a:lvl1pPr algn="r">
              <a:defRPr sz="1300"/>
            </a:lvl1pPr>
          </a:lstStyle>
          <a:p>
            <a:fld id="{BA3E024E-F835-6D45-89C3-0E2F93EE799A}" type="slidenum">
              <a:rPr lang="en-US" smtClean="0"/>
              <a:t>‹#›</a:t>
            </a:fld>
            <a:endParaRPr lang="en-US"/>
          </a:p>
        </p:txBody>
      </p:sp>
    </p:spTree>
    <p:extLst>
      <p:ext uri="{BB962C8B-B14F-4D97-AF65-F5344CB8AC3E}">
        <p14:creationId xmlns:p14="http://schemas.microsoft.com/office/powerpoint/2010/main" val="37035772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A3E024E-F835-6D45-89C3-0E2F93EE799A}" type="slidenum">
              <a:rPr lang="en-US" smtClean="0"/>
              <a:t>1</a:t>
            </a:fld>
            <a:endParaRPr lang="en-US"/>
          </a:p>
        </p:txBody>
      </p:sp>
    </p:spTree>
    <p:extLst>
      <p:ext uri="{BB962C8B-B14F-4D97-AF65-F5344CB8AC3E}">
        <p14:creationId xmlns:p14="http://schemas.microsoft.com/office/powerpoint/2010/main" val="19797217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sz="1200" b="0" i="0" u="none" strike="noStrike" kern="1200" baseline="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BA3E024E-F835-6D45-89C3-0E2F93EE799A}" type="slidenum">
              <a:rPr lang="en-US" smtClean="0"/>
              <a:t>3</a:t>
            </a:fld>
            <a:endParaRPr lang="en-US"/>
          </a:p>
        </p:txBody>
      </p:sp>
    </p:spTree>
    <p:extLst>
      <p:ext uri="{BB962C8B-B14F-4D97-AF65-F5344CB8AC3E}">
        <p14:creationId xmlns:p14="http://schemas.microsoft.com/office/powerpoint/2010/main" val="2994324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BA3E024E-F835-6D45-89C3-0E2F93EE799A}" type="slidenum">
              <a:rPr lang="en-US" smtClean="0"/>
              <a:t>4</a:t>
            </a:fld>
            <a:endParaRPr lang="en-US"/>
          </a:p>
        </p:txBody>
      </p:sp>
    </p:spTree>
    <p:extLst>
      <p:ext uri="{BB962C8B-B14F-4D97-AF65-F5344CB8AC3E}">
        <p14:creationId xmlns:p14="http://schemas.microsoft.com/office/powerpoint/2010/main" val="11449435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BA3E024E-F835-6D45-89C3-0E2F93EE799A}" type="slidenum">
              <a:rPr lang="en-US" smtClean="0"/>
              <a:t>5</a:t>
            </a:fld>
            <a:endParaRPr lang="en-US"/>
          </a:p>
        </p:txBody>
      </p:sp>
    </p:spTree>
    <p:extLst>
      <p:ext uri="{BB962C8B-B14F-4D97-AF65-F5344CB8AC3E}">
        <p14:creationId xmlns:p14="http://schemas.microsoft.com/office/powerpoint/2010/main" val="26541318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AU">
                <a:solidFill>
                  <a:srgbClr val="92D050"/>
                </a:solidFill>
                <a:latin typeface="Fira Code" panose="020B0809050000020004" pitchFamily="49" charset="0"/>
                <a:ea typeface="Fira Code" panose="020B0809050000020004" pitchFamily="49" charset="0"/>
                <a:cs typeface="Fira Code" panose="020B0809050000020004" pitchFamily="49" charset="0"/>
              </a:rPr>
              <a:t>CREATE TABLE customers (</a:t>
            </a:r>
          </a:p>
          <a:p>
            <a:pPr lvl="1"/>
            <a:r>
              <a:rPr lang="en-AU">
                <a:solidFill>
                  <a:srgbClr val="92D050"/>
                </a:solidFill>
                <a:latin typeface="Fira Code" panose="020B0809050000020004" pitchFamily="49" charset="0"/>
                <a:ea typeface="Fira Code" panose="020B0809050000020004" pitchFamily="49" charset="0"/>
                <a:cs typeface="Fira Code" panose="020B0809050000020004" pitchFamily="49" charset="0"/>
              </a:rPr>
              <a:t>    </a:t>
            </a:r>
            <a:r>
              <a:rPr lang="en-AU" err="1">
                <a:solidFill>
                  <a:srgbClr val="92D050"/>
                </a:solidFill>
                <a:latin typeface="Fira Code" panose="020B0809050000020004" pitchFamily="49" charset="0"/>
                <a:ea typeface="Fira Code" panose="020B0809050000020004" pitchFamily="49" charset="0"/>
                <a:cs typeface="Fira Code" panose="020B0809050000020004" pitchFamily="49" charset="0"/>
              </a:rPr>
              <a:t>given_name</a:t>
            </a:r>
            <a:r>
              <a:rPr lang="en-AU">
                <a:solidFill>
                  <a:srgbClr val="92D050"/>
                </a:solidFill>
                <a:latin typeface="Fira Code" panose="020B0809050000020004" pitchFamily="49" charset="0"/>
                <a:ea typeface="Fira Code" panose="020B0809050000020004" pitchFamily="49" charset="0"/>
                <a:cs typeface="Fira Code" panose="020B0809050000020004" pitchFamily="49" charset="0"/>
              </a:rPr>
              <a:t> VARCHAR(255),</a:t>
            </a:r>
          </a:p>
          <a:p>
            <a:pPr lvl="1"/>
            <a:r>
              <a:rPr lang="en-AU">
                <a:solidFill>
                  <a:srgbClr val="92D050"/>
                </a:solidFill>
                <a:latin typeface="Fira Code" panose="020B0809050000020004" pitchFamily="49" charset="0"/>
                <a:ea typeface="Fira Code" panose="020B0809050000020004" pitchFamily="49" charset="0"/>
                <a:cs typeface="Fira Code" panose="020B0809050000020004" pitchFamily="49" charset="0"/>
              </a:rPr>
              <a:t>    </a:t>
            </a:r>
            <a:r>
              <a:rPr lang="en-AU" err="1">
                <a:solidFill>
                  <a:srgbClr val="92D050"/>
                </a:solidFill>
                <a:latin typeface="Fira Code" panose="020B0809050000020004" pitchFamily="49" charset="0"/>
                <a:ea typeface="Fira Code" panose="020B0809050000020004" pitchFamily="49" charset="0"/>
                <a:cs typeface="Fira Code" panose="020B0809050000020004" pitchFamily="49" charset="0"/>
              </a:rPr>
              <a:t>family_name</a:t>
            </a:r>
            <a:r>
              <a:rPr lang="en-AU">
                <a:solidFill>
                  <a:srgbClr val="92D050"/>
                </a:solidFill>
                <a:latin typeface="Fira Code" panose="020B0809050000020004" pitchFamily="49" charset="0"/>
                <a:ea typeface="Fira Code" panose="020B0809050000020004" pitchFamily="49" charset="0"/>
                <a:cs typeface="Fira Code" panose="020B0809050000020004" pitchFamily="49" charset="0"/>
              </a:rPr>
              <a:t> VARCHAR(255),</a:t>
            </a:r>
          </a:p>
          <a:p>
            <a:pPr lvl="1"/>
            <a:r>
              <a:rPr lang="en-AU">
                <a:solidFill>
                  <a:srgbClr val="92D050"/>
                </a:solidFill>
                <a:latin typeface="Fira Code" panose="020B0809050000020004" pitchFamily="49" charset="0"/>
                <a:ea typeface="Fira Code" panose="020B0809050000020004" pitchFamily="49" charset="0"/>
                <a:cs typeface="Fira Code" panose="020B0809050000020004" pitchFamily="49" charset="0"/>
              </a:rPr>
              <a:t>    address VARCHAR(255),</a:t>
            </a:r>
          </a:p>
          <a:p>
            <a:pPr lvl="1"/>
            <a:r>
              <a:rPr lang="en-AU">
                <a:solidFill>
                  <a:srgbClr val="92D050"/>
                </a:solidFill>
                <a:latin typeface="Fira Code" panose="020B0809050000020004" pitchFamily="49" charset="0"/>
                <a:ea typeface="Fira Code" panose="020B0809050000020004" pitchFamily="49" charset="0"/>
                <a:cs typeface="Fira Code" panose="020B0809050000020004" pitchFamily="49" charset="0"/>
              </a:rPr>
              <a:t>    age UNSIGNED TINYINT,</a:t>
            </a:r>
          </a:p>
          <a:p>
            <a:pPr lvl="1"/>
            <a:r>
              <a:rPr lang="en-AU">
                <a:solidFill>
                  <a:srgbClr val="92D050"/>
                </a:solidFill>
                <a:latin typeface="Fira Code" panose="020B0809050000020004" pitchFamily="49" charset="0"/>
                <a:ea typeface="Fira Code" panose="020B0809050000020004" pitchFamily="49" charset="0"/>
                <a:cs typeface="Fira Code" panose="020B0809050000020004" pitchFamily="49" charset="0"/>
              </a:rPr>
              <a:t>    gender CHAR(1)</a:t>
            </a:r>
          </a:p>
          <a:p>
            <a:pPr lvl="1"/>
            <a:r>
              <a:rPr lang="en-AU">
                <a:solidFill>
                  <a:srgbClr val="92D050"/>
                </a:solidFill>
                <a:latin typeface="Fira Code" panose="020B0809050000020004" pitchFamily="49" charset="0"/>
                <a:ea typeface="Fira Code" panose="020B0809050000020004" pitchFamily="49" charset="0"/>
                <a:cs typeface="Fira Code" panose="020B0809050000020004" pitchFamily="49" charset="0"/>
              </a:rPr>
              <a:t>);</a:t>
            </a:r>
          </a:p>
          <a:p>
            <a:endParaRPr lang="en-AU"/>
          </a:p>
        </p:txBody>
      </p:sp>
      <p:sp>
        <p:nvSpPr>
          <p:cNvPr id="4" name="Slide Number Placeholder 3"/>
          <p:cNvSpPr>
            <a:spLocks noGrp="1"/>
          </p:cNvSpPr>
          <p:nvPr>
            <p:ph type="sldNum" sz="quarter" idx="10"/>
          </p:nvPr>
        </p:nvSpPr>
        <p:spPr/>
        <p:txBody>
          <a:bodyPr/>
          <a:lstStyle/>
          <a:p>
            <a:fld id="{BA3E024E-F835-6D45-89C3-0E2F93EE799A}" type="slidenum">
              <a:rPr lang="en-US" smtClean="0"/>
              <a:t>7</a:t>
            </a:fld>
            <a:endParaRPr lang="en-US"/>
          </a:p>
        </p:txBody>
      </p:sp>
    </p:spTree>
    <p:extLst>
      <p:ext uri="{BB962C8B-B14F-4D97-AF65-F5344CB8AC3E}">
        <p14:creationId xmlns:p14="http://schemas.microsoft.com/office/powerpoint/2010/main" val="24072390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It is mandatory to create the table Customers because we are using this table to apply queries.</a:t>
            </a:r>
          </a:p>
        </p:txBody>
      </p:sp>
      <p:sp>
        <p:nvSpPr>
          <p:cNvPr id="4" name="Slide Number Placeholder 3"/>
          <p:cNvSpPr>
            <a:spLocks noGrp="1"/>
          </p:cNvSpPr>
          <p:nvPr>
            <p:ph type="sldNum" sz="quarter" idx="5"/>
          </p:nvPr>
        </p:nvSpPr>
        <p:spPr/>
        <p:txBody>
          <a:bodyPr/>
          <a:lstStyle/>
          <a:p>
            <a:fld id="{BA3E024E-F835-6D45-89C3-0E2F93EE799A}" type="slidenum">
              <a:rPr lang="en-US" smtClean="0"/>
              <a:t>10</a:t>
            </a:fld>
            <a:endParaRPr lang="en-US"/>
          </a:p>
        </p:txBody>
      </p:sp>
    </p:spTree>
    <p:extLst>
      <p:ext uri="{BB962C8B-B14F-4D97-AF65-F5344CB8AC3E}">
        <p14:creationId xmlns:p14="http://schemas.microsoft.com/office/powerpoint/2010/main" val="4863090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It is mandatory to create the table Customers because we are using this table to apply queries.</a:t>
            </a:r>
          </a:p>
        </p:txBody>
      </p:sp>
      <p:sp>
        <p:nvSpPr>
          <p:cNvPr id="4" name="Slide Number Placeholder 3"/>
          <p:cNvSpPr>
            <a:spLocks noGrp="1"/>
          </p:cNvSpPr>
          <p:nvPr>
            <p:ph type="sldNum" sz="quarter" idx="5"/>
          </p:nvPr>
        </p:nvSpPr>
        <p:spPr/>
        <p:txBody>
          <a:bodyPr/>
          <a:lstStyle/>
          <a:p>
            <a:fld id="{BA3E024E-F835-6D45-89C3-0E2F93EE799A}" type="slidenum">
              <a:rPr lang="en-US" smtClean="0"/>
              <a:t>11</a:t>
            </a:fld>
            <a:endParaRPr lang="en-US"/>
          </a:p>
        </p:txBody>
      </p:sp>
    </p:spTree>
    <p:extLst>
      <p:ext uri="{BB962C8B-B14F-4D97-AF65-F5344CB8AC3E}">
        <p14:creationId xmlns:p14="http://schemas.microsoft.com/office/powerpoint/2010/main" val="41235476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BA3E024E-F835-6D45-89C3-0E2F93EE799A}" type="slidenum">
              <a:rPr lang="en-US" smtClean="0"/>
              <a:t>12</a:t>
            </a:fld>
            <a:endParaRPr lang="en-US"/>
          </a:p>
        </p:txBody>
      </p:sp>
    </p:spTree>
    <p:extLst>
      <p:ext uri="{BB962C8B-B14F-4D97-AF65-F5344CB8AC3E}">
        <p14:creationId xmlns:p14="http://schemas.microsoft.com/office/powerpoint/2010/main" val="18208115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BA3E024E-F835-6D45-89C3-0E2F93EE799A}" type="slidenum">
              <a:rPr lang="en-US" smtClean="0"/>
              <a:t>15</a:t>
            </a:fld>
            <a:endParaRPr lang="en-US"/>
          </a:p>
        </p:txBody>
      </p:sp>
    </p:spTree>
    <p:extLst>
      <p:ext uri="{BB962C8B-B14F-4D97-AF65-F5344CB8AC3E}">
        <p14:creationId xmlns:p14="http://schemas.microsoft.com/office/powerpoint/2010/main" val="34980452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BA3E024E-F835-6D45-89C3-0E2F93EE799A}" type="slidenum">
              <a:rPr lang="en-US" smtClean="0"/>
              <a:t>16</a:t>
            </a:fld>
            <a:endParaRPr lang="en-US"/>
          </a:p>
        </p:txBody>
      </p:sp>
    </p:spTree>
    <p:extLst>
      <p:ext uri="{BB962C8B-B14F-4D97-AF65-F5344CB8AC3E}">
        <p14:creationId xmlns:p14="http://schemas.microsoft.com/office/powerpoint/2010/main" val="30289175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0" i="0" u="none" strike="noStrike" kern="1200" baseline="0">
                <a:solidFill>
                  <a:schemeClr val="tx1"/>
                </a:solidFill>
                <a:latin typeface="+mn-lt"/>
                <a:ea typeface="+mn-ea"/>
                <a:cs typeface="+mn-cs"/>
              </a:rPr>
              <a:t>To retrieve information from a table can get pretty complicated since we have to specify exactly which records and fields we want to extract. We’ll start easy… SELECT * FROM Customers; This will grab all the records from the table and display all the fields for each. Basically, this dumps the entire table. The star is a wildcard - something you may have seen in Linux or UNIX. For now, just read the star as “all fields”. </a:t>
            </a:r>
            <a:endParaRPr lang="en-AU"/>
          </a:p>
        </p:txBody>
      </p:sp>
      <p:sp>
        <p:nvSpPr>
          <p:cNvPr id="4" name="Slide Number Placeholder 3"/>
          <p:cNvSpPr>
            <a:spLocks noGrp="1"/>
          </p:cNvSpPr>
          <p:nvPr>
            <p:ph type="sldNum" sz="quarter" idx="10"/>
          </p:nvPr>
        </p:nvSpPr>
        <p:spPr/>
        <p:txBody>
          <a:bodyPr/>
          <a:lstStyle/>
          <a:p>
            <a:fld id="{BA3E024E-F835-6D45-89C3-0E2F93EE799A}" type="slidenum">
              <a:rPr lang="en-US" smtClean="0"/>
              <a:t>17</a:t>
            </a:fld>
            <a:endParaRPr lang="en-US"/>
          </a:p>
        </p:txBody>
      </p:sp>
    </p:spTree>
    <p:extLst>
      <p:ext uri="{BB962C8B-B14F-4D97-AF65-F5344CB8AC3E}">
        <p14:creationId xmlns:p14="http://schemas.microsoft.com/office/powerpoint/2010/main" val="3947428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0" i="0" u="none" strike="noStrike" kern="1200" baseline="0" dirty="0">
                <a:solidFill>
                  <a:schemeClr val="tx1"/>
                </a:solidFill>
                <a:latin typeface="+mn-lt"/>
                <a:ea typeface="+mn-ea"/>
                <a:cs typeface="+mn-cs"/>
              </a:rPr>
              <a:t>To retrieve information from a table can get pretty complicated since we have to specify exactly which records and fields we want to extract. We’ll start easy… </a:t>
            </a:r>
          </a:p>
          <a:p>
            <a:r>
              <a:rPr lang="en-AU" sz="1200" b="0" i="0" u="none" strike="noStrike" kern="1200" baseline="0" dirty="0">
                <a:solidFill>
                  <a:schemeClr val="tx1"/>
                </a:solidFill>
                <a:latin typeface="+mn-lt"/>
                <a:ea typeface="+mn-ea"/>
                <a:cs typeface="+mn-cs"/>
              </a:rPr>
              <a:t>SELECT * FROM Customers; </a:t>
            </a:r>
          </a:p>
          <a:p>
            <a:r>
              <a:rPr lang="en-AU" sz="1200" b="0" i="0" u="none" strike="noStrike" kern="1200" baseline="0" dirty="0">
                <a:solidFill>
                  <a:schemeClr val="tx1"/>
                </a:solidFill>
                <a:latin typeface="+mn-lt"/>
                <a:ea typeface="+mn-ea"/>
                <a:cs typeface="+mn-cs"/>
              </a:rPr>
              <a:t>This will display all the records from the table with their fieldnames  Basically, this command shows the entire table. </a:t>
            </a:r>
          </a:p>
          <a:p>
            <a:r>
              <a:rPr lang="en-AU" sz="1200" b="0" i="0" u="none" strike="noStrike" kern="1200" baseline="0" dirty="0">
                <a:solidFill>
                  <a:schemeClr val="tx1"/>
                </a:solidFill>
                <a:latin typeface="+mn-lt"/>
                <a:ea typeface="+mn-ea"/>
                <a:cs typeface="+mn-cs"/>
              </a:rPr>
              <a:t>The star is a wildcard - something you may have seen in Linux or UNIX. For now, just read the star as “all fields”. </a:t>
            </a:r>
            <a:endParaRPr lang="en-AU" dirty="0"/>
          </a:p>
        </p:txBody>
      </p:sp>
      <p:sp>
        <p:nvSpPr>
          <p:cNvPr id="4" name="Slide Number Placeholder 3"/>
          <p:cNvSpPr>
            <a:spLocks noGrp="1"/>
          </p:cNvSpPr>
          <p:nvPr>
            <p:ph type="sldNum" sz="quarter" idx="10"/>
          </p:nvPr>
        </p:nvSpPr>
        <p:spPr/>
        <p:txBody>
          <a:bodyPr/>
          <a:lstStyle/>
          <a:p>
            <a:fld id="{BA3E024E-F835-6D45-89C3-0E2F93EE799A}" type="slidenum">
              <a:rPr lang="en-US" smtClean="0"/>
              <a:t>18</a:t>
            </a:fld>
            <a:endParaRPr lang="en-US"/>
          </a:p>
        </p:txBody>
      </p:sp>
    </p:spTree>
    <p:extLst>
      <p:ext uri="{BB962C8B-B14F-4D97-AF65-F5344CB8AC3E}">
        <p14:creationId xmlns:p14="http://schemas.microsoft.com/office/powerpoint/2010/main" val="35489361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BA3E024E-F835-6D45-89C3-0E2F93EE799A}" type="slidenum">
              <a:rPr lang="en-US" smtClean="0"/>
              <a:t>19</a:t>
            </a:fld>
            <a:endParaRPr lang="en-US"/>
          </a:p>
        </p:txBody>
      </p:sp>
    </p:spTree>
    <p:extLst>
      <p:ext uri="{BB962C8B-B14F-4D97-AF65-F5344CB8AC3E}">
        <p14:creationId xmlns:p14="http://schemas.microsoft.com/office/powerpoint/2010/main" val="37526525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BA3E024E-F835-6D45-89C3-0E2F93EE799A}" type="slidenum">
              <a:rPr lang="en-US" smtClean="0"/>
              <a:t>20</a:t>
            </a:fld>
            <a:endParaRPr lang="en-US"/>
          </a:p>
        </p:txBody>
      </p:sp>
    </p:spTree>
    <p:extLst>
      <p:ext uri="{BB962C8B-B14F-4D97-AF65-F5344CB8AC3E}">
        <p14:creationId xmlns:p14="http://schemas.microsoft.com/office/powerpoint/2010/main" val="10111759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BA3E024E-F835-6D45-89C3-0E2F93EE799A}" type="slidenum">
              <a:rPr lang="en-US" smtClean="0"/>
              <a:t>21</a:t>
            </a:fld>
            <a:endParaRPr lang="en-US"/>
          </a:p>
        </p:txBody>
      </p:sp>
    </p:spTree>
    <p:extLst>
      <p:ext uri="{BB962C8B-B14F-4D97-AF65-F5344CB8AC3E}">
        <p14:creationId xmlns:p14="http://schemas.microsoft.com/office/powerpoint/2010/main" val="38441461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BA3E024E-F835-6D45-89C3-0E2F93EE799A}" type="slidenum">
              <a:rPr lang="en-US" smtClean="0"/>
              <a:t>22</a:t>
            </a:fld>
            <a:endParaRPr lang="en-US"/>
          </a:p>
        </p:txBody>
      </p:sp>
    </p:spTree>
    <p:extLst>
      <p:ext uri="{BB962C8B-B14F-4D97-AF65-F5344CB8AC3E}">
        <p14:creationId xmlns:p14="http://schemas.microsoft.com/office/powerpoint/2010/main" val="20030399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BA3E024E-F835-6D45-89C3-0E2F93EE799A}" type="slidenum">
              <a:rPr lang="en-US" smtClean="0"/>
              <a:t>23</a:t>
            </a:fld>
            <a:endParaRPr lang="en-US"/>
          </a:p>
        </p:txBody>
      </p:sp>
    </p:spTree>
    <p:extLst>
      <p:ext uri="{BB962C8B-B14F-4D97-AF65-F5344CB8AC3E}">
        <p14:creationId xmlns:p14="http://schemas.microsoft.com/office/powerpoint/2010/main" val="13931560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BA3E024E-F835-6D45-89C3-0E2F93EE799A}" type="slidenum">
              <a:rPr lang="en-US" smtClean="0"/>
              <a:t>24</a:t>
            </a:fld>
            <a:endParaRPr lang="en-US"/>
          </a:p>
        </p:txBody>
      </p:sp>
    </p:spTree>
    <p:extLst>
      <p:ext uri="{BB962C8B-B14F-4D97-AF65-F5344CB8AC3E}">
        <p14:creationId xmlns:p14="http://schemas.microsoft.com/office/powerpoint/2010/main" val="25762147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In case of AND condition both the Conditions must be true to execute the SELECT Query. The answer table should be carrying only those records that are having age more than 18 and name is = Anita. </a:t>
            </a:r>
          </a:p>
          <a:p>
            <a:r>
              <a:rPr lang="en-AU" dirty="0"/>
              <a:t>However, in OR condition either of the condition must be true. Thus, in the Answer table of this query all those records are being displayed where age is less than 65.</a:t>
            </a:r>
          </a:p>
          <a:p>
            <a:r>
              <a:rPr lang="en-AU" dirty="0"/>
              <a:t>Meanwhile, In NOT condition all the records which do not satisfy the condition are displayed.</a:t>
            </a:r>
          </a:p>
        </p:txBody>
      </p:sp>
      <p:sp>
        <p:nvSpPr>
          <p:cNvPr id="4" name="Slide Number Placeholder 3"/>
          <p:cNvSpPr>
            <a:spLocks noGrp="1"/>
          </p:cNvSpPr>
          <p:nvPr>
            <p:ph type="sldNum" sz="quarter" idx="10"/>
          </p:nvPr>
        </p:nvSpPr>
        <p:spPr/>
        <p:txBody>
          <a:bodyPr/>
          <a:lstStyle/>
          <a:p>
            <a:fld id="{BA3E024E-F835-6D45-89C3-0E2F93EE799A}" type="slidenum">
              <a:rPr lang="en-US" smtClean="0"/>
              <a:t>25</a:t>
            </a:fld>
            <a:endParaRPr lang="en-US"/>
          </a:p>
        </p:txBody>
      </p:sp>
    </p:spTree>
    <p:extLst>
      <p:ext uri="{BB962C8B-B14F-4D97-AF65-F5344CB8AC3E}">
        <p14:creationId xmlns:p14="http://schemas.microsoft.com/office/powerpoint/2010/main" val="349434193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BA3E024E-F835-6D45-89C3-0E2F93EE799A}" type="slidenum">
              <a:rPr lang="en-US" smtClean="0"/>
              <a:t>26</a:t>
            </a:fld>
            <a:endParaRPr lang="en-US"/>
          </a:p>
        </p:txBody>
      </p:sp>
    </p:spTree>
    <p:extLst>
      <p:ext uri="{BB962C8B-B14F-4D97-AF65-F5344CB8AC3E}">
        <p14:creationId xmlns:p14="http://schemas.microsoft.com/office/powerpoint/2010/main" val="34575522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This command will delete the complete Table and its values too</a:t>
            </a:r>
          </a:p>
        </p:txBody>
      </p:sp>
      <p:sp>
        <p:nvSpPr>
          <p:cNvPr id="4" name="Slide Number Placeholder 3"/>
          <p:cNvSpPr>
            <a:spLocks noGrp="1"/>
          </p:cNvSpPr>
          <p:nvPr>
            <p:ph type="sldNum" sz="quarter" idx="10"/>
          </p:nvPr>
        </p:nvSpPr>
        <p:spPr/>
        <p:txBody>
          <a:bodyPr/>
          <a:lstStyle/>
          <a:p>
            <a:fld id="{BA3E024E-F835-6D45-89C3-0E2F93EE799A}" type="slidenum">
              <a:rPr lang="en-US" smtClean="0"/>
              <a:t>29</a:t>
            </a:fld>
            <a:endParaRPr lang="en-US"/>
          </a:p>
        </p:txBody>
      </p:sp>
    </p:spTree>
    <p:extLst>
      <p:ext uri="{BB962C8B-B14F-4D97-AF65-F5344CB8AC3E}">
        <p14:creationId xmlns:p14="http://schemas.microsoft.com/office/powerpoint/2010/main" val="16726226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A3E024E-F835-6D45-89C3-0E2F93EE799A}" type="slidenum">
              <a:rPr lang="en-US" smtClean="0"/>
              <a:t>33</a:t>
            </a:fld>
            <a:endParaRPr lang="en-US"/>
          </a:p>
        </p:txBody>
      </p:sp>
    </p:spTree>
    <p:extLst>
      <p:ext uri="{BB962C8B-B14F-4D97-AF65-F5344CB8AC3E}">
        <p14:creationId xmlns:p14="http://schemas.microsoft.com/office/powerpoint/2010/main" val="159859352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BA3E024E-F835-6D45-89C3-0E2F93EE799A}" type="slidenum">
              <a:rPr lang="en-US" smtClean="0"/>
              <a:t>34</a:t>
            </a:fld>
            <a:endParaRPr lang="en-US"/>
          </a:p>
        </p:txBody>
      </p:sp>
    </p:spTree>
    <p:extLst>
      <p:ext uri="{BB962C8B-B14F-4D97-AF65-F5344CB8AC3E}">
        <p14:creationId xmlns:p14="http://schemas.microsoft.com/office/powerpoint/2010/main" val="205523728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BA3E024E-F835-6D45-89C3-0E2F93EE799A}" type="slidenum">
              <a:rPr lang="en-US" smtClean="0"/>
              <a:t>35</a:t>
            </a:fld>
            <a:endParaRPr lang="en-US"/>
          </a:p>
        </p:txBody>
      </p:sp>
    </p:spTree>
    <p:extLst>
      <p:ext uri="{BB962C8B-B14F-4D97-AF65-F5344CB8AC3E}">
        <p14:creationId xmlns:p14="http://schemas.microsoft.com/office/powerpoint/2010/main" val="250227766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A3E024E-F835-6D45-89C3-0E2F93EE799A}" type="slidenum">
              <a:rPr lang="en-US" smtClean="0"/>
              <a:t>36</a:t>
            </a:fld>
            <a:endParaRPr lang="en-US"/>
          </a:p>
        </p:txBody>
      </p:sp>
    </p:spTree>
    <p:extLst>
      <p:ext uri="{BB962C8B-B14F-4D97-AF65-F5344CB8AC3E}">
        <p14:creationId xmlns:p14="http://schemas.microsoft.com/office/powerpoint/2010/main" val="210916410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A3E024E-F835-6D45-89C3-0E2F93EE799A}" type="slidenum">
              <a:rPr lang="en-US" smtClean="0"/>
              <a:t>38</a:t>
            </a:fld>
            <a:endParaRPr lang="en-US"/>
          </a:p>
        </p:txBody>
      </p:sp>
    </p:spTree>
    <p:extLst>
      <p:ext uri="{BB962C8B-B14F-4D97-AF65-F5344CB8AC3E}">
        <p14:creationId xmlns:p14="http://schemas.microsoft.com/office/powerpoint/2010/main" val="278743515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BA3E024E-F835-6D45-89C3-0E2F93EE799A}" type="slidenum">
              <a:rPr lang="en-US" smtClean="0"/>
              <a:t>39</a:t>
            </a:fld>
            <a:endParaRPr lang="en-US"/>
          </a:p>
        </p:txBody>
      </p:sp>
    </p:spTree>
    <p:extLst>
      <p:ext uri="{BB962C8B-B14F-4D97-AF65-F5344CB8AC3E}">
        <p14:creationId xmlns:p14="http://schemas.microsoft.com/office/powerpoint/2010/main" val="2533134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BA3E024E-F835-6D45-89C3-0E2F93EE799A}" type="slidenum">
              <a:rPr lang="en-US" smtClean="0"/>
              <a:t>40</a:t>
            </a:fld>
            <a:endParaRPr lang="en-US"/>
          </a:p>
        </p:txBody>
      </p:sp>
    </p:spTree>
    <p:extLst>
      <p:ext uri="{BB962C8B-B14F-4D97-AF65-F5344CB8AC3E}">
        <p14:creationId xmlns:p14="http://schemas.microsoft.com/office/powerpoint/2010/main" val="425134746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BA3E024E-F835-6D45-89C3-0E2F93EE799A}" type="slidenum">
              <a:rPr lang="en-US" smtClean="0"/>
              <a:t>41</a:t>
            </a:fld>
            <a:endParaRPr lang="en-US"/>
          </a:p>
        </p:txBody>
      </p:sp>
    </p:spTree>
    <p:extLst>
      <p:ext uri="{BB962C8B-B14F-4D97-AF65-F5344CB8AC3E}">
        <p14:creationId xmlns:p14="http://schemas.microsoft.com/office/powerpoint/2010/main" val="349385215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BA3E024E-F835-6D45-89C3-0E2F93EE799A}" type="slidenum">
              <a:rPr lang="en-US" smtClean="0"/>
              <a:t>42</a:t>
            </a:fld>
            <a:endParaRPr lang="en-US"/>
          </a:p>
        </p:txBody>
      </p:sp>
    </p:spTree>
    <p:extLst>
      <p:ext uri="{BB962C8B-B14F-4D97-AF65-F5344CB8AC3E}">
        <p14:creationId xmlns:p14="http://schemas.microsoft.com/office/powerpoint/2010/main" val="243994182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BA3E024E-F835-6D45-89C3-0E2F93EE799A}" type="slidenum">
              <a:rPr lang="en-US" smtClean="0"/>
              <a:t>43</a:t>
            </a:fld>
            <a:endParaRPr lang="en-US"/>
          </a:p>
        </p:txBody>
      </p:sp>
    </p:spTree>
    <p:extLst>
      <p:ext uri="{BB962C8B-B14F-4D97-AF65-F5344CB8AC3E}">
        <p14:creationId xmlns:p14="http://schemas.microsoft.com/office/powerpoint/2010/main" val="358940992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BA3E024E-F835-6D45-89C3-0E2F93EE799A}" type="slidenum">
              <a:rPr lang="en-US" smtClean="0"/>
              <a:t>44</a:t>
            </a:fld>
            <a:endParaRPr lang="en-US"/>
          </a:p>
        </p:txBody>
      </p:sp>
    </p:spTree>
    <p:extLst>
      <p:ext uri="{BB962C8B-B14F-4D97-AF65-F5344CB8AC3E}">
        <p14:creationId xmlns:p14="http://schemas.microsoft.com/office/powerpoint/2010/main" val="168610734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If we use Distinct. It will remove any duplicate family name</a:t>
            </a:r>
          </a:p>
        </p:txBody>
      </p:sp>
      <p:sp>
        <p:nvSpPr>
          <p:cNvPr id="4" name="Slide Number Placeholder 3"/>
          <p:cNvSpPr>
            <a:spLocks noGrp="1"/>
          </p:cNvSpPr>
          <p:nvPr>
            <p:ph type="sldNum" sz="quarter" idx="10"/>
          </p:nvPr>
        </p:nvSpPr>
        <p:spPr/>
        <p:txBody>
          <a:bodyPr/>
          <a:lstStyle/>
          <a:p>
            <a:fld id="{BA3E024E-F835-6D45-89C3-0E2F93EE799A}" type="slidenum">
              <a:rPr lang="en-US" smtClean="0"/>
              <a:t>45</a:t>
            </a:fld>
            <a:endParaRPr lang="en-US"/>
          </a:p>
        </p:txBody>
      </p:sp>
    </p:spTree>
    <p:extLst>
      <p:ext uri="{BB962C8B-B14F-4D97-AF65-F5344CB8AC3E}">
        <p14:creationId xmlns:p14="http://schemas.microsoft.com/office/powerpoint/2010/main" val="260393811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BA3E024E-F835-6D45-89C3-0E2F93EE799A}" type="slidenum">
              <a:rPr lang="en-US" smtClean="0"/>
              <a:t>46</a:t>
            </a:fld>
            <a:endParaRPr lang="en-US"/>
          </a:p>
        </p:txBody>
      </p:sp>
    </p:spTree>
    <p:extLst>
      <p:ext uri="{BB962C8B-B14F-4D97-AF65-F5344CB8AC3E}">
        <p14:creationId xmlns:p14="http://schemas.microsoft.com/office/powerpoint/2010/main" val="96785108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BA3E024E-F835-6D45-89C3-0E2F93EE799A}" type="slidenum">
              <a:rPr lang="en-US" smtClean="0"/>
              <a:t>47</a:t>
            </a:fld>
            <a:endParaRPr lang="en-US"/>
          </a:p>
        </p:txBody>
      </p:sp>
    </p:spTree>
    <p:extLst>
      <p:ext uri="{BB962C8B-B14F-4D97-AF65-F5344CB8AC3E}">
        <p14:creationId xmlns:p14="http://schemas.microsoft.com/office/powerpoint/2010/main" val="350873756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BA3E024E-F835-6D45-89C3-0E2F93EE799A}" type="slidenum">
              <a:rPr lang="en-US" smtClean="0"/>
              <a:t>50</a:t>
            </a:fld>
            <a:endParaRPr lang="en-US"/>
          </a:p>
        </p:txBody>
      </p:sp>
    </p:spTree>
    <p:extLst>
      <p:ext uri="{BB962C8B-B14F-4D97-AF65-F5344CB8AC3E}">
        <p14:creationId xmlns:p14="http://schemas.microsoft.com/office/powerpoint/2010/main" val="170603960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BA3E024E-F835-6D45-89C3-0E2F93EE799A}" type="slidenum">
              <a:rPr lang="en-US" smtClean="0"/>
              <a:t>54</a:t>
            </a:fld>
            <a:endParaRPr lang="en-US"/>
          </a:p>
        </p:txBody>
      </p:sp>
    </p:spTree>
    <p:extLst>
      <p:ext uri="{BB962C8B-B14F-4D97-AF65-F5344CB8AC3E}">
        <p14:creationId xmlns:p14="http://schemas.microsoft.com/office/powerpoint/2010/main" val="58396601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BA3E024E-F835-6D45-89C3-0E2F93EE799A}" type="slidenum">
              <a:rPr lang="en-US" smtClean="0"/>
              <a:t>55</a:t>
            </a:fld>
            <a:endParaRPr lang="en-US"/>
          </a:p>
        </p:txBody>
      </p:sp>
    </p:spTree>
    <p:extLst>
      <p:ext uri="{BB962C8B-B14F-4D97-AF65-F5344CB8AC3E}">
        <p14:creationId xmlns:p14="http://schemas.microsoft.com/office/powerpoint/2010/main" val="397966435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A3E024E-F835-6D45-89C3-0E2F93EE799A}" type="slidenum">
              <a:rPr lang="en-US" smtClean="0"/>
              <a:t>56</a:t>
            </a:fld>
            <a:endParaRPr lang="en-US"/>
          </a:p>
        </p:txBody>
      </p:sp>
    </p:spTree>
    <p:extLst>
      <p:ext uri="{BB962C8B-B14F-4D97-AF65-F5344CB8AC3E}">
        <p14:creationId xmlns:p14="http://schemas.microsoft.com/office/powerpoint/2010/main" val="278999561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A3E024E-F835-6D45-89C3-0E2F93EE799A}" type="slidenum">
              <a:rPr lang="en-US" smtClean="0"/>
              <a:t>57</a:t>
            </a:fld>
            <a:endParaRPr lang="en-US"/>
          </a:p>
        </p:txBody>
      </p:sp>
    </p:spTree>
    <p:extLst>
      <p:ext uri="{BB962C8B-B14F-4D97-AF65-F5344CB8AC3E}">
        <p14:creationId xmlns:p14="http://schemas.microsoft.com/office/powerpoint/2010/main" val="351203401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A3E024E-F835-6D45-89C3-0E2F93EE799A}" type="slidenum">
              <a:rPr lang="en-US" smtClean="0"/>
              <a:t>58</a:t>
            </a:fld>
            <a:endParaRPr lang="en-US"/>
          </a:p>
        </p:txBody>
      </p:sp>
    </p:spTree>
    <p:extLst>
      <p:ext uri="{BB962C8B-B14F-4D97-AF65-F5344CB8AC3E}">
        <p14:creationId xmlns:p14="http://schemas.microsoft.com/office/powerpoint/2010/main" val="11018203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A3E024E-F835-6D45-89C3-0E2F93EE799A}" type="slidenum">
              <a:rPr lang="en-US" smtClean="0"/>
              <a:t>59</a:t>
            </a:fld>
            <a:endParaRPr lang="en-US"/>
          </a:p>
        </p:txBody>
      </p:sp>
    </p:spTree>
    <p:extLst>
      <p:ext uri="{BB962C8B-B14F-4D97-AF65-F5344CB8AC3E}">
        <p14:creationId xmlns:p14="http://schemas.microsoft.com/office/powerpoint/2010/main" val="44655621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A3E024E-F835-6D45-89C3-0E2F93EE799A}" type="slidenum">
              <a:rPr lang="en-US" smtClean="0"/>
              <a:t>60</a:t>
            </a:fld>
            <a:endParaRPr lang="en-US"/>
          </a:p>
        </p:txBody>
      </p:sp>
    </p:spTree>
    <p:extLst>
      <p:ext uri="{BB962C8B-B14F-4D97-AF65-F5344CB8AC3E}">
        <p14:creationId xmlns:p14="http://schemas.microsoft.com/office/powerpoint/2010/main" val="116751442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If you write- </a:t>
            </a:r>
          </a:p>
          <a:p>
            <a:r>
              <a:rPr lang="en-AU"/>
              <a:t> Select * from locations group by </a:t>
            </a:r>
            <a:r>
              <a:rPr lang="en-AU" err="1"/>
              <a:t>country_code</a:t>
            </a:r>
            <a:r>
              <a:rPr lang="en-AU"/>
              <a:t>; </a:t>
            </a:r>
          </a:p>
          <a:p>
            <a:r>
              <a:rPr lang="en-AU"/>
              <a:t>Or</a:t>
            </a:r>
          </a:p>
          <a:p>
            <a:r>
              <a:rPr lang="en-AU"/>
              <a:t>Select name, population, </a:t>
            </a:r>
            <a:r>
              <a:rPr lang="en-AU" err="1"/>
              <a:t>country_code</a:t>
            </a:r>
            <a:r>
              <a:rPr lang="en-AU"/>
              <a:t> from locations group by </a:t>
            </a:r>
            <a:r>
              <a:rPr lang="en-AU" err="1"/>
              <a:t>country_code</a:t>
            </a:r>
            <a:r>
              <a:rPr lang="en-AU"/>
              <a:t>; </a:t>
            </a:r>
          </a:p>
          <a:p>
            <a:r>
              <a:rPr lang="en-AU"/>
              <a:t>Or</a:t>
            </a:r>
          </a:p>
          <a:p>
            <a:r>
              <a:rPr lang="en-AU"/>
              <a:t>Select id, population, </a:t>
            </a:r>
            <a:r>
              <a:rPr lang="en-AU" err="1"/>
              <a:t>country_code</a:t>
            </a:r>
            <a:r>
              <a:rPr lang="en-AU"/>
              <a:t> from locations group by </a:t>
            </a:r>
            <a:r>
              <a:rPr lang="en-AU" err="1"/>
              <a:t>country_code</a:t>
            </a:r>
            <a:r>
              <a:rPr lang="en-AU"/>
              <a:t>; </a:t>
            </a:r>
          </a:p>
          <a:p>
            <a:r>
              <a:rPr lang="en-AU"/>
              <a:t>It will give an error because location names cant be grouped because all the location names and ids are distinct and unique.</a:t>
            </a:r>
          </a:p>
          <a:p>
            <a:r>
              <a:rPr lang="en-AU"/>
              <a:t>Grouping is possible with population only because it is numeric in nature, it can be summed and counted too</a:t>
            </a:r>
          </a:p>
          <a:p>
            <a:endParaRPr lang="en-AU"/>
          </a:p>
        </p:txBody>
      </p:sp>
      <p:sp>
        <p:nvSpPr>
          <p:cNvPr id="4" name="Slide Number Placeholder 3"/>
          <p:cNvSpPr>
            <a:spLocks noGrp="1"/>
          </p:cNvSpPr>
          <p:nvPr>
            <p:ph type="sldNum" sz="quarter" idx="5"/>
          </p:nvPr>
        </p:nvSpPr>
        <p:spPr/>
        <p:txBody>
          <a:bodyPr/>
          <a:lstStyle/>
          <a:p>
            <a:fld id="{BA3E024E-F835-6D45-89C3-0E2F93EE799A}" type="slidenum">
              <a:rPr lang="en-US" smtClean="0"/>
              <a:t>62</a:t>
            </a:fld>
            <a:endParaRPr lang="en-US"/>
          </a:p>
        </p:txBody>
      </p:sp>
    </p:spTree>
    <p:extLst>
      <p:ext uri="{BB962C8B-B14F-4D97-AF65-F5344CB8AC3E}">
        <p14:creationId xmlns:p14="http://schemas.microsoft.com/office/powerpoint/2010/main" val="394074974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BA3E024E-F835-6D45-89C3-0E2F93EE799A}" type="slidenum">
              <a:rPr lang="en-US" smtClean="0"/>
              <a:t>66</a:t>
            </a:fld>
            <a:endParaRPr lang="en-US"/>
          </a:p>
        </p:txBody>
      </p:sp>
    </p:spTree>
    <p:extLst>
      <p:ext uri="{BB962C8B-B14F-4D97-AF65-F5344CB8AC3E}">
        <p14:creationId xmlns:p14="http://schemas.microsoft.com/office/powerpoint/2010/main" val="306986539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sz="1200">
                <a:solidFill>
                  <a:srgbClr val="92D050"/>
                </a:solidFill>
                <a:latin typeface="Fira Code" panose="020B0809050000020004" pitchFamily="49" charset="0"/>
                <a:ea typeface="Fira Code" panose="020B0809050000020004" pitchFamily="49" charset="0"/>
                <a:cs typeface="Fira Code" panose="020B0809050000020004" pitchFamily="49" charset="0"/>
              </a:rPr>
              <a:t>CREATE TABLE </a:t>
            </a:r>
            <a:r>
              <a:rPr lang="en-AU" sz="1200">
                <a:solidFill>
                  <a:srgbClr val="FFC000"/>
                </a:solidFill>
                <a:latin typeface="Fira Code" panose="020B0809050000020004" pitchFamily="49" charset="0"/>
                <a:ea typeface="Fira Code" panose="020B0809050000020004" pitchFamily="49" charset="0"/>
                <a:cs typeface="Fira Code" panose="020B0809050000020004" pitchFamily="49" charset="0"/>
              </a:rPr>
              <a:t>locations</a:t>
            </a:r>
            <a:r>
              <a:rPr lang="en-AU" sz="1200">
                <a:solidFill>
                  <a:srgbClr val="92D050"/>
                </a:solidFill>
                <a:latin typeface="Fira Code" panose="020B0809050000020004" pitchFamily="49" charset="0"/>
                <a:ea typeface="Fira Code" panose="020B0809050000020004" pitchFamily="49" charset="0"/>
                <a:cs typeface="Fira Code" panose="020B0809050000020004" pitchFamily="49" charset="0"/>
              </a:rPr>
              <a:t>(</a:t>
            </a:r>
            <a:br>
              <a:rPr lang="en-AU" sz="1200">
                <a:solidFill>
                  <a:srgbClr val="92D050"/>
                </a:solidFill>
                <a:latin typeface="Fira Code" panose="020B0809050000020004" pitchFamily="49" charset="0"/>
                <a:ea typeface="Fira Code" panose="020B0809050000020004" pitchFamily="49" charset="0"/>
                <a:cs typeface="Fira Code" panose="020B0809050000020004" pitchFamily="49" charset="0"/>
              </a:rPr>
            </a:br>
            <a:r>
              <a:rPr lang="en-AU" sz="1200">
                <a:solidFill>
                  <a:srgbClr val="92D050"/>
                </a:solidFill>
                <a:latin typeface="Fira Code" panose="020B0809050000020004" pitchFamily="49" charset="0"/>
                <a:ea typeface="Fira Code" panose="020B0809050000020004" pitchFamily="49" charset="0"/>
                <a:cs typeface="Fira Code" panose="020B0809050000020004" pitchFamily="49" charset="0"/>
              </a:rPr>
              <a:t>    </a:t>
            </a:r>
            <a:r>
              <a:rPr lang="en-AU" sz="1200">
                <a:solidFill>
                  <a:srgbClr val="FFC000"/>
                </a:solidFill>
                <a:latin typeface="Fira Code" panose="020B0809050000020004" pitchFamily="49" charset="0"/>
                <a:ea typeface="Fira Code" panose="020B0809050000020004" pitchFamily="49" charset="0"/>
                <a:cs typeface="Fira Code" panose="020B0809050000020004" pitchFamily="49" charset="0"/>
              </a:rPr>
              <a:t>id</a:t>
            </a:r>
            <a:r>
              <a:rPr lang="en-AU" sz="1200">
                <a:solidFill>
                  <a:srgbClr val="92D050"/>
                </a:solidFill>
                <a:latin typeface="Fira Code" panose="020B0809050000020004" pitchFamily="49" charset="0"/>
                <a:ea typeface="Fira Code" panose="020B0809050000020004" pitchFamily="49" charset="0"/>
                <a:cs typeface="Fira Code" panose="020B0809050000020004" pitchFamily="49" charset="0"/>
              </a:rPr>
              <a:t> BIGINT UNSIGNED PRIMARY KEY,</a:t>
            </a:r>
            <a:br>
              <a:rPr lang="en-AU" sz="1200">
                <a:solidFill>
                  <a:srgbClr val="92D050"/>
                </a:solidFill>
                <a:latin typeface="Fira Code" panose="020B0809050000020004" pitchFamily="49" charset="0"/>
                <a:ea typeface="Fira Code" panose="020B0809050000020004" pitchFamily="49" charset="0"/>
                <a:cs typeface="Fira Code" panose="020B0809050000020004" pitchFamily="49" charset="0"/>
              </a:rPr>
            </a:br>
            <a:r>
              <a:rPr lang="en-AU" sz="1200">
                <a:solidFill>
                  <a:srgbClr val="92D050"/>
                </a:solidFill>
                <a:latin typeface="Fira Code" panose="020B0809050000020004" pitchFamily="49" charset="0"/>
                <a:ea typeface="Fira Code" panose="020B0809050000020004" pitchFamily="49" charset="0"/>
                <a:cs typeface="Fira Code" panose="020B0809050000020004" pitchFamily="49" charset="0"/>
              </a:rPr>
              <a:t>    </a:t>
            </a:r>
            <a:r>
              <a:rPr lang="en-AU" sz="1200">
                <a:solidFill>
                  <a:srgbClr val="FFC000"/>
                </a:solidFill>
                <a:latin typeface="Fira Code" panose="020B0809050000020004" pitchFamily="49" charset="0"/>
                <a:ea typeface="Fira Code" panose="020B0809050000020004" pitchFamily="49" charset="0"/>
                <a:cs typeface="Fira Code" panose="020B0809050000020004" pitchFamily="49" charset="0"/>
              </a:rPr>
              <a:t>name</a:t>
            </a:r>
            <a:r>
              <a:rPr lang="en-AU" sz="1200">
                <a:solidFill>
                  <a:srgbClr val="92D050"/>
                </a:solidFill>
                <a:latin typeface="Fira Code" panose="020B0809050000020004" pitchFamily="49" charset="0"/>
                <a:ea typeface="Fira Code" panose="020B0809050000020004" pitchFamily="49" charset="0"/>
                <a:cs typeface="Fira Code" panose="020B0809050000020004" pitchFamily="49" charset="0"/>
              </a:rPr>
              <a:t> VARCHAR(</a:t>
            </a:r>
            <a:r>
              <a:rPr lang="en-AU" sz="1200">
                <a:solidFill>
                  <a:srgbClr val="FFC000"/>
                </a:solidFill>
                <a:latin typeface="Fira Code" panose="020B0809050000020004" pitchFamily="49" charset="0"/>
                <a:ea typeface="Fira Code" panose="020B0809050000020004" pitchFamily="49" charset="0"/>
                <a:cs typeface="Fira Code" panose="020B0809050000020004" pitchFamily="49" charset="0"/>
              </a:rPr>
              <a:t>255</a:t>
            </a:r>
            <a:r>
              <a:rPr lang="en-AU" sz="1200">
                <a:solidFill>
                  <a:srgbClr val="92D050"/>
                </a:solidFill>
                <a:latin typeface="Fira Code" panose="020B0809050000020004" pitchFamily="49" charset="0"/>
                <a:ea typeface="Fira Code" panose="020B0809050000020004" pitchFamily="49" charset="0"/>
                <a:cs typeface="Fira Code" panose="020B0809050000020004" pitchFamily="49" charset="0"/>
              </a:rPr>
              <a:t>) NOT NULL DEFAULT “</a:t>
            </a:r>
            <a:r>
              <a:rPr lang="en-AU" sz="1200">
                <a:solidFill>
                  <a:srgbClr val="FFC000"/>
                </a:solidFill>
                <a:latin typeface="Fira Code" panose="020B0809050000020004" pitchFamily="49" charset="0"/>
                <a:ea typeface="Fira Code" panose="020B0809050000020004" pitchFamily="49" charset="0"/>
                <a:cs typeface="Fira Code" panose="020B0809050000020004" pitchFamily="49" charset="0"/>
              </a:rPr>
              <a:t>--ERROR--</a:t>
            </a:r>
            <a:r>
              <a:rPr lang="en-AU" sz="1200">
                <a:solidFill>
                  <a:srgbClr val="92D050"/>
                </a:solidFill>
                <a:latin typeface="Fira Code" panose="020B0809050000020004" pitchFamily="49" charset="0"/>
                <a:ea typeface="Fira Code" panose="020B0809050000020004" pitchFamily="49" charset="0"/>
                <a:cs typeface="Fira Code" panose="020B0809050000020004" pitchFamily="49" charset="0"/>
              </a:rPr>
              <a:t>”,</a:t>
            </a:r>
            <a:br>
              <a:rPr lang="en-AU" sz="1200">
                <a:solidFill>
                  <a:srgbClr val="92D050"/>
                </a:solidFill>
                <a:latin typeface="Fira Code" panose="020B0809050000020004" pitchFamily="49" charset="0"/>
                <a:ea typeface="Fira Code" panose="020B0809050000020004" pitchFamily="49" charset="0"/>
                <a:cs typeface="Fira Code" panose="020B0809050000020004" pitchFamily="49" charset="0"/>
              </a:rPr>
            </a:br>
            <a:r>
              <a:rPr lang="en-AU" sz="1200">
                <a:solidFill>
                  <a:srgbClr val="92D050"/>
                </a:solidFill>
                <a:latin typeface="Fira Code" panose="020B0809050000020004" pitchFamily="49" charset="0"/>
                <a:ea typeface="Fira Code" panose="020B0809050000020004" pitchFamily="49" charset="0"/>
                <a:cs typeface="Fira Code" panose="020B0809050000020004" pitchFamily="49" charset="0"/>
              </a:rPr>
              <a:t>    </a:t>
            </a:r>
            <a:r>
              <a:rPr lang="en-AU" sz="1200">
                <a:solidFill>
                  <a:srgbClr val="FFC000"/>
                </a:solidFill>
                <a:latin typeface="Fira Code" panose="020B0809050000020004" pitchFamily="49" charset="0"/>
                <a:ea typeface="Fira Code" panose="020B0809050000020004" pitchFamily="49" charset="0"/>
                <a:cs typeface="Fira Code" panose="020B0809050000020004" pitchFamily="49" charset="0"/>
              </a:rPr>
              <a:t>population</a:t>
            </a:r>
            <a:r>
              <a:rPr lang="en-AU" sz="1200">
                <a:solidFill>
                  <a:srgbClr val="92D050"/>
                </a:solidFill>
                <a:latin typeface="Fira Code" panose="020B0809050000020004" pitchFamily="49" charset="0"/>
                <a:ea typeface="Fira Code" panose="020B0809050000020004" pitchFamily="49" charset="0"/>
                <a:cs typeface="Fira Code" panose="020B0809050000020004" pitchFamily="49" charset="0"/>
              </a:rPr>
              <a:t> BIGINT DEFAULT </a:t>
            </a:r>
            <a:r>
              <a:rPr lang="en-AU" sz="1200">
                <a:solidFill>
                  <a:srgbClr val="FFC000"/>
                </a:solidFill>
                <a:latin typeface="Fira Code" panose="020B0809050000020004" pitchFamily="49" charset="0"/>
                <a:ea typeface="Fira Code" panose="020B0809050000020004" pitchFamily="49" charset="0"/>
                <a:cs typeface="Fira Code" panose="020B0809050000020004" pitchFamily="49" charset="0"/>
              </a:rPr>
              <a:t>-1</a:t>
            </a:r>
            <a:r>
              <a:rPr lang="en-AU" sz="1200">
                <a:solidFill>
                  <a:srgbClr val="92D050"/>
                </a:solidFill>
                <a:latin typeface="Fira Code" panose="020B0809050000020004" pitchFamily="49" charset="0"/>
                <a:ea typeface="Fira Code" panose="020B0809050000020004" pitchFamily="49" charset="0"/>
                <a:cs typeface="Fira Code" panose="020B0809050000020004" pitchFamily="49" charset="0"/>
              </a:rPr>
              <a:t>,</a:t>
            </a:r>
            <a:br>
              <a:rPr lang="en-AU" sz="1200">
                <a:solidFill>
                  <a:srgbClr val="92D050"/>
                </a:solidFill>
                <a:latin typeface="Fira Code" panose="020B0809050000020004" pitchFamily="49" charset="0"/>
                <a:ea typeface="Fira Code" panose="020B0809050000020004" pitchFamily="49" charset="0"/>
                <a:cs typeface="Fira Code" panose="020B0809050000020004" pitchFamily="49" charset="0"/>
              </a:rPr>
            </a:br>
            <a:r>
              <a:rPr lang="en-AU" sz="1200">
                <a:solidFill>
                  <a:srgbClr val="92D050"/>
                </a:solidFill>
                <a:latin typeface="Fira Code" panose="020B0809050000020004" pitchFamily="49" charset="0"/>
                <a:ea typeface="Fira Code" panose="020B0809050000020004" pitchFamily="49" charset="0"/>
                <a:cs typeface="Fira Code" panose="020B0809050000020004" pitchFamily="49" charset="0"/>
              </a:rPr>
              <a:t>    </a:t>
            </a:r>
            <a:r>
              <a:rPr lang="en-AU" sz="1200" err="1">
                <a:solidFill>
                  <a:srgbClr val="FFC000"/>
                </a:solidFill>
                <a:latin typeface="Fira Code" panose="020B0809050000020004" pitchFamily="49" charset="0"/>
                <a:ea typeface="Fira Code" panose="020B0809050000020004" pitchFamily="49" charset="0"/>
                <a:cs typeface="Fira Code" panose="020B0809050000020004" pitchFamily="49" charset="0"/>
              </a:rPr>
              <a:t>country_code</a:t>
            </a:r>
            <a:r>
              <a:rPr lang="en-AU" sz="1200">
                <a:solidFill>
                  <a:srgbClr val="FFC000"/>
                </a:solidFill>
                <a:latin typeface="Fira Code" panose="020B0809050000020004" pitchFamily="49" charset="0"/>
                <a:ea typeface="Fira Code" panose="020B0809050000020004" pitchFamily="49" charset="0"/>
                <a:cs typeface="Fira Code" panose="020B0809050000020004" pitchFamily="49" charset="0"/>
              </a:rPr>
              <a:t> </a:t>
            </a:r>
            <a:r>
              <a:rPr lang="en-AU" sz="1200">
                <a:solidFill>
                  <a:srgbClr val="92D050"/>
                </a:solidFill>
                <a:latin typeface="Fira Code" panose="020B0809050000020004" pitchFamily="49" charset="0"/>
                <a:ea typeface="Fira Code" panose="020B0809050000020004" pitchFamily="49" charset="0"/>
                <a:cs typeface="Fira Code" panose="020B0809050000020004" pitchFamily="49" charset="0"/>
              </a:rPr>
              <a:t>CHAR(</a:t>
            </a:r>
            <a:r>
              <a:rPr lang="en-AU" sz="1200">
                <a:solidFill>
                  <a:srgbClr val="FFC000"/>
                </a:solidFill>
                <a:latin typeface="Fira Code" panose="020B0809050000020004" pitchFamily="49" charset="0"/>
                <a:ea typeface="Fira Code" panose="020B0809050000020004" pitchFamily="49" charset="0"/>
                <a:cs typeface="Fira Code" panose="020B0809050000020004" pitchFamily="49" charset="0"/>
              </a:rPr>
              <a:t>2</a:t>
            </a:r>
            <a:r>
              <a:rPr lang="en-AU" sz="1200">
                <a:solidFill>
                  <a:srgbClr val="92D050"/>
                </a:solidFill>
                <a:latin typeface="Fira Code" panose="020B0809050000020004" pitchFamily="49" charset="0"/>
                <a:ea typeface="Fira Code" panose="020B0809050000020004" pitchFamily="49" charset="0"/>
                <a:cs typeface="Fira Code" panose="020B0809050000020004" pitchFamily="49" charset="0"/>
              </a:rPr>
              <a:t>) NOT NULL DEFAULT “</a:t>
            </a:r>
            <a:r>
              <a:rPr lang="en-AU" sz="1200">
                <a:solidFill>
                  <a:srgbClr val="FFC000"/>
                </a:solidFill>
                <a:latin typeface="Fira Code" panose="020B0809050000020004" pitchFamily="49" charset="0"/>
                <a:ea typeface="Fira Code" panose="020B0809050000020004" pitchFamily="49" charset="0"/>
                <a:cs typeface="Fira Code" panose="020B0809050000020004" pitchFamily="49" charset="0"/>
              </a:rPr>
              <a:t>--</a:t>
            </a:r>
            <a:r>
              <a:rPr lang="en-AU" sz="1200">
                <a:solidFill>
                  <a:srgbClr val="92D050"/>
                </a:solidFill>
                <a:latin typeface="Fira Code" panose="020B0809050000020004" pitchFamily="49" charset="0"/>
                <a:ea typeface="Fira Code" panose="020B0809050000020004" pitchFamily="49" charset="0"/>
                <a:cs typeface="Fira Code" panose="020B0809050000020004" pitchFamily="49" charset="0"/>
              </a:rPr>
              <a:t>”);</a:t>
            </a:r>
          </a:p>
          <a:p>
            <a:endParaRPr lang="en-AU"/>
          </a:p>
          <a:p>
            <a:pPr marL="0" indent="0">
              <a:buNone/>
            </a:pPr>
            <a:r>
              <a:rPr lang="en-AU" sz="1200">
                <a:solidFill>
                  <a:srgbClr val="00B0F0"/>
                </a:solidFill>
                <a:latin typeface="Fira Code" panose="020B0809050000020004" pitchFamily="49" charset="0"/>
                <a:ea typeface="Fira Code" panose="020B0809050000020004" pitchFamily="49" charset="0"/>
                <a:cs typeface="Fira Code" panose="020B0809050000020004" pitchFamily="49" charset="0"/>
              </a:rPr>
              <a:t>INSERT INTO locations(id, name, </a:t>
            </a:r>
            <a:r>
              <a:rPr lang="en-AU" sz="1200" err="1">
                <a:solidFill>
                  <a:srgbClr val="00B0F0"/>
                </a:solidFill>
                <a:latin typeface="Fira Code" panose="020B0809050000020004" pitchFamily="49" charset="0"/>
                <a:ea typeface="Fira Code" panose="020B0809050000020004" pitchFamily="49" charset="0"/>
                <a:cs typeface="Fira Code" panose="020B0809050000020004" pitchFamily="49" charset="0"/>
              </a:rPr>
              <a:t>country_code</a:t>
            </a:r>
            <a:r>
              <a:rPr lang="en-AU" sz="1200">
                <a:solidFill>
                  <a:srgbClr val="00B0F0"/>
                </a:solidFill>
                <a:latin typeface="Fira Code" panose="020B0809050000020004" pitchFamily="49" charset="0"/>
                <a:ea typeface="Fira Code" panose="020B0809050000020004" pitchFamily="49" charset="0"/>
                <a:cs typeface="Fira Code" panose="020B0809050000020004" pitchFamily="49" charset="0"/>
              </a:rPr>
              <a:t>, population) VALUES</a:t>
            </a:r>
          </a:p>
          <a:p>
            <a:pPr marL="0" indent="0">
              <a:buNone/>
            </a:pPr>
            <a:r>
              <a:rPr lang="en-AU" sz="1200">
                <a:solidFill>
                  <a:srgbClr val="00B0F0"/>
                </a:solidFill>
                <a:latin typeface="Fira Code" panose="020B0809050000020004" pitchFamily="49" charset="0"/>
                <a:ea typeface="Fira Code" panose="020B0809050000020004" pitchFamily="49" charset="0"/>
                <a:cs typeface="Fira Code" panose="020B0809050000020004" pitchFamily="49" charset="0"/>
              </a:rPr>
              <a:t>    (21, "Kingston", 'NF', 880),</a:t>
            </a:r>
          </a:p>
          <a:p>
            <a:pPr marL="0" indent="0">
              <a:buNone/>
            </a:pPr>
            <a:r>
              <a:rPr lang="en-AU" sz="1200">
                <a:solidFill>
                  <a:srgbClr val="00B0F0"/>
                </a:solidFill>
                <a:latin typeface="Fira Code" panose="020B0809050000020004" pitchFamily="49" charset="0"/>
                <a:ea typeface="Fira Code" panose="020B0809050000020004" pitchFamily="49" charset="0"/>
                <a:cs typeface="Fira Code" panose="020B0809050000020004" pitchFamily="49" charset="0"/>
              </a:rPr>
              <a:t>    (22, "Amato", 'IT', 895),</a:t>
            </a:r>
          </a:p>
          <a:p>
            <a:pPr marL="0" indent="0">
              <a:buNone/>
            </a:pPr>
            <a:r>
              <a:rPr lang="en-AU" sz="1200">
                <a:solidFill>
                  <a:srgbClr val="00B0F0"/>
                </a:solidFill>
                <a:latin typeface="Fira Code" panose="020B0809050000020004" pitchFamily="49" charset="0"/>
                <a:ea typeface="Fira Code" panose="020B0809050000020004" pitchFamily="49" charset="0"/>
                <a:cs typeface="Fira Code" panose="020B0809050000020004" pitchFamily="49" charset="0"/>
              </a:rPr>
              <a:t>    (23, "Hamilton", 'BM', 902),</a:t>
            </a:r>
          </a:p>
          <a:p>
            <a:pPr marL="0" indent="0">
              <a:buNone/>
            </a:pPr>
            <a:r>
              <a:rPr lang="en-AU" sz="1200">
                <a:solidFill>
                  <a:srgbClr val="00B0F0"/>
                </a:solidFill>
                <a:latin typeface="Fira Code" panose="020B0809050000020004" pitchFamily="49" charset="0"/>
                <a:ea typeface="Fira Code" panose="020B0809050000020004" pitchFamily="49" charset="0"/>
                <a:cs typeface="Fira Code" panose="020B0809050000020004" pitchFamily="49" charset="0"/>
              </a:rPr>
              <a:t>    (24, "</a:t>
            </a:r>
            <a:r>
              <a:rPr lang="en-AU" sz="1200" err="1">
                <a:solidFill>
                  <a:srgbClr val="00B0F0"/>
                </a:solidFill>
                <a:latin typeface="Fira Code" panose="020B0809050000020004" pitchFamily="49" charset="0"/>
                <a:ea typeface="Fira Code" panose="020B0809050000020004" pitchFamily="49" charset="0"/>
                <a:cs typeface="Fira Code" panose="020B0809050000020004" pitchFamily="49" charset="0"/>
              </a:rPr>
              <a:t>Brades</a:t>
            </a:r>
            <a:r>
              <a:rPr lang="en-AU" sz="1200">
                <a:solidFill>
                  <a:srgbClr val="00B0F0"/>
                </a:solidFill>
                <a:latin typeface="Fira Code" panose="020B0809050000020004" pitchFamily="49" charset="0"/>
                <a:ea typeface="Fira Code" panose="020B0809050000020004" pitchFamily="49" charset="0"/>
                <a:cs typeface="Fira Code" panose="020B0809050000020004" pitchFamily="49" charset="0"/>
              </a:rPr>
              <a:t>", 'MS', 1000),</a:t>
            </a:r>
          </a:p>
          <a:p>
            <a:pPr marL="0" indent="0">
              <a:buNone/>
            </a:pPr>
            <a:r>
              <a:rPr lang="en-AU" sz="1200">
                <a:solidFill>
                  <a:srgbClr val="00B0F0"/>
                </a:solidFill>
                <a:latin typeface="Fira Code" panose="020B0809050000020004" pitchFamily="49" charset="0"/>
                <a:ea typeface="Fira Code" panose="020B0809050000020004" pitchFamily="49" charset="0"/>
                <a:cs typeface="Fira Code" panose="020B0809050000020004" pitchFamily="49" charset="0"/>
              </a:rPr>
              <a:t>    (25, "</a:t>
            </a:r>
            <a:r>
              <a:rPr lang="en-AU" sz="1200" err="1">
                <a:solidFill>
                  <a:srgbClr val="00B0F0"/>
                </a:solidFill>
                <a:latin typeface="Fira Code" panose="020B0809050000020004" pitchFamily="49" charset="0"/>
                <a:ea typeface="Fira Code" panose="020B0809050000020004" pitchFamily="49" charset="0"/>
                <a:cs typeface="Fira Code" panose="020B0809050000020004" pitchFamily="49" charset="0"/>
              </a:rPr>
              <a:t>Hagatna</a:t>
            </a:r>
            <a:r>
              <a:rPr lang="en-AU" sz="1200">
                <a:solidFill>
                  <a:srgbClr val="00B0F0"/>
                </a:solidFill>
                <a:latin typeface="Fira Code" panose="020B0809050000020004" pitchFamily="49" charset="0"/>
                <a:ea typeface="Fira Code" panose="020B0809050000020004" pitchFamily="49" charset="0"/>
                <a:cs typeface="Fira Code" panose="020B0809050000020004" pitchFamily="49" charset="0"/>
              </a:rPr>
              <a:t> (</a:t>
            </a:r>
            <a:r>
              <a:rPr lang="en-AU" sz="1200" err="1">
                <a:solidFill>
                  <a:srgbClr val="00B0F0"/>
                </a:solidFill>
                <a:latin typeface="Fira Code" panose="020B0809050000020004" pitchFamily="49" charset="0"/>
                <a:ea typeface="Fira Code" panose="020B0809050000020004" pitchFamily="49" charset="0"/>
                <a:cs typeface="Fira Code" panose="020B0809050000020004" pitchFamily="49" charset="0"/>
              </a:rPr>
              <a:t>Hagåtña</a:t>
            </a:r>
            <a:r>
              <a:rPr lang="en-AU" sz="1200">
                <a:solidFill>
                  <a:srgbClr val="00B0F0"/>
                </a:solidFill>
                <a:latin typeface="Fira Code" panose="020B0809050000020004" pitchFamily="49" charset="0"/>
                <a:ea typeface="Fira Code" panose="020B0809050000020004" pitchFamily="49" charset="0"/>
                <a:cs typeface="Fira Code" panose="020B0809050000020004" pitchFamily="49" charset="0"/>
              </a:rPr>
              <a:t>)", 'GU', 1051),</a:t>
            </a:r>
          </a:p>
          <a:p>
            <a:pPr marL="0" indent="0">
              <a:buNone/>
            </a:pPr>
            <a:r>
              <a:rPr lang="en-AU" sz="1200">
                <a:solidFill>
                  <a:srgbClr val="00B0F0"/>
                </a:solidFill>
                <a:latin typeface="Fira Code" panose="020B0809050000020004" pitchFamily="49" charset="0"/>
                <a:ea typeface="Fira Code" panose="020B0809050000020004" pitchFamily="49" charset="0"/>
                <a:cs typeface="Fira Code" panose="020B0809050000020004" pitchFamily="49" charset="0"/>
              </a:rPr>
              <a:t>    (26, "Yaren", 'NR', 1100),</a:t>
            </a:r>
          </a:p>
          <a:p>
            <a:pPr marL="0" indent="0">
              <a:buNone/>
            </a:pPr>
            <a:r>
              <a:rPr lang="en-AU" sz="1200">
                <a:solidFill>
                  <a:srgbClr val="00B0F0"/>
                </a:solidFill>
                <a:latin typeface="Fira Code" panose="020B0809050000020004" pitchFamily="49" charset="0"/>
                <a:ea typeface="Fira Code" panose="020B0809050000020004" pitchFamily="49" charset="0"/>
                <a:cs typeface="Fira Code" panose="020B0809050000020004" pitchFamily="49" charset="0"/>
              </a:rPr>
              <a:t>    (27, "Mata-Utu", 'WF', 1200),</a:t>
            </a:r>
          </a:p>
          <a:p>
            <a:pPr marL="0" indent="0">
              <a:buNone/>
            </a:pPr>
            <a:r>
              <a:rPr lang="en-AU" sz="1200">
                <a:solidFill>
                  <a:srgbClr val="00B0F0"/>
                </a:solidFill>
                <a:latin typeface="Fira Code" panose="020B0809050000020004" pitchFamily="49" charset="0"/>
                <a:ea typeface="Fira Code" panose="020B0809050000020004" pitchFamily="49" charset="0"/>
                <a:cs typeface="Fira Code" panose="020B0809050000020004" pitchFamily="49" charset="0"/>
              </a:rPr>
              <a:t>    (28, "Philipsburg", 'SX', 1400),</a:t>
            </a:r>
          </a:p>
          <a:p>
            <a:pPr marL="0" indent="0">
              <a:buNone/>
            </a:pPr>
            <a:r>
              <a:rPr lang="en-AU" sz="1200">
                <a:solidFill>
                  <a:srgbClr val="00B0F0"/>
                </a:solidFill>
                <a:latin typeface="Fira Code" panose="020B0809050000020004" pitchFamily="49" charset="0"/>
                <a:ea typeface="Fira Code" panose="020B0809050000020004" pitchFamily="49" charset="0"/>
                <a:cs typeface="Fira Code" panose="020B0809050000020004" pitchFamily="49" charset="0"/>
              </a:rPr>
              <a:t>    (29, "The Valley", 'AI', 2035),</a:t>
            </a:r>
            <a:br>
              <a:rPr lang="en-AU" sz="1200">
                <a:solidFill>
                  <a:srgbClr val="00B0F0"/>
                </a:solidFill>
                <a:latin typeface="Fira Code" panose="020B0809050000020004" pitchFamily="49" charset="0"/>
                <a:ea typeface="Fira Code" panose="020B0809050000020004" pitchFamily="49" charset="0"/>
                <a:cs typeface="Fira Code" panose="020B0809050000020004" pitchFamily="49" charset="0"/>
              </a:rPr>
            </a:br>
            <a:r>
              <a:rPr lang="en-AU" sz="1200">
                <a:solidFill>
                  <a:srgbClr val="00B0F0"/>
                </a:solidFill>
                <a:latin typeface="Fira Code" panose="020B0809050000020004" pitchFamily="49" charset="0"/>
                <a:ea typeface="Fira Code" panose="020B0809050000020004" pitchFamily="49" charset="0"/>
                <a:cs typeface="Fira Code" panose="020B0809050000020004" pitchFamily="49" charset="0"/>
              </a:rPr>
              <a:t>    (30, "Longyearbyen", 'SJ', 2060);</a:t>
            </a:r>
          </a:p>
          <a:p>
            <a:endParaRPr lang="en-AU"/>
          </a:p>
          <a:p>
            <a:pPr marL="0" indent="0">
              <a:buNone/>
            </a:pPr>
            <a:r>
              <a:rPr lang="en-AU" sz="1200">
                <a:solidFill>
                  <a:srgbClr val="92D050"/>
                </a:solidFill>
                <a:latin typeface="Fira Code" panose="020B0809050000020004" pitchFamily="49" charset="0"/>
                <a:ea typeface="Fira Code" panose="020B0809050000020004" pitchFamily="49" charset="0"/>
                <a:cs typeface="Fira Code" panose="020B0809050000020004" pitchFamily="49" charset="0"/>
              </a:rPr>
              <a:t>INSERT INTO locations(id, name, </a:t>
            </a:r>
            <a:r>
              <a:rPr lang="en-AU" sz="1200" err="1">
                <a:solidFill>
                  <a:srgbClr val="92D050"/>
                </a:solidFill>
                <a:latin typeface="Fira Code" panose="020B0809050000020004" pitchFamily="49" charset="0"/>
                <a:ea typeface="Fira Code" panose="020B0809050000020004" pitchFamily="49" charset="0"/>
                <a:cs typeface="Fira Code" panose="020B0809050000020004" pitchFamily="49" charset="0"/>
              </a:rPr>
              <a:t>country_code</a:t>
            </a:r>
            <a:r>
              <a:rPr lang="en-AU" sz="1200">
                <a:solidFill>
                  <a:srgbClr val="92D050"/>
                </a:solidFill>
                <a:latin typeface="Fira Code" panose="020B0809050000020004" pitchFamily="49" charset="0"/>
                <a:ea typeface="Fira Code" panose="020B0809050000020004" pitchFamily="49" charset="0"/>
                <a:cs typeface="Fira Code" panose="020B0809050000020004" pitchFamily="49" charset="0"/>
              </a:rPr>
              <a:t>, population) VALUES</a:t>
            </a:r>
          </a:p>
          <a:p>
            <a:pPr marL="0" indent="0">
              <a:buNone/>
            </a:pPr>
            <a:r>
              <a:rPr lang="en-AU" sz="1200">
                <a:solidFill>
                  <a:srgbClr val="92D050"/>
                </a:solidFill>
                <a:latin typeface="Fira Code" panose="020B0809050000020004" pitchFamily="49" charset="0"/>
                <a:ea typeface="Fira Code" panose="020B0809050000020004" pitchFamily="49" charset="0"/>
                <a:cs typeface="Fira Code" panose="020B0809050000020004" pitchFamily="49" charset="0"/>
              </a:rPr>
              <a:t>    (1, "Palikir - National Government </a:t>
            </a:r>
            <a:r>
              <a:rPr lang="en-AU" sz="1200" err="1">
                <a:solidFill>
                  <a:srgbClr val="92D050"/>
                </a:solidFill>
                <a:latin typeface="Fira Code" panose="020B0809050000020004" pitchFamily="49" charset="0"/>
                <a:ea typeface="Fira Code" panose="020B0809050000020004" pitchFamily="49" charset="0"/>
                <a:cs typeface="Fira Code" panose="020B0809050000020004" pitchFamily="49" charset="0"/>
              </a:rPr>
              <a:t>Center</a:t>
            </a:r>
            <a:r>
              <a:rPr lang="en-AU" sz="1200">
                <a:solidFill>
                  <a:srgbClr val="92D050"/>
                </a:solidFill>
                <a:latin typeface="Fira Code" panose="020B0809050000020004" pitchFamily="49" charset="0"/>
                <a:ea typeface="Fira Code" panose="020B0809050000020004" pitchFamily="49" charset="0"/>
                <a:cs typeface="Fira Code" panose="020B0809050000020004" pitchFamily="49" charset="0"/>
              </a:rPr>
              <a:t>", 'FM', 0),</a:t>
            </a:r>
          </a:p>
          <a:p>
            <a:pPr marL="0" indent="0">
              <a:buNone/>
            </a:pPr>
            <a:r>
              <a:rPr lang="en-AU" sz="1200">
                <a:solidFill>
                  <a:srgbClr val="92D050"/>
                </a:solidFill>
                <a:latin typeface="Fira Code" panose="020B0809050000020004" pitchFamily="49" charset="0"/>
                <a:ea typeface="Fira Code" panose="020B0809050000020004" pitchFamily="49" charset="0"/>
                <a:cs typeface="Fira Code" panose="020B0809050000020004" pitchFamily="49" charset="0"/>
              </a:rPr>
              <a:t>    (2, "Burg </a:t>
            </a:r>
            <a:r>
              <a:rPr lang="en-AU" sz="1200" err="1">
                <a:solidFill>
                  <a:srgbClr val="92D050"/>
                </a:solidFill>
                <a:latin typeface="Fira Code" panose="020B0809050000020004" pitchFamily="49" charset="0"/>
                <a:ea typeface="Fira Code" panose="020B0809050000020004" pitchFamily="49" charset="0"/>
                <a:cs typeface="Fira Code" panose="020B0809050000020004" pitchFamily="49" charset="0"/>
              </a:rPr>
              <a:t>Unter-Falkenstein</a:t>
            </a:r>
            <a:r>
              <a:rPr lang="en-AU" sz="1200">
                <a:solidFill>
                  <a:srgbClr val="92D050"/>
                </a:solidFill>
                <a:latin typeface="Fira Code" panose="020B0809050000020004" pitchFamily="49" charset="0"/>
                <a:ea typeface="Fira Code" panose="020B0809050000020004" pitchFamily="49" charset="0"/>
                <a:cs typeface="Fira Code" panose="020B0809050000020004" pitchFamily="49" charset="0"/>
              </a:rPr>
              <a:t>", 'DE', 0),</a:t>
            </a:r>
          </a:p>
          <a:p>
            <a:pPr marL="0" indent="0">
              <a:buNone/>
            </a:pPr>
            <a:r>
              <a:rPr lang="en-AU" sz="1200">
                <a:solidFill>
                  <a:srgbClr val="92D050"/>
                </a:solidFill>
                <a:latin typeface="Fira Code" panose="020B0809050000020004" pitchFamily="49" charset="0"/>
                <a:ea typeface="Fira Code" panose="020B0809050000020004" pitchFamily="49" charset="0"/>
                <a:cs typeface="Fira Code" panose="020B0809050000020004" pitchFamily="49" charset="0"/>
              </a:rPr>
              <a:t>    (3, "Guam Government House", 'GU', 0),</a:t>
            </a:r>
          </a:p>
          <a:p>
            <a:pPr marL="0" indent="0">
              <a:buNone/>
            </a:pPr>
            <a:r>
              <a:rPr lang="en-AU" sz="1200">
                <a:solidFill>
                  <a:srgbClr val="92D050"/>
                </a:solidFill>
                <a:latin typeface="Fira Code" panose="020B0809050000020004" pitchFamily="49" charset="0"/>
                <a:ea typeface="Fira Code" panose="020B0809050000020004" pitchFamily="49" charset="0"/>
                <a:cs typeface="Fira Code" panose="020B0809050000020004" pitchFamily="49" charset="0"/>
              </a:rPr>
              <a:t>    (4, "bishopric of Perugia", 'IT', 0), </a:t>
            </a:r>
          </a:p>
          <a:p>
            <a:pPr marL="0" indent="0">
              <a:buNone/>
            </a:pPr>
            <a:r>
              <a:rPr lang="en-AU" sz="1200">
                <a:solidFill>
                  <a:srgbClr val="92D050"/>
                </a:solidFill>
                <a:latin typeface="Fira Code" panose="020B0809050000020004" pitchFamily="49" charset="0"/>
                <a:ea typeface="Fira Code" panose="020B0809050000020004" pitchFamily="49" charset="0"/>
                <a:cs typeface="Fira Code" panose="020B0809050000020004" pitchFamily="49" charset="0"/>
              </a:rPr>
              <a:t>    (5, "Linton Military Camp", 'NZ', 0), </a:t>
            </a:r>
          </a:p>
          <a:p>
            <a:pPr marL="0" indent="0">
              <a:buNone/>
            </a:pPr>
            <a:r>
              <a:rPr lang="en-AU" sz="1200">
                <a:solidFill>
                  <a:srgbClr val="92D050"/>
                </a:solidFill>
                <a:latin typeface="Fira Code" panose="020B0809050000020004" pitchFamily="49" charset="0"/>
                <a:ea typeface="Fira Code" panose="020B0809050000020004" pitchFamily="49" charset="0"/>
                <a:cs typeface="Fira Code" panose="020B0809050000020004" pitchFamily="49" charset="0"/>
              </a:rPr>
              <a:t>    (6, "Chasse Royale", 'BE', 0),</a:t>
            </a:r>
          </a:p>
          <a:p>
            <a:pPr marL="0" indent="0">
              <a:buNone/>
            </a:pPr>
            <a:r>
              <a:rPr lang="en-AU" sz="1200">
                <a:solidFill>
                  <a:srgbClr val="92D050"/>
                </a:solidFill>
                <a:latin typeface="Fira Code" panose="020B0809050000020004" pitchFamily="49" charset="0"/>
                <a:ea typeface="Fira Code" panose="020B0809050000020004" pitchFamily="49" charset="0"/>
                <a:cs typeface="Fira Code" panose="020B0809050000020004" pitchFamily="49" charset="0"/>
              </a:rPr>
              <a:t>    (7, "</a:t>
            </a:r>
            <a:r>
              <a:rPr lang="en-AU" sz="1200" err="1">
                <a:solidFill>
                  <a:srgbClr val="92D050"/>
                </a:solidFill>
                <a:latin typeface="Fira Code" panose="020B0809050000020004" pitchFamily="49" charset="0"/>
                <a:ea typeface="Fira Code" panose="020B0809050000020004" pitchFamily="49" charset="0"/>
                <a:cs typeface="Fira Code" panose="020B0809050000020004" pitchFamily="49" charset="0"/>
              </a:rPr>
              <a:t>Haselbachtal</a:t>
            </a:r>
            <a:r>
              <a:rPr lang="en-AU" sz="1200">
                <a:solidFill>
                  <a:srgbClr val="92D050"/>
                </a:solidFill>
                <a:latin typeface="Fira Code" panose="020B0809050000020004" pitchFamily="49" charset="0"/>
                <a:ea typeface="Fira Code" panose="020B0809050000020004" pitchFamily="49" charset="0"/>
                <a:cs typeface="Fira Code" panose="020B0809050000020004" pitchFamily="49" charset="0"/>
              </a:rPr>
              <a:t>", 'DE', 0),</a:t>
            </a:r>
          </a:p>
          <a:p>
            <a:pPr marL="0" indent="0">
              <a:buNone/>
            </a:pPr>
            <a:r>
              <a:rPr lang="en-AU" sz="1200">
                <a:solidFill>
                  <a:srgbClr val="92D050"/>
                </a:solidFill>
                <a:latin typeface="Fira Code" panose="020B0809050000020004" pitchFamily="49" charset="0"/>
                <a:ea typeface="Fira Code" panose="020B0809050000020004" pitchFamily="49" charset="0"/>
                <a:cs typeface="Fira Code" panose="020B0809050000020004" pitchFamily="49" charset="0"/>
              </a:rPr>
              <a:t>    (8, "RMI Capitol", 'MH', 0), </a:t>
            </a:r>
          </a:p>
          <a:p>
            <a:pPr marL="0" indent="0">
              <a:buNone/>
            </a:pPr>
            <a:r>
              <a:rPr lang="en-AU" sz="1200">
                <a:solidFill>
                  <a:srgbClr val="92D050"/>
                </a:solidFill>
                <a:latin typeface="Fira Code" panose="020B0809050000020004" pitchFamily="49" charset="0"/>
                <a:ea typeface="Fira Code" panose="020B0809050000020004" pitchFamily="49" charset="0"/>
                <a:cs typeface="Fira Code" panose="020B0809050000020004" pitchFamily="49" charset="0"/>
              </a:rPr>
              <a:t>    (9, "Ngerulmud", 'PW', 0),</a:t>
            </a:r>
          </a:p>
          <a:p>
            <a:pPr marL="0" indent="0">
              <a:buNone/>
            </a:pPr>
            <a:r>
              <a:rPr lang="en-AU" sz="1200">
                <a:solidFill>
                  <a:srgbClr val="92D050"/>
                </a:solidFill>
                <a:latin typeface="Fira Code" panose="020B0809050000020004" pitchFamily="49" charset="0"/>
                <a:ea typeface="Fira Code" panose="020B0809050000020004" pitchFamily="49" charset="0"/>
                <a:cs typeface="Fira Code" panose="020B0809050000020004" pitchFamily="49" charset="0"/>
              </a:rPr>
              <a:t>    (10, "</a:t>
            </a:r>
            <a:r>
              <a:rPr lang="en-AU" sz="1200" err="1">
                <a:solidFill>
                  <a:srgbClr val="92D050"/>
                </a:solidFill>
                <a:latin typeface="Fira Code" panose="020B0809050000020004" pitchFamily="49" charset="0"/>
                <a:ea typeface="Fira Code" panose="020B0809050000020004" pitchFamily="49" charset="0"/>
                <a:cs typeface="Fira Code" panose="020B0809050000020004" pitchFamily="49" charset="0"/>
              </a:rPr>
              <a:t>Riverlea</a:t>
            </a:r>
            <a:r>
              <a:rPr lang="en-AU" sz="1200">
                <a:solidFill>
                  <a:srgbClr val="92D050"/>
                </a:solidFill>
                <a:latin typeface="Fira Code" panose="020B0809050000020004" pitchFamily="49" charset="0"/>
                <a:ea typeface="Fira Code" panose="020B0809050000020004" pitchFamily="49" charset="0"/>
                <a:cs typeface="Fira Code" panose="020B0809050000020004" pitchFamily="49" charset="0"/>
              </a:rPr>
              <a:t>", 'ZA', 0);</a:t>
            </a:r>
          </a:p>
          <a:p>
            <a:endParaRPr lang="en-AU"/>
          </a:p>
          <a:p>
            <a:pPr marL="0" indent="0">
              <a:buNone/>
            </a:pPr>
            <a:r>
              <a:rPr lang="en-AU" sz="1200">
                <a:solidFill>
                  <a:srgbClr val="FFC000"/>
                </a:solidFill>
                <a:latin typeface="Fira Code" panose="020B0809050000020004" pitchFamily="49" charset="0"/>
                <a:ea typeface="Fira Code" panose="020B0809050000020004" pitchFamily="49" charset="0"/>
                <a:cs typeface="Fira Code" panose="020B0809050000020004" pitchFamily="49" charset="0"/>
              </a:rPr>
              <a:t>INSERT INTO locations(id, name, </a:t>
            </a:r>
            <a:r>
              <a:rPr lang="en-AU" sz="1200" err="1">
                <a:solidFill>
                  <a:srgbClr val="FFC000"/>
                </a:solidFill>
                <a:latin typeface="Fira Code" panose="020B0809050000020004" pitchFamily="49" charset="0"/>
                <a:ea typeface="Fira Code" panose="020B0809050000020004" pitchFamily="49" charset="0"/>
                <a:cs typeface="Fira Code" panose="020B0809050000020004" pitchFamily="49" charset="0"/>
              </a:rPr>
              <a:t>country_code</a:t>
            </a:r>
            <a:r>
              <a:rPr lang="en-AU" sz="1200">
                <a:solidFill>
                  <a:srgbClr val="FFC000"/>
                </a:solidFill>
                <a:latin typeface="Fira Code" panose="020B0809050000020004" pitchFamily="49" charset="0"/>
                <a:ea typeface="Fira Code" panose="020B0809050000020004" pitchFamily="49" charset="0"/>
                <a:cs typeface="Fira Code" panose="020B0809050000020004" pitchFamily="49" charset="0"/>
              </a:rPr>
              <a:t>, population) VALUES</a:t>
            </a:r>
          </a:p>
          <a:p>
            <a:pPr marL="0" indent="0">
              <a:buNone/>
            </a:pPr>
            <a:r>
              <a:rPr lang="en-AU" sz="1200">
                <a:solidFill>
                  <a:srgbClr val="FFC000"/>
                </a:solidFill>
                <a:latin typeface="Fira Code" panose="020B0809050000020004" pitchFamily="49" charset="0"/>
                <a:ea typeface="Fira Code" panose="020B0809050000020004" pitchFamily="49" charset="0"/>
                <a:cs typeface="Fira Code" panose="020B0809050000020004" pitchFamily="49" charset="0"/>
              </a:rPr>
              <a:t>    (11, "Plymouth", 'MS', 0),</a:t>
            </a:r>
          </a:p>
          <a:p>
            <a:pPr marL="0" indent="0">
              <a:buNone/>
            </a:pPr>
            <a:r>
              <a:rPr lang="en-AU" sz="1200">
                <a:solidFill>
                  <a:srgbClr val="FFC000"/>
                </a:solidFill>
                <a:latin typeface="Fira Code" panose="020B0809050000020004" pitchFamily="49" charset="0"/>
                <a:ea typeface="Fira Code" panose="020B0809050000020004" pitchFamily="49" charset="0"/>
                <a:cs typeface="Fira Code" panose="020B0809050000020004" pitchFamily="49" charset="0"/>
              </a:rPr>
              <a:t>    (12, "</a:t>
            </a:r>
            <a:r>
              <a:rPr lang="en-AU" sz="1200" err="1">
                <a:solidFill>
                  <a:srgbClr val="FFC000"/>
                </a:solidFill>
                <a:latin typeface="Fira Code" panose="020B0809050000020004" pitchFamily="49" charset="0"/>
                <a:ea typeface="Fira Code" panose="020B0809050000020004" pitchFamily="49" charset="0"/>
                <a:cs typeface="Fira Code" panose="020B0809050000020004" pitchFamily="49" charset="0"/>
              </a:rPr>
              <a:t>Cambebba</a:t>
            </a:r>
            <a:r>
              <a:rPr lang="en-AU" sz="1200">
                <a:solidFill>
                  <a:srgbClr val="FFC000"/>
                </a:solidFill>
                <a:latin typeface="Fira Code" panose="020B0809050000020004" pitchFamily="49" charset="0"/>
                <a:ea typeface="Fira Code" panose="020B0809050000020004" pitchFamily="49" charset="0"/>
                <a:cs typeface="Fira Code" panose="020B0809050000020004" pitchFamily="49" charset="0"/>
              </a:rPr>
              <a:t>", 'BR', 0),</a:t>
            </a:r>
          </a:p>
          <a:p>
            <a:pPr marL="0" indent="0">
              <a:buNone/>
            </a:pPr>
            <a:r>
              <a:rPr lang="en-AU" sz="1200">
                <a:solidFill>
                  <a:srgbClr val="FFC000"/>
                </a:solidFill>
                <a:latin typeface="Fira Code" panose="020B0809050000020004" pitchFamily="49" charset="0"/>
                <a:ea typeface="Fira Code" panose="020B0809050000020004" pitchFamily="49" charset="0"/>
                <a:cs typeface="Fira Code" panose="020B0809050000020004" pitchFamily="49" charset="0"/>
              </a:rPr>
              <a:t>    (13, "Grytviken", 'GS', 2),</a:t>
            </a:r>
          </a:p>
          <a:p>
            <a:pPr marL="0" indent="0">
              <a:buNone/>
            </a:pPr>
            <a:r>
              <a:rPr lang="en-AU" sz="1200">
                <a:solidFill>
                  <a:srgbClr val="FFC000"/>
                </a:solidFill>
                <a:latin typeface="Fira Code" panose="020B0809050000020004" pitchFamily="49" charset="0"/>
                <a:ea typeface="Fira Code" panose="020B0809050000020004" pitchFamily="49" charset="0"/>
                <a:cs typeface="Fira Code" panose="020B0809050000020004" pitchFamily="49" charset="0"/>
              </a:rPr>
              <a:t>    (14, "Port-aux-</a:t>
            </a:r>
            <a:r>
              <a:rPr lang="en-AU" sz="1200" err="1">
                <a:solidFill>
                  <a:srgbClr val="FFC000"/>
                </a:solidFill>
                <a:latin typeface="Fira Code" panose="020B0809050000020004" pitchFamily="49" charset="0"/>
                <a:ea typeface="Fira Code" panose="020B0809050000020004" pitchFamily="49" charset="0"/>
                <a:cs typeface="Fira Code" panose="020B0809050000020004" pitchFamily="49" charset="0"/>
              </a:rPr>
              <a:t>Francais</a:t>
            </a:r>
            <a:r>
              <a:rPr lang="en-AU" sz="1200">
                <a:solidFill>
                  <a:srgbClr val="FFC000"/>
                </a:solidFill>
                <a:latin typeface="Fira Code" panose="020B0809050000020004" pitchFamily="49" charset="0"/>
                <a:ea typeface="Fira Code" panose="020B0809050000020004" pitchFamily="49" charset="0"/>
                <a:cs typeface="Fira Code" panose="020B0809050000020004" pitchFamily="49" charset="0"/>
              </a:rPr>
              <a:t> (Port-aux-</a:t>
            </a:r>
            <a:r>
              <a:rPr lang="en-AU" sz="1200" err="1">
                <a:solidFill>
                  <a:srgbClr val="FFC000"/>
                </a:solidFill>
                <a:latin typeface="Fira Code" panose="020B0809050000020004" pitchFamily="49" charset="0"/>
                <a:ea typeface="Fira Code" panose="020B0809050000020004" pitchFamily="49" charset="0"/>
                <a:cs typeface="Fira Code" panose="020B0809050000020004" pitchFamily="49" charset="0"/>
              </a:rPr>
              <a:t>Français</a:t>
            </a:r>
            <a:r>
              <a:rPr lang="en-AU" sz="1200">
                <a:solidFill>
                  <a:srgbClr val="FFC000"/>
                </a:solidFill>
                <a:latin typeface="Fira Code" panose="020B0809050000020004" pitchFamily="49" charset="0"/>
                <a:ea typeface="Fira Code" panose="020B0809050000020004" pitchFamily="49" charset="0"/>
                <a:cs typeface="Fira Code" panose="020B0809050000020004" pitchFamily="49" charset="0"/>
              </a:rPr>
              <a:t>)", 'TF', 45),</a:t>
            </a:r>
          </a:p>
          <a:p>
            <a:pPr marL="0" indent="0">
              <a:buNone/>
            </a:pPr>
            <a:r>
              <a:rPr lang="en-AU" sz="1200">
                <a:solidFill>
                  <a:srgbClr val="FFC000"/>
                </a:solidFill>
                <a:latin typeface="Fira Code" panose="020B0809050000020004" pitchFamily="49" charset="0"/>
                <a:ea typeface="Fira Code" panose="020B0809050000020004" pitchFamily="49" charset="0"/>
                <a:cs typeface="Fira Code" panose="020B0809050000020004" pitchFamily="49" charset="0"/>
              </a:rPr>
              <a:t>    (15, "Adamstown", 'PN', 46),</a:t>
            </a:r>
          </a:p>
          <a:p>
            <a:pPr marL="0" indent="0">
              <a:buNone/>
            </a:pPr>
            <a:r>
              <a:rPr lang="en-AU" sz="1200">
                <a:solidFill>
                  <a:srgbClr val="FFC000"/>
                </a:solidFill>
                <a:latin typeface="Fira Code" panose="020B0809050000020004" pitchFamily="49" charset="0"/>
                <a:ea typeface="Fira Code" panose="020B0809050000020004" pitchFamily="49" charset="0"/>
                <a:cs typeface="Fira Code" panose="020B0809050000020004" pitchFamily="49" charset="0"/>
              </a:rPr>
              <a:t>    (16, "West Island", 'CC', 120),</a:t>
            </a:r>
          </a:p>
          <a:p>
            <a:pPr marL="0" indent="0">
              <a:buNone/>
            </a:pPr>
            <a:r>
              <a:rPr lang="en-AU" sz="1200">
                <a:solidFill>
                  <a:srgbClr val="FFC000"/>
                </a:solidFill>
                <a:latin typeface="Fira Code" panose="020B0809050000020004" pitchFamily="49" charset="0"/>
                <a:ea typeface="Fira Code" panose="020B0809050000020004" pitchFamily="49" charset="0"/>
                <a:cs typeface="Fira Code" panose="020B0809050000020004" pitchFamily="49" charset="0"/>
              </a:rPr>
              <a:t>    (17, "Flying Fish Cove", 'CX', 500),</a:t>
            </a:r>
          </a:p>
          <a:p>
            <a:pPr marL="0" indent="0">
              <a:buNone/>
            </a:pPr>
            <a:r>
              <a:rPr lang="en-AU" sz="1200">
                <a:solidFill>
                  <a:srgbClr val="FFC000"/>
                </a:solidFill>
                <a:latin typeface="Fira Code" panose="020B0809050000020004" pitchFamily="49" charset="0"/>
                <a:ea typeface="Fira Code" panose="020B0809050000020004" pitchFamily="49" charset="0"/>
                <a:cs typeface="Fira Code" panose="020B0809050000020004" pitchFamily="49" charset="0"/>
              </a:rPr>
              <a:t>    (18, "Alofi", 'NU', 624),</a:t>
            </a:r>
          </a:p>
          <a:p>
            <a:pPr marL="0" indent="0">
              <a:buNone/>
            </a:pPr>
            <a:r>
              <a:rPr lang="en-AU" sz="1200">
                <a:solidFill>
                  <a:srgbClr val="FFC000"/>
                </a:solidFill>
                <a:latin typeface="Fira Code" panose="020B0809050000020004" pitchFamily="49" charset="0"/>
                <a:ea typeface="Fira Code" panose="020B0809050000020004" pitchFamily="49" charset="0"/>
                <a:cs typeface="Fira Code" panose="020B0809050000020004" pitchFamily="49" charset="0"/>
              </a:rPr>
              <a:t>    (19, "Jamestown", 'SH', 637),</a:t>
            </a:r>
            <a:br>
              <a:rPr lang="en-AU" sz="1200">
                <a:solidFill>
                  <a:srgbClr val="FFC000"/>
                </a:solidFill>
                <a:latin typeface="Fira Code" panose="020B0809050000020004" pitchFamily="49" charset="0"/>
                <a:ea typeface="Fira Code" panose="020B0809050000020004" pitchFamily="49" charset="0"/>
                <a:cs typeface="Fira Code" panose="020B0809050000020004" pitchFamily="49" charset="0"/>
              </a:rPr>
            </a:br>
            <a:r>
              <a:rPr lang="en-AU" sz="1200">
                <a:solidFill>
                  <a:srgbClr val="FFC000"/>
                </a:solidFill>
                <a:latin typeface="Fira Code" panose="020B0809050000020004" pitchFamily="49" charset="0"/>
                <a:ea typeface="Fira Code" panose="020B0809050000020004" pitchFamily="49" charset="0"/>
                <a:cs typeface="Fira Code" panose="020B0809050000020004" pitchFamily="49" charset="0"/>
              </a:rPr>
              <a:t>    (20, "Vatican City", 'VA', 829);</a:t>
            </a:r>
          </a:p>
          <a:p>
            <a:endParaRPr lang="en-AU"/>
          </a:p>
          <a:p>
            <a:pPr marL="0" indent="0">
              <a:buNone/>
            </a:pPr>
            <a:r>
              <a:rPr lang="en-AU" sz="1200">
                <a:solidFill>
                  <a:srgbClr val="00B050"/>
                </a:solidFill>
                <a:latin typeface="Fira Code" panose="020B0809050000020004" pitchFamily="49" charset="0"/>
                <a:ea typeface="Fira Code" panose="020B0809050000020004" pitchFamily="49" charset="0"/>
                <a:cs typeface="Fira Code" panose="020B0809050000020004" pitchFamily="49" charset="0"/>
              </a:rPr>
              <a:t>INSERT INTO locations(id, name, </a:t>
            </a:r>
            <a:r>
              <a:rPr lang="en-AU" sz="1200" err="1">
                <a:solidFill>
                  <a:srgbClr val="00B050"/>
                </a:solidFill>
                <a:latin typeface="Fira Code" panose="020B0809050000020004" pitchFamily="49" charset="0"/>
                <a:ea typeface="Fira Code" panose="020B0809050000020004" pitchFamily="49" charset="0"/>
                <a:cs typeface="Fira Code" panose="020B0809050000020004" pitchFamily="49" charset="0"/>
              </a:rPr>
              <a:t>country_code</a:t>
            </a:r>
            <a:r>
              <a:rPr lang="en-AU" sz="1200">
                <a:solidFill>
                  <a:srgbClr val="00B050"/>
                </a:solidFill>
                <a:latin typeface="Fira Code" panose="020B0809050000020004" pitchFamily="49" charset="0"/>
                <a:ea typeface="Fira Code" panose="020B0809050000020004" pitchFamily="49" charset="0"/>
                <a:cs typeface="Fira Code" panose="020B0809050000020004" pitchFamily="49" charset="0"/>
              </a:rPr>
              <a:t>, population) VALUES</a:t>
            </a:r>
          </a:p>
          <a:p>
            <a:pPr marL="0" indent="0">
              <a:buNone/>
            </a:pPr>
            <a:r>
              <a:rPr lang="en-AU" sz="1200">
                <a:solidFill>
                  <a:srgbClr val="00B050"/>
                </a:solidFill>
                <a:latin typeface="Fira Code" panose="020B0809050000020004" pitchFamily="49" charset="0"/>
                <a:ea typeface="Fira Code" panose="020B0809050000020004" pitchFamily="49" charset="0"/>
                <a:cs typeface="Fira Code" panose="020B0809050000020004" pitchFamily="49" charset="0"/>
              </a:rPr>
              <a:t>    (31, "Stanley", 'FK', 2213),</a:t>
            </a:r>
          </a:p>
          <a:p>
            <a:pPr marL="0" indent="0">
              <a:buNone/>
            </a:pPr>
            <a:r>
              <a:rPr lang="en-AU" sz="1200">
                <a:solidFill>
                  <a:srgbClr val="00B050"/>
                </a:solidFill>
                <a:latin typeface="Fira Code" panose="020B0809050000020004" pitchFamily="49" charset="0"/>
                <a:ea typeface="Fira Code" panose="020B0809050000020004" pitchFamily="49" charset="0"/>
                <a:cs typeface="Fira Code" panose="020B0809050000020004" pitchFamily="49" charset="0"/>
              </a:rPr>
              <a:t>    (32, "Iron River", 'US', 2904),</a:t>
            </a:r>
          </a:p>
          <a:p>
            <a:pPr marL="0" indent="0">
              <a:buNone/>
            </a:pPr>
            <a:r>
              <a:rPr lang="en-AU" sz="1200">
                <a:solidFill>
                  <a:srgbClr val="00B050"/>
                </a:solidFill>
                <a:latin typeface="Fira Code" panose="020B0809050000020004" pitchFamily="49" charset="0"/>
                <a:ea typeface="Fira Code" panose="020B0809050000020004" pitchFamily="49" charset="0"/>
                <a:cs typeface="Fira Code" panose="020B0809050000020004" pitchFamily="49" charset="0"/>
              </a:rPr>
              <a:t>    (33, "</a:t>
            </a:r>
            <a:r>
              <a:rPr lang="en-AU" sz="1200" err="1">
                <a:solidFill>
                  <a:srgbClr val="00B050"/>
                </a:solidFill>
                <a:latin typeface="Fira Code" panose="020B0809050000020004" pitchFamily="49" charset="0"/>
                <a:ea typeface="Fira Code" panose="020B0809050000020004" pitchFamily="49" charset="0"/>
                <a:cs typeface="Fira Code" panose="020B0809050000020004" pitchFamily="49" charset="0"/>
              </a:rPr>
              <a:t>Kralendijk</a:t>
            </a:r>
            <a:r>
              <a:rPr lang="en-AU" sz="1200">
                <a:solidFill>
                  <a:srgbClr val="00B050"/>
                </a:solidFill>
                <a:latin typeface="Fira Code" panose="020B0809050000020004" pitchFamily="49" charset="0"/>
                <a:ea typeface="Fira Code" panose="020B0809050000020004" pitchFamily="49" charset="0"/>
                <a:cs typeface="Fira Code" panose="020B0809050000020004" pitchFamily="49" charset="0"/>
              </a:rPr>
              <a:t>", 'BQ', 3081),</a:t>
            </a:r>
          </a:p>
          <a:p>
            <a:pPr marL="0" indent="0">
              <a:buNone/>
            </a:pPr>
            <a:r>
              <a:rPr lang="en-AU" sz="1200">
                <a:solidFill>
                  <a:srgbClr val="00B050"/>
                </a:solidFill>
                <a:latin typeface="Fira Code" panose="020B0809050000020004" pitchFamily="49" charset="0"/>
                <a:ea typeface="Fira Code" panose="020B0809050000020004" pitchFamily="49" charset="0"/>
                <a:cs typeface="Fira Code" panose="020B0809050000020004" pitchFamily="49" charset="0"/>
              </a:rPr>
              <a:t>    (34, "Cockburn Town", 'TC', 3720),</a:t>
            </a:r>
          </a:p>
          <a:p>
            <a:pPr marL="0" indent="0">
              <a:buNone/>
            </a:pPr>
            <a:r>
              <a:rPr lang="en-AU" sz="1200">
                <a:solidFill>
                  <a:srgbClr val="00B050"/>
                </a:solidFill>
                <a:latin typeface="Fira Code" panose="020B0809050000020004" pitchFamily="49" charset="0"/>
                <a:ea typeface="Fira Code" panose="020B0809050000020004" pitchFamily="49" charset="0"/>
                <a:cs typeface="Fira Code" panose="020B0809050000020004" pitchFamily="49" charset="0"/>
              </a:rPr>
              <a:t>    (35, "Funafuti", 'TV', 4492),</a:t>
            </a:r>
          </a:p>
          <a:p>
            <a:pPr marL="0" indent="0">
              <a:buNone/>
            </a:pPr>
            <a:r>
              <a:rPr lang="en-AU" sz="1200">
                <a:solidFill>
                  <a:srgbClr val="00B050"/>
                </a:solidFill>
                <a:latin typeface="Fira Code" panose="020B0809050000020004" pitchFamily="49" charset="0"/>
                <a:ea typeface="Fira Code" panose="020B0809050000020004" pitchFamily="49" charset="0"/>
                <a:cs typeface="Fira Code" panose="020B0809050000020004" pitchFamily="49" charset="0"/>
              </a:rPr>
              <a:t>    (36, "San Marino", 'SM', 4500),</a:t>
            </a:r>
          </a:p>
          <a:p>
            <a:pPr marL="0" indent="0">
              <a:buNone/>
            </a:pPr>
            <a:r>
              <a:rPr lang="en-AU" sz="1200">
                <a:solidFill>
                  <a:srgbClr val="00B050"/>
                </a:solidFill>
                <a:latin typeface="Fira Code" panose="020B0809050000020004" pitchFamily="49" charset="0"/>
                <a:ea typeface="Fira Code" panose="020B0809050000020004" pitchFamily="49" charset="0"/>
                <a:cs typeface="Fira Code" panose="020B0809050000020004" pitchFamily="49" charset="0"/>
              </a:rPr>
              <a:t>    (37, "Lobamba", 'SZ', 4557),</a:t>
            </a:r>
          </a:p>
          <a:p>
            <a:pPr marL="0" indent="0">
              <a:buNone/>
            </a:pPr>
            <a:r>
              <a:rPr lang="en-AU" sz="1200">
                <a:solidFill>
                  <a:srgbClr val="00B050"/>
                </a:solidFill>
                <a:latin typeface="Fira Code" panose="020B0809050000020004" pitchFamily="49" charset="0"/>
                <a:ea typeface="Fira Code" panose="020B0809050000020004" pitchFamily="49" charset="0"/>
                <a:cs typeface="Fira Code" panose="020B0809050000020004" pitchFamily="49" charset="0"/>
              </a:rPr>
              <a:t>    (38, "Vaduz", 'LI', 5197),</a:t>
            </a:r>
          </a:p>
          <a:p>
            <a:pPr marL="0" indent="0">
              <a:buNone/>
            </a:pPr>
            <a:r>
              <a:rPr lang="en-AU" sz="1200">
                <a:solidFill>
                  <a:srgbClr val="00B050"/>
                </a:solidFill>
                <a:latin typeface="Fira Code" panose="020B0809050000020004" pitchFamily="49" charset="0"/>
                <a:ea typeface="Fira Code" panose="020B0809050000020004" pitchFamily="49" charset="0"/>
                <a:cs typeface="Fira Code" panose="020B0809050000020004" pitchFamily="49" charset="0"/>
              </a:rPr>
              <a:t>    (39, "Marigot", 'MF', 5700),</a:t>
            </a:r>
          </a:p>
          <a:p>
            <a:pPr marL="0" indent="0">
              <a:buNone/>
            </a:pPr>
            <a:r>
              <a:rPr lang="en-AU" sz="1200">
                <a:solidFill>
                  <a:srgbClr val="00B050"/>
                </a:solidFill>
                <a:latin typeface="Fira Code" panose="020B0809050000020004" pitchFamily="49" charset="0"/>
                <a:ea typeface="Fira Code" panose="020B0809050000020004" pitchFamily="49" charset="0"/>
                <a:cs typeface="Fira Code" panose="020B0809050000020004" pitchFamily="49" charset="0"/>
              </a:rPr>
              <a:t>    (40, "</a:t>
            </a:r>
            <a:r>
              <a:rPr lang="en-AU" sz="1200" err="1">
                <a:solidFill>
                  <a:srgbClr val="00B050"/>
                </a:solidFill>
                <a:latin typeface="Fira Code" panose="020B0809050000020004" pitchFamily="49" charset="0"/>
                <a:ea typeface="Fira Code" panose="020B0809050000020004" pitchFamily="49" charset="0"/>
                <a:cs typeface="Fira Code" panose="020B0809050000020004" pitchFamily="49" charset="0"/>
              </a:rPr>
              <a:t>Gustavia</a:t>
            </a:r>
            <a:r>
              <a:rPr lang="en-AU" sz="1200">
                <a:solidFill>
                  <a:srgbClr val="00B050"/>
                </a:solidFill>
                <a:latin typeface="Fira Code" panose="020B0809050000020004" pitchFamily="49" charset="0"/>
                <a:ea typeface="Fira Code" panose="020B0809050000020004" pitchFamily="49" charset="0"/>
                <a:cs typeface="Fira Code" panose="020B0809050000020004" pitchFamily="49" charset="0"/>
              </a:rPr>
              <a:t>", 'BL', 5988);</a:t>
            </a:r>
          </a:p>
          <a:p>
            <a:endParaRPr lang="en-AU"/>
          </a:p>
        </p:txBody>
      </p:sp>
      <p:sp>
        <p:nvSpPr>
          <p:cNvPr id="4" name="Slide Number Placeholder 3"/>
          <p:cNvSpPr>
            <a:spLocks noGrp="1"/>
          </p:cNvSpPr>
          <p:nvPr>
            <p:ph type="sldNum" sz="quarter" idx="5"/>
          </p:nvPr>
        </p:nvSpPr>
        <p:spPr/>
        <p:txBody>
          <a:bodyPr/>
          <a:lstStyle/>
          <a:p>
            <a:fld id="{BA3E024E-F835-6D45-89C3-0E2F93EE799A}" type="slidenum">
              <a:rPr lang="en-US" smtClean="0"/>
              <a:t>67</a:t>
            </a:fld>
            <a:endParaRPr lang="en-US"/>
          </a:p>
        </p:txBody>
      </p:sp>
    </p:spTree>
    <p:extLst>
      <p:ext uri="{BB962C8B-B14F-4D97-AF65-F5344CB8AC3E}">
        <p14:creationId xmlns:p14="http://schemas.microsoft.com/office/powerpoint/2010/main" val="78433413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BA3E024E-F835-6D45-89C3-0E2F93EE799A}" type="slidenum">
              <a:rPr lang="en-US" smtClean="0"/>
              <a:t>68</a:t>
            </a:fld>
            <a:endParaRPr lang="en-US"/>
          </a:p>
        </p:txBody>
      </p:sp>
    </p:spTree>
    <p:extLst>
      <p:ext uri="{BB962C8B-B14F-4D97-AF65-F5344CB8AC3E}">
        <p14:creationId xmlns:p14="http://schemas.microsoft.com/office/powerpoint/2010/main" val="103314832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BA3E024E-F835-6D45-89C3-0E2F93EE799A}" type="slidenum">
              <a:rPr lang="en-US" smtClean="0"/>
              <a:t>69</a:t>
            </a:fld>
            <a:endParaRPr lang="en-US"/>
          </a:p>
        </p:txBody>
      </p:sp>
    </p:spTree>
    <p:extLst>
      <p:ext uri="{BB962C8B-B14F-4D97-AF65-F5344CB8AC3E}">
        <p14:creationId xmlns:p14="http://schemas.microsoft.com/office/powerpoint/2010/main" val="6475460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11" name="Rounded Rectangle 10"/>
          <p:cNvSpPr/>
          <p:nvPr userDrawn="1"/>
        </p:nvSpPr>
        <p:spPr>
          <a:xfrm>
            <a:off x="920424" y="691642"/>
            <a:ext cx="10360351" cy="5616575"/>
          </a:xfrm>
          <a:prstGeom prst="roundRect">
            <a:avLst>
              <a:gd name="adj" fmla="val 766"/>
            </a:avLst>
          </a:prstGeom>
          <a:solidFill>
            <a:srgbClr val="D81C24">
              <a:alpha val="14902"/>
            </a:srgbClr>
          </a:solidFill>
          <a:ln>
            <a:solidFill>
              <a:srgbClr val="D81C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600">
              <a:latin typeface="+mj-lt"/>
            </a:endParaRPr>
          </a:p>
        </p:txBody>
      </p:sp>
      <p:sp>
        <p:nvSpPr>
          <p:cNvPr id="4" name="Date Placeholder 3"/>
          <p:cNvSpPr>
            <a:spLocks noGrp="1"/>
          </p:cNvSpPr>
          <p:nvPr>
            <p:ph type="dt" sz="half" idx="10"/>
          </p:nvPr>
        </p:nvSpPr>
        <p:spPr/>
        <p:txBody>
          <a:bodyPr/>
          <a:lstStyle/>
          <a:p>
            <a:fld id="{56F489C6-6277-454E-AECF-6C3872A9450F}" type="datetimeFigureOut">
              <a:rPr lang="en-US" smtClean="0"/>
              <a:t>8/12/2025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41F46F4-8938-5C4A-A3E0-434D3C3588F4}" type="slidenum">
              <a:rPr lang="en-US" smtClean="0"/>
              <a:t>‹#›</a:t>
            </a:fld>
            <a:endParaRPr lang="en-US"/>
          </a:p>
        </p:txBody>
      </p:sp>
      <p:sp>
        <p:nvSpPr>
          <p:cNvPr id="2" name="Title 1"/>
          <p:cNvSpPr>
            <a:spLocks noGrp="1"/>
          </p:cNvSpPr>
          <p:nvPr>
            <p:ph type="ctrTitle" hasCustomPrompt="1"/>
          </p:nvPr>
        </p:nvSpPr>
        <p:spPr>
          <a:xfrm>
            <a:off x="1051133" y="1293778"/>
            <a:ext cx="10084038" cy="1396829"/>
          </a:xfrm>
          <a:prstGeom prst="rect">
            <a:avLst/>
          </a:prstGeom>
          <a:noFill/>
        </p:spPr>
        <p:txBody>
          <a:bodyPr anchor="t"/>
          <a:lstStyle>
            <a:lvl1pPr>
              <a:defRPr>
                <a:solidFill>
                  <a:schemeClr val="bg1">
                    <a:lumMod val="95000"/>
                  </a:schemeClr>
                </a:solidFill>
                <a:latin typeface="+mj-lt"/>
              </a:defRPr>
            </a:lvl1pPr>
          </a:lstStyle>
          <a:p>
            <a:r>
              <a:rPr lang="en-AU" noProof="0"/>
              <a:t>Session/Presentation Title</a:t>
            </a:r>
          </a:p>
        </p:txBody>
      </p:sp>
      <p:sp>
        <p:nvSpPr>
          <p:cNvPr id="10" name="Table Placeholder 9"/>
          <p:cNvSpPr>
            <a:spLocks noGrp="1"/>
          </p:cNvSpPr>
          <p:nvPr>
            <p:ph type="tbl" sz="quarter" idx="13" hasCustomPrompt="1"/>
          </p:nvPr>
        </p:nvSpPr>
        <p:spPr>
          <a:xfrm>
            <a:off x="1051131" y="4732016"/>
            <a:ext cx="10084039" cy="1450021"/>
          </a:xfrm>
          <a:noFill/>
        </p:spPr>
        <p:txBody>
          <a:bodyPr anchor="t">
            <a:normAutofit/>
          </a:bodyPr>
          <a:lstStyle>
            <a:lvl1pPr marL="0" indent="0">
              <a:buNone/>
              <a:defRPr sz="1400" baseline="0">
                <a:solidFill>
                  <a:schemeClr val="bg1">
                    <a:lumMod val="75000"/>
                  </a:schemeClr>
                </a:solidFill>
                <a:latin typeface="+mj-lt"/>
              </a:defRPr>
            </a:lvl1pPr>
          </a:lstStyle>
          <a:p>
            <a:r>
              <a:rPr lang="en-AU"/>
              <a:t>Replace this with a table of units – 2 columns – National ID and Title</a:t>
            </a:r>
          </a:p>
        </p:txBody>
      </p:sp>
      <p:sp>
        <p:nvSpPr>
          <p:cNvPr id="12" name="Text Placeholder 11"/>
          <p:cNvSpPr>
            <a:spLocks noGrp="1"/>
          </p:cNvSpPr>
          <p:nvPr>
            <p:ph type="body" sz="quarter" idx="14" hasCustomPrompt="1"/>
          </p:nvPr>
        </p:nvSpPr>
        <p:spPr>
          <a:xfrm>
            <a:off x="1051132" y="819761"/>
            <a:ext cx="10084039" cy="341659"/>
          </a:xfrm>
          <a:noFill/>
        </p:spPr>
        <p:txBody>
          <a:bodyPr anchor="ctr">
            <a:noAutofit/>
          </a:bodyPr>
          <a:lstStyle>
            <a:lvl1pPr marL="0" indent="0" algn="l">
              <a:buNone/>
              <a:defRPr sz="1800" baseline="0">
                <a:solidFill>
                  <a:schemeClr val="bg1">
                    <a:lumMod val="75000"/>
                  </a:schemeClr>
                </a:solidFill>
                <a:latin typeface="+mj-lt"/>
              </a:defRPr>
            </a:lvl1pPr>
          </a:lstStyle>
          <a:p>
            <a:pPr lvl="0"/>
            <a:r>
              <a:rPr lang="en-AU"/>
              <a:t>Week/Session 00</a:t>
            </a:r>
          </a:p>
        </p:txBody>
      </p:sp>
      <p:sp>
        <p:nvSpPr>
          <p:cNvPr id="8" name="Text Placeholder 7"/>
          <p:cNvSpPr>
            <a:spLocks noGrp="1"/>
          </p:cNvSpPr>
          <p:nvPr>
            <p:ph type="body" sz="quarter" idx="15" hasCustomPrompt="1"/>
          </p:nvPr>
        </p:nvSpPr>
        <p:spPr>
          <a:xfrm>
            <a:off x="1051130" y="4211303"/>
            <a:ext cx="10084038" cy="428986"/>
          </a:xfrm>
          <a:noFill/>
        </p:spPr>
        <p:txBody>
          <a:bodyPr vert="horz" lIns="91440" tIns="45720" rIns="91440" bIns="45720" rtlCol="0" anchor="ctr">
            <a:no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lang="en-AU" sz="1600" b="0" dirty="0">
                <a:solidFill>
                  <a:schemeClr val="bg1">
                    <a:lumMod val="95000"/>
                  </a:schemeClr>
                </a:solidFill>
                <a:latin typeface="+mj-lt"/>
              </a:defRPr>
            </a:lvl1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lang="en-US" noProof="0"/>
              <a:t>Cluster Name</a:t>
            </a:r>
            <a:endParaRPr lang="en-AU"/>
          </a:p>
        </p:txBody>
      </p:sp>
      <p:sp>
        <p:nvSpPr>
          <p:cNvPr id="9" name="TextBox 8"/>
          <p:cNvSpPr txBox="1"/>
          <p:nvPr userDrawn="1"/>
        </p:nvSpPr>
        <p:spPr>
          <a:xfrm>
            <a:off x="1051132" y="2852738"/>
            <a:ext cx="1871530" cy="572303"/>
          </a:xfrm>
          <a:prstGeom prst="rect">
            <a:avLst/>
          </a:prstGeom>
          <a:noFill/>
        </p:spPr>
        <p:txBody>
          <a:bodyPr vert="horz" lIns="91440" tIns="45720" rIns="91440" bIns="45720" rtlCol="0" anchor="ctr">
            <a:noAutofit/>
          </a:bodyPr>
          <a:lstStyle>
            <a:lvl1pPr indent="0">
              <a:spcBef>
                <a:spcPct val="20000"/>
              </a:spcBef>
              <a:buFont typeface="Arial"/>
              <a:buNone/>
              <a:defRPr sz="2800" baseline="0">
                <a:solidFill>
                  <a:schemeClr val="bg1">
                    <a:lumMod val="75000"/>
                  </a:schemeClr>
                </a:solidFill>
              </a:defRPr>
            </a:lvl1pPr>
            <a:lvl2pPr indent="0" algn="ctr">
              <a:spcBef>
                <a:spcPct val="20000"/>
              </a:spcBef>
              <a:buFont typeface="Arial"/>
              <a:buNone/>
              <a:defRPr sz="2800" baseline="0">
                <a:solidFill>
                  <a:schemeClr val="tx1">
                    <a:tint val="75000"/>
                  </a:schemeClr>
                </a:solidFill>
              </a:defRPr>
            </a:lvl2pPr>
            <a:lvl3pPr indent="0" algn="ctr">
              <a:spcBef>
                <a:spcPct val="20000"/>
              </a:spcBef>
              <a:buFont typeface="Arial"/>
              <a:buNone/>
              <a:defRPr sz="2400" baseline="0">
                <a:solidFill>
                  <a:schemeClr val="tx1">
                    <a:tint val="75000"/>
                  </a:schemeClr>
                </a:solidFill>
              </a:defRPr>
            </a:lvl3pPr>
            <a:lvl4pPr indent="0" algn="ctr">
              <a:spcBef>
                <a:spcPct val="20000"/>
              </a:spcBef>
              <a:buFont typeface="Arial"/>
              <a:buNone/>
              <a:defRPr sz="2000" baseline="0">
                <a:solidFill>
                  <a:schemeClr val="tx1">
                    <a:tint val="75000"/>
                  </a:schemeClr>
                </a:solidFill>
              </a:defRPr>
            </a:lvl4pPr>
            <a:lvl5pPr indent="0" algn="ctr">
              <a:spcBef>
                <a:spcPct val="20000"/>
              </a:spcBef>
              <a:buFont typeface="Arial"/>
              <a:buNone/>
              <a:defRPr sz="2000" baseline="0">
                <a:solidFill>
                  <a:schemeClr val="tx1">
                    <a:tint val="75000"/>
                  </a:schemeClr>
                </a:solidFill>
              </a:defRPr>
            </a:lvl5pPr>
            <a:lvl6pPr indent="0" algn="ctr">
              <a:spcBef>
                <a:spcPct val="20000"/>
              </a:spcBef>
              <a:buFont typeface="Arial"/>
              <a:buNone/>
              <a:defRPr sz="2000">
                <a:solidFill>
                  <a:schemeClr val="tx1">
                    <a:tint val="75000"/>
                  </a:schemeClr>
                </a:solidFill>
              </a:defRPr>
            </a:lvl6pPr>
            <a:lvl7pPr indent="0" algn="ctr">
              <a:spcBef>
                <a:spcPct val="20000"/>
              </a:spcBef>
              <a:buFont typeface="Arial"/>
              <a:buNone/>
              <a:defRPr sz="2000">
                <a:solidFill>
                  <a:schemeClr val="tx1">
                    <a:tint val="75000"/>
                  </a:schemeClr>
                </a:solidFill>
              </a:defRPr>
            </a:lvl7pPr>
            <a:lvl8pPr indent="0" algn="ctr">
              <a:spcBef>
                <a:spcPct val="20000"/>
              </a:spcBef>
              <a:buFont typeface="Arial"/>
              <a:buNone/>
              <a:defRPr sz="2000">
                <a:solidFill>
                  <a:schemeClr val="tx1">
                    <a:tint val="75000"/>
                  </a:schemeClr>
                </a:solidFill>
              </a:defRPr>
            </a:lvl8pPr>
            <a:lvl9pPr indent="0" algn="ctr">
              <a:spcBef>
                <a:spcPct val="20000"/>
              </a:spcBef>
              <a:buFont typeface="Arial"/>
              <a:buNone/>
              <a:defRPr sz="2000">
                <a:solidFill>
                  <a:schemeClr val="tx1">
                    <a:tint val="75000"/>
                  </a:schemeClr>
                </a:solidFill>
              </a:defRPr>
            </a:lvl9pPr>
          </a:lstStyle>
          <a:p>
            <a:pPr lvl="0"/>
            <a:r>
              <a:rPr lang="en-AU" sz="2000">
                <a:solidFill>
                  <a:schemeClr val="bg1">
                    <a:lumMod val="75000"/>
                  </a:schemeClr>
                </a:solidFill>
                <a:latin typeface="+mj-lt"/>
              </a:rPr>
              <a:t>Presented by:</a:t>
            </a:r>
          </a:p>
        </p:txBody>
      </p:sp>
      <p:sp>
        <p:nvSpPr>
          <p:cNvPr id="17" name="Text Placeholder 16"/>
          <p:cNvSpPr>
            <a:spLocks noGrp="1"/>
          </p:cNvSpPr>
          <p:nvPr>
            <p:ph type="body" sz="quarter" idx="16" hasCustomPrompt="1"/>
          </p:nvPr>
        </p:nvSpPr>
        <p:spPr>
          <a:xfrm>
            <a:off x="2991027" y="2862841"/>
            <a:ext cx="8144143" cy="562200"/>
          </a:xfrm>
        </p:spPr>
        <p:txBody>
          <a:bodyPr>
            <a:noAutofit/>
          </a:bodyPr>
          <a:lstStyle>
            <a:lvl1pPr marL="0" marR="0" indent="0" algn="l" defTabSz="457200" rtl="0" eaLnBrk="1" fontAlgn="auto" latinLnBrk="0" hangingPunct="1">
              <a:lnSpc>
                <a:spcPct val="100000"/>
              </a:lnSpc>
              <a:spcBef>
                <a:spcPts val="0"/>
              </a:spcBef>
              <a:spcAft>
                <a:spcPts val="0"/>
              </a:spcAft>
              <a:buClrTx/>
              <a:buSzTx/>
              <a:buFontTx/>
              <a:buNone/>
              <a:tabLst/>
              <a:defRPr sz="2800">
                <a:solidFill>
                  <a:schemeClr val="bg1">
                    <a:lumMod val="75000"/>
                  </a:schemeClr>
                </a:solidFill>
                <a:latin typeface="+mj-lt"/>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sz="3200" b="1" noProof="0">
                <a:solidFill>
                  <a:schemeClr val="bg1">
                    <a:lumMod val="95000"/>
                  </a:schemeClr>
                </a:solidFill>
              </a:rPr>
              <a:t>Given &amp; Last Name</a:t>
            </a:r>
          </a:p>
        </p:txBody>
      </p:sp>
      <p:sp>
        <p:nvSpPr>
          <p:cNvPr id="19" name="Content Placeholder 18"/>
          <p:cNvSpPr>
            <a:spLocks noGrp="1"/>
          </p:cNvSpPr>
          <p:nvPr>
            <p:ph sz="quarter" idx="17" hasCustomPrompt="1"/>
          </p:nvPr>
        </p:nvSpPr>
        <p:spPr>
          <a:xfrm>
            <a:off x="1050925" y="3516767"/>
            <a:ext cx="10083800" cy="602809"/>
          </a:xfrm>
        </p:spPr>
        <p:txBody>
          <a:bodyPr>
            <a:noAutofit/>
          </a:bodyPr>
          <a:lstStyle>
            <a:lvl1pPr marL="0" marR="0" indent="0" algn="l" defTabSz="457200" rtl="0" eaLnBrk="1" fontAlgn="auto" latinLnBrk="0" hangingPunct="1">
              <a:lnSpc>
                <a:spcPct val="100000"/>
              </a:lnSpc>
              <a:spcBef>
                <a:spcPts val="0"/>
              </a:spcBef>
              <a:spcAft>
                <a:spcPts val="0"/>
              </a:spcAft>
              <a:buClrTx/>
              <a:buSzTx/>
              <a:buFontTx/>
              <a:buNone/>
              <a:tabLst/>
              <a:defRPr lang="en-AU" sz="2000" dirty="0" smtClean="0">
                <a:latin typeface="+mj-lt"/>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sz="3200" b="1">
                <a:solidFill>
                  <a:schemeClr val="bg1">
                    <a:lumMod val="85000"/>
                  </a:schemeClr>
                </a:solidFill>
              </a:rPr>
              <a:t>Course ID and Title</a:t>
            </a:r>
          </a:p>
        </p:txBody>
      </p:sp>
    </p:spTree>
    <p:extLst>
      <p:ext uri="{BB962C8B-B14F-4D97-AF65-F5344CB8AC3E}">
        <p14:creationId xmlns:p14="http://schemas.microsoft.com/office/powerpoint/2010/main" val="419006960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574" userDrawn="1">
          <p15:clr>
            <a:srgbClr val="FBAE40"/>
          </p15:clr>
        </p15:guide>
        <p15:guide id="4" pos="7106" userDrawn="1">
          <p15:clr>
            <a:srgbClr val="FBAE40"/>
          </p15:clr>
        </p15:guide>
        <p15:guide id="5" orient="horz" pos="436" userDrawn="1">
          <p15:clr>
            <a:srgbClr val="FBAE40"/>
          </p15:clr>
        </p15:guide>
        <p15:guide id="6" orient="horz" pos="3974" userDrawn="1">
          <p15:clr>
            <a:srgbClr val="FBAE40"/>
          </p15:clr>
        </p15:guide>
        <p15:guide id="7" orient="horz" pos="1797"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a:prstGeom prst="rect">
            <a:avLst/>
          </a:prstGeom>
        </p:spPr>
        <p:txBody>
          <a:bodyPr anchor="t"/>
          <a:lstStyle>
            <a:lvl1pPr algn="l">
              <a:defRPr sz="4000" b="1" cap="all"/>
            </a:lvl1pPr>
          </a:lstStyle>
          <a:p>
            <a:r>
              <a:rPr lang="en-US" noProof="0"/>
              <a:t>Click to edit Master title style</a:t>
            </a:r>
            <a:endParaRPr lang="en-AU" noProof="0"/>
          </a:p>
        </p:txBody>
      </p:sp>
      <p:sp>
        <p:nvSpPr>
          <p:cNvPr id="3" name="Text Placeholder 2"/>
          <p:cNvSpPr>
            <a:spLocks noGrp="1"/>
          </p:cNvSpPr>
          <p:nvPr>
            <p:ph type="body" idx="1" hasCustomPrompt="1"/>
          </p:nvPr>
        </p:nvSpPr>
        <p:spPr>
          <a:xfrm>
            <a:off x="963084" y="2906713"/>
            <a:ext cx="10363200" cy="1500187"/>
          </a:xfrm>
        </p:spPr>
        <p:txBody>
          <a:bodyPr anchor="b"/>
          <a:lstStyle>
            <a:lvl1pPr marL="0" indent="0">
              <a:buNone/>
              <a:defRPr sz="2000" baseline="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AU" noProof="0"/>
              <a:t>Week/Session 00 – Presentation Title</a:t>
            </a:r>
          </a:p>
        </p:txBody>
      </p:sp>
      <p:sp>
        <p:nvSpPr>
          <p:cNvPr id="4" name="Date Placeholder 3"/>
          <p:cNvSpPr>
            <a:spLocks noGrp="1"/>
          </p:cNvSpPr>
          <p:nvPr>
            <p:ph type="dt" sz="half" idx="10"/>
          </p:nvPr>
        </p:nvSpPr>
        <p:spPr/>
        <p:txBody>
          <a:bodyPr/>
          <a:lstStyle/>
          <a:p>
            <a:fld id="{56F489C6-6277-454E-AECF-6C3872A9450F}" type="datetimeFigureOut">
              <a:rPr lang="en-AU" noProof="0" smtClean="0"/>
              <a:t>12/08/2025</a:t>
            </a:fld>
            <a:endParaRPr lang="en-AU" noProof="0"/>
          </a:p>
        </p:txBody>
      </p:sp>
      <p:sp>
        <p:nvSpPr>
          <p:cNvPr id="5" name="Footer Placeholder 4"/>
          <p:cNvSpPr>
            <a:spLocks noGrp="1"/>
          </p:cNvSpPr>
          <p:nvPr>
            <p:ph type="ftr" sz="quarter" idx="11"/>
          </p:nvPr>
        </p:nvSpPr>
        <p:spPr/>
        <p:txBody>
          <a:bodyPr/>
          <a:lstStyle/>
          <a:p>
            <a:endParaRPr lang="en-AU" noProof="0"/>
          </a:p>
        </p:txBody>
      </p:sp>
      <p:sp>
        <p:nvSpPr>
          <p:cNvPr id="6" name="Slide Number Placeholder 5"/>
          <p:cNvSpPr>
            <a:spLocks noGrp="1"/>
          </p:cNvSpPr>
          <p:nvPr>
            <p:ph type="sldNum" sz="quarter" idx="12"/>
          </p:nvPr>
        </p:nvSpPr>
        <p:spPr/>
        <p:txBody>
          <a:bodyPr/>
          <a:lstStyle/>
          <a:p>
            <a:fld id="{741F46F4-8938-5C4A-A3E0-434D3C3588F4}" type="slidenum">
              <a:rPr lang="en-AU" noProof="0" smtClean="0"/>
              <a:t>‹#›</a:t>
            </a:fld>
            <a:endParaRPr lang="en-AU" noProof="0"/>
          </a:p>
        </p:txBody>
      </p:sp>
    </p:spTree>
    <p:extLst>
      <p:ext uri="{BB962C8B-B14F-4D97-AF65-F5344CB8AC3E}">
        <p14:creationId xmlns:p14="http://schemas.microsoft.com/office/powerpoint/2010/main" val="14717255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499892"/>
            <a:ext cx="10972800" cy="1003205"/>
          </a:xfrm>
          <a:prstGeom prst="rect">
            <a:avLst/>
          </a:prstGeom>
        </p:spPr>
        <p:txBody>
          <a:bodyPr/>
          <a:lstStyle/>
          <a:p>
            <a:r>
              <a:rPr lang="en-US" noProof="0"/>
              <a:t>Click to edit Master title style</a:t>
            </a:r>
            <a:endParaRPr lang="en-AU" noProof="0"/>
          </a:p>
        </p:txBody>
      </p:sp>
      <p:sp>
        <p:nvSpPr>
          <p:cNvPr id="3" name="Content Placeholder 2"/>
          <p:cNvSpPr>
            <a:spLocks noGrp="1"/>
          </p:cNvSpPr>
          <p:nvPr>
            <p:ph idx="1"/>
          </p:nvPr>
        </p:nvSpPr>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4" name="Date Placeholder 3"/>
          <p:cNvSpPr>
            <a:spLocks noGrp="1"/>
          </p:cNvSpPr>
          <p:nvPr>
            <p:ph type="dt" sz="half" idx="10"/>
          </p:nvPr>
        </p:nvSpPr>
        <p:spPr/>
        <p:txBody>
          <a:bodyPr/>
          <a:lstStyle/>
          <a:p>
            <a:fld id="{56F489C6-6277-454E-AECF-6C3872A9450F}" type="datetimeFigureOut">
              <a:rPr lang="en-US" smtClean="0"/>
              <a:t>8/12/2025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41F46F4-8938-5C4A-A3E0-434D3C3588F4}" type="slidenum">
              <a:rPr lang="en-US" smtClean="0"/>
              <a:t>‹#›</a:t>
            </a:fld>
            <a:endParaRPr lang="en-US"/>
          </a:p>
        </p:txBody>
      </p:sp>
    </p:spTree>
    <p:extLst>
      <p:ext uri="{BB962C8B-B14F-4D97-AF65-F5344CB8AC3E}">
        <p14:creationId xmlns:p14="http://schemas.microsoft.com/office/powerpoint/2010/main" val="6291090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499892"/>
            <a:ext cx="10972800" cy="1003205"/>
          </a:xfrm>
          <a:prstGeom prst="rect">
            <a:avLst/>
          </a:prstGeom>
        </p:spPr>
        <p:txBody>
          <a:bodyPr/>
          <a:lstStyle/>
          <a:p>
            <a:r>
              <a:rPr lang="en-US" noProof="0"/>
              <a:t>Click to edit Master title style</a:t>
            </a:r>
            <a:endParaRPr lang="en-AU" noProof="0"/>
          </a:p>
        </p:txBody>
      </p:sp>
      <p:sp>
        <p:nvSpPr>
          <p:cNvPr id="3" name="Content Placeholder 2"/>
          <p:cNvSpPr>
            <a:spLocks noGrp="1"/>
          </p:cNvSpPr>
          <p:nvPr>
            <p:ph idx="1"/>
          </p:nvPr>
        </p:nvSpPr>
        <p:spPr>
          <a:xfrm>
            <a:off x="609600" y="1794618"/>
            <a:ext cx="10972800" cy="2191698"/>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4" name="Date Placeholder 3"/>
          <p:cNvSpPr>
            <a:spLocks noGrp="1"/>
          </p:cNvSpPr>
          <p:nvPr>
            <p:ph type="dt" sz="half" idx="10"/>
          </p:nvPr>
        </p:nvSpPr>
        <p:spPr/>
        <p:txBody>
          <a:bodyPr/>
          <a:lstStyle/>
          <a:p>
            <a:fld id="{56F489C6-6277-454E-AECF-6C3872A9450F}" type="datetimeFigureOut">
              <a:rPr lang="en-US" smtClean="0"/>
              <a:t>8/12/2025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41F46F4-8938-5C4A-A3E0-434D3C3588F4}" type="slidenum">
              <a:rPr lang="en-US" smtClean="0"/>
              <a:t>‹#›</a:t>
            </a:fld>
            <a:endParaRPr lang="en-US"/>
          </a:p>
        </p:txBody>
      </p:sp>
      <p:sp>
        <p:nvSpPr>
          <p:cNvPr id="7" name="Content Placeholder 2">
            <a:extLst>
              <a:ext uri="{FF2B5EF4-FFF2-40B4-BE49-F238E27FC236}">
                <a16:creationId xmlns:a16="http://schemas.microsoft.com/office/drawing/2014/main" id="{E2FB0483-D927-6C4B-9F8E-0CBFBED89EAE}"/>
              </a:ext>
            </a:extLst>
          </p:cNvPr>
          <p:cNvSpPr>
            <a:spLocks noGrp="1"/>
          </p:cNvSpPr>
          <p:nvPr>
            <p:ph idx="13"/>
          </p:nvPr>
        </p:nvSpPr>
        <p:spPr>
          <a:xfrm>
            <a:off x="609600" y="4182975"/>
            <a:ext cx="10972800" cy="2191699"/>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Tree>
    <p:extLst>
      <p:ext uri="{BB962C8B-B14F-4D97-AF65-F5344CB8AC3E}">
        <p14:creationId xmlns:p14="http://schemas.microsoft.com/office/powerpoint/2010/main" val="25274770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499892"/>
            <a:ext cx="10972800" cy="1003205"/>
          </a:xfrm>
          <a:prstGeom prst="rect">
            <a:avLst/>
          </a:prstGeom>
        </p:spPr>
        <p:txBody>
          <a:bodyPr/>
          <a:lstStyle/>
          <a:p>
            <a:r>
              <a:rPr lang="en-US" noProof="0"/>
              <a:t>Click to edit Master title style</a:t>
            </a:r>
            <a:endParaRPr lang="en-AU" noProof="0"/>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5" name="Date Placeholder 4"/>
          <p:cNvSpPr>
            <a:spLocks noGrp="1"/>
          </p:cNvSpPr>
          <p:nvPr>
            <p:ph type="dt" sz="half" idx="10"/>
          </p:nvPr>
        </p:nvSpPr>
        <p:spPr/>
        <p:txBody>
          <a:bodyPr/>
          <a:lstStyle/>
          <a:p>
            <a:fld id="{56F489C6-6277-454E-AECF-6C3872A9450F}" type="datetimeFigureOut">
              <a:rPr lang="en-US" smtClean="0"/>
              <a:t>8/12/2025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41F46F4-8938-5C4A-A3E0-434D3C3588F4}" type="slidenum">
              <a:rPr lang="en-US" smtClean="0"/>
              <a:t>‹#›</a:t>
            </a:fld>
            <a:endParaRPr lang="en-US"/>
          </a:p>
        </p:txBody>
      </p:sp>
    </p:spTree>
    <p:extLst>
      <p:ext uri="{BB962C8B-B14F-4D97-AF65-F5344CB8AC3E}">
        <p14:creationId xmlns:p14="http://schemas.microsoft.com/office/powerpoint/2010/main" val="38176996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499892"/>
            <a:ext cx="10972800" cy="1003205"/>
          </a:xfrm>
          <a:prstGeom prst="rect">
            <a:avLst/>
          </a:prstGeom>
        </p:spPr>
        <p:txBody>
          <a:bodyPr/>
          <a:lstStyle>
            <a:lvl1pPr>
              <a:defRPr/>
            </a:lvl1pPr>
          </a:lstStyle>
          <a:p>
            <a:r>
              <a:rPr lang="en-US" noProof="0"/>
              <a:t>Click to edit Master title style</a:t>
            </a:r>
            <a:endParaRPr lang="en-AU" noProof="0"/>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7" name="Date Placeholder 6"/>
          <p:cNvSpPr>
            <a:spLocks noGrp="1"/>
          </p:cNvSpPr>
          <p:nvPr>
            <p:ph type="dt" sz="half" idx="10"/>
          </p:nvPr>
        </p:nvSpPr>
        <p:spPr/>
        <p:txBody>
          <a:bodyPr/>
          <a:lstStyle/>
          <a:p>
            <a:fld id="{56F489C6-6277-454E-AECF-6C3872A9450F}" type="datetimeFigureOut">
              <a:rPr lang="en-US" smtClean="0"/>
              <a:t>8/12/2025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41F46F4-8938-5C4A-A3E0-434D3C3588F4}" type="slidenum">
              <a:rPr lang="en-US" smtClean="0"/>
              <a:t>‹#›</a:t>
            </a:fld>
            <a:endParaRPr lang="en-US"/>
          </a:p>
        </p:txBody>
      </p:sp>
    </p:spTree>
    <p:extLst>
      <p:ext uri="{BB962C8B-B14F-4D97-AF65-F5344CB8AC3E}">
        <p14:creationId xmlns:p14="http://schemas.microsoft.com/office/powerpoint/2010/main" val="13543791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600" y="4406903"/>
            <a:ext cx="8514522" cy="1362075"/>
          </a:xfrm>
          <a:prstGeom prst="rect">
            <a:avLst/>
          </a:prstGeom>
        </p:spPr>
        <p:txBody>
          <a:bodyPr anchor="t"/>
          <a:lstStyle>
            <a:lvl1pPr algn="l">
              <a:defRPr sz="4000" b="1" cap="all"/>
            </a:lvl1pPr>
          </a:lstStyle>
          <a:p>
            <a:r>
              <a:rPr lang="en-US" noProof="0"/>
              <a:t>Click to edit Master title style</a:t>
            </a:r>
            <a:endParaRPr lang="en-AU" noProof="0"/>
          </a:p>
        </p:txBody>
      </p:sp>
      <p:sp>
        <p:nvSpPr>
          <p:cNvPr id="3" name="Text Placeholder 2"/>
          <p:cNvSpPr>
            <a:spLocks noGrp="1"/>
          </p:cNvSpPr>
          <p:nvPr>
            <p:ph type="body" idx="1"/>
          </p:nvPr>
        </p:nvSpPr>
        <p:spPr>
          <a:xfrm>
            <a:off x="609600" y="2906713"/>
            <a:ext cx="8514522"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noProof="0"/>
              <a:t>Edit Master text styles</a:t>
            </a:r>
          </a:p>
        </p:txBody>
      </p:sp>
      <p:sp>
        <p:nvSpPr>
          <p:cNvPr id="4" name="Date Placeholder 3"/>
          <p:cNvSpPr>
            <a:spLocks noGrp="1"/>
          </p:cNvSpPr>
          <p:nvPr>
            <p:ph type="dt" sz="half" idx="10"/>
          </p:nvPr>
        </p:nvSpPr>
        <p:spPr/>
        <p:txBody>
          <a:bodyPr/>
          <a:lstStyle/>
          <a:p>
            <a:fld id="{56F489C6-6277-454E-AECF-6C3872A9450F}" type="datetimeFigureOut">
              <a:rPr lang="en-US" smtClean="0"/>
              <a:t>8/12/2025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41F46F4-8938-5C4A-A3E0-434D3C3588F4}" type="slidenum">
              <a:rPr lang="en-US" smtClean="0"/>
              <a:t>‹#›</a:t>
            </a:fld>
            <a:endParaRPr lang="en-US"/>
          </a:p>
        </p:txBody>
      </p:sp>
      <p:sp>
        <p:nvSpPr>
          <p:cNvPr id="7" name="Picture Placeholder 8">
            <a:extLst>
              <a:ext uri="{FF2B5EF4-FFF2-40B4-BE49-F238E27FC236}">
                <a16:creationId xmlns:a16="http://schemas.microsoft.com/office/drawing/2014/main" id="{F7D5DACE-FF0F-2D46-93D3-295ECF1DA88A}"/>
              </a:ext>
            </a:extLst>
          </p:cNvPr>
          <p:cNvSpPr>
            <a:spLocks noGrp="1"/>
          </p:cNvSpPr>
          <p:nvPr>
            <p:ph type="pic" sz="quarter" idx="13"/>
          </p:nvPr>
        </p:nvSpPr>
        <p:spPr>
          <a:xfrm>
            <a:off x="9812656" y="2900636"/>
            <a:ext cx="1769744" cy="2868342"/>
          </a:xfrm>
          <a:prstGeom prst="roundRect">
            <a:avLst>
              <a:gd name="adj" fmla="val 4112"/>
            </a:avLst>
          </a:prstGeom>
          <a:blipFill>
            <a:blip r:embed="rId2"/>
            <a:stretch>
              <a:fillRect l="16" r="16"/>
            </a:stretch>
          </a:blipFill>
          <a:ln w="12700" cap="rnd">
            <a:solidFill>
              <a:srgbClr val="D8262E">
                <a:alpha val="50000"/>
              </a:srgbClr>
            </a:solidFill>
          </a:ln>
        </p:spPr>
        <p:txBody>
          <a:bodyPr/>
          <a:lstStyle>
            <a:lvl1pPr marL="0" indent="0">
              <a:buNone/>
              <a:defRPr/>
            </a:lvl1pPr>
          </a:lstStyle>
          <a:p>
            <a:r>
              <a:rPr lang="en-US"/>
              <a:t>Click icon to add picture</a:t>
            </a:r>
          </a:p>
        </p:txBody>
      </p:sp>
    </p:spTree>
    <p:extLst>
      <p:ext uri="{BB962C8B-B14F-4D97-AF65-F5344CB8AC3E}">
        <p14:creationId xmlns:p14="http://schemas.microsoft.com/office/powerpoint/2010/main" val="14706445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499892"/>
            <a:ext cx="10972800" cy="1003205"/>
          </a:xfrm>
          <a:prstGeom prst="rect">
            <a:avLst/>
          </a:prstGeom>
        </p:spPr>
        <p:txBody>
          <a:bodyPr/>
          <a:lstStyle/>
          <a:p>
            <a:r>
              <a:rPr lang="en-US" noProof="0"/>
              <a:t>Click to edit Master title style</a:t>
            </a:r>
            <a:endParaRPr lang="en-AU" noProof="0"/>
          </a:p>
        </p:txBody>
      </p:sp>
      <p:sp>
        <p:nvSpPr>
          <p:cNvPr id="3" name="Content Placeholder 2"/>
          <p:cNvSpPr>
            <a:spLocks noGrp="1"/>
          </p:cNvSpPr>
          <p:nvPr>
            <p:ph sz="half" idx="1"/>
          </p:nvPr>
        </p:nvSpPr>
        <p:spPr>
          <a:xfrm>
            <a:off x="4165600" y="1600202"/>
            <a:ext cx="7416799"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5" name="Date Placeholder 4"/>
          <p:cNvSpPr>
            <a:spLocks noGrp="1"/>
          </p:cNvSpPr>
          <p:nvPr>
            <p:ph type="dt" sz="half" idx="10"/>
          </p:nvPr>
        </p:nvSpPr>
        <p:spPr/>
        <p:txBody>
          <a:bodyPr/>
          <a:lstStyle/>
          <a:p>
            <a:fld id="{56F489C6-6277-454E-AECF-6C3872A9450F}" type="datetimeFigureOut">
              <a:rPr lang="en-US" smtClean="0"/>
              <a:t>8/12/2025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41F46F4-8938-5C4A-A3E0-434D3C3588F4}" type="slidenum">
              <a:rPr lang="en-US" smtClean="0"/>
              <a:t>‹#›</a:t>
            </a:fld>
            <a:endParaRPr lang="en-US"/>
          </a:p>
        </p:txBody>
      </p:sp>
      <p:sp>
        <p:nvSpPr>
          <p:cNvPr id="8" name="Picture Placeholder 8">
            <a:extLst>
              <a:ext uri="{FF2B5EF4-FFF2-40B4-BE49-F238E27FC236}">
                <a16:creationId xmlns:a16="http://schemas.microsoft.com/office/drawing/2014/main" id="{CB08A67E-3ED8-7842-9A36-FDA51ABEB2AC}"/>
              </a:ext>
            </a:extLst>
          </p:cNvPr>
          <p:cNvSpPr>
            <a:spLocks noGrp="1"/>
          </p:cNvSpPr>
          <p:nvPr>
            <p:ph type="pic" sz="quarter" idx="13" hasCustomPrompt="1"/>
          </p:nvPr>
        </p:nvSpPr>
        <p:spPr>
          <a:xfrm>
            <a:off x="609601" y="1600203"/>
            <a:ext cx="2792484" cy="4525963"/>
          </a:xfrm>
          <a:prstGeom prst="roundRect">
            <a:avLst>
              <a:gd name="adj" fmla="val 3374"/>
            </a:avLst>
          </a:prstGeom>
          <a:blipFill>
            <a:blip r:embed="rId2"/>
            <a:stretch>
              <a:fillRect l="16" r="16"/>
            </a:stretch>
          </a:blipFill>
          <a:ln>
            <a:solidFill>
              <a:srgbClr val="D8262E">
                <a:alpha val="50196"/>
              </a:srgbClr>
            </a:solidFill>
          </a:ln>
        </p:spPr>
        <p:txBody>
          <a:bodyPr/>
          <a:lstStyle>
            <a:lvl1pPr marL="0" indent="0">
              <a:buNone/>
              <a:defRPr/>
            </a:lvl1pPr>
          </a:lstStyle>
          <a:p>
            <a:r>
              <a:rPr lang="en-US"/>
              <a:t> </a:t>
            </a:r>
          </a:p>
        </p:txBody>
      </p:sp>
    </p:spTree>
    <p:extLst>
      <p:ext uri="{BB962C8B-B14F-4D97-AF65-F5344CB8AC3E}">
        <p14:creationId xmlns:p14="http://schemas.microsoft.com/office/powerpoint/2010/main" val="38143020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499892"/>
            <a:ext cx="10972800" cy="1003205"/>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p:txBody>
          <a:bodyPr/>
          <a:lstStyle/>
          <a:p>
            <a:fld id="{56F489C6-6277-454E-AECF-6C3872A9450F}" type="datetimeFigureOut">
              <a:rPr lang="en-US" smtClean="0"/>
              <a:t>8/12/2025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41F46F4-8938-5C4A-A3E0-434D3C3588F4}" type="slidenum">
              <a:rPr lang="en-US" smtClean="0"/>
              <a:t>‹#›</a:t>
            </a:fld>
            <a:endParaRPr lang="en-US"/>
          </a:p>
        </p:txBody>
      </p:sp>
    </p:spTree>
    <p:extLst>
      <p:ext uri="{BB962C8B-B14F-4D97-AF65-F5344CB8AC3E}">
        <p14:creationId xmlns:p14="http://schemas.microsoft.com/office/powerpoint/2010/main" val="3630584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973062"/>
            <a:ext cx="7212496" cy="4911874"/>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p:txBody>
          <a:bodyPr/>
          <a:lstStyle/>
          <a:p>
            <a:fld id="{56F489C6-6277-454E-AECF-6C3872A9450F}" type="datetimeFigureOut">
              <a:rPr lang="en-US" smtClean="0"/>
              <a:t>8/12/2025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41F46F4-8938-5C4A-A3E0-434D3C3588F4}" type="slidenum">
              <a:rPr lang="en-US" smtClean="0"/>
              <a:t>‹#›</a:t>
            </a:fld>
            <a:endParaRPr lang="en-US"/>
          </a:p>
        </p:txBody>
      </p:sp>
      <p:sp>
        <p:nvSpPr>
          <p:cNvPr id="6" name="Picture Placeholder 8">
            <a:extLst>
              <a:ext uri="{FF2B5EF4-FFF2-40B4-BE49-F238E27FC236}">
                <a16:creationId xmlns:a16="http://schemas.microsoft.com/office/drawing/2014/main" id="{C9126EA6-A663-AD41-9474-BAFD5F860789}"/>
              </a:ext>
            </a:extLst>
          </p:cNvPr>
          <p:cNvSpPr>
            <a:spLocks noGrp="1"/>
          </p:cNvSpPr>
          <p:nvPr>
            <p:ph type="pic" sz="quarter" idx="13" hasCustomPrompt="1"/>
          </p:nvPr>
        </p:nvSpPr>
        <p:spPr>
          <a:xfrm>
            <a:off x="8316528" y="973063"/>
            <a:ext cx="3030587" cy="4911873"/>
          </a:xfrm>
          <a:prstGeom prst="roundRect">
            <a:avLst>
              <a:gd name="adj" fmla="val 3523"/>
            </a:avLst>
          </a:prstGeom>
          <a:blipFill>
            <a:blip r:embed="rId2"/>
            <a:stretch>
              <a:fillRect l="16" r="16"/>
            </a:stretch>
          </a:blipFill>
          <a:ln>
            <a:solidFill>
              <a:srgbClr val="D8262E">
                <a:alpha val="50196"/>
              </a:srgbClr>
            </a:solidFill>
          </a:ln>
        </p:spPr>
        <p:txBody>
          <a:bodyPr/>
          <a:lstStyle>
            <a:lvl1pPr marL="0" indent="0">
              <a:buNone/>
              <a:defRPr/>
            </a:lvl1pPr>
          </a:lstStyle>
          <a:p>
            <a:r>
              <a:rPr lang="en-US"/>
              <a:t>   </a:t>
            </a:r>
          </a:p>
        </p:txBody>
      </p:sp>
    </p:spTree>
    <p:extLst>
      <p:ext uri="{BB962C8B-B14F-4D97-AF65-F5344CB8AC3E}">
        <p14:creationId xmlns:p14="http://schemas.microsoft.com/office/powerpoint/2010/main" val="9895897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F489C6-6277-454E-AECF-6C3872A9450F}" type="datetimeFigureOut">
              <a:rPr lang="en-US" smtClean="0"/>
              <a:t>8/12/2025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41F46F4-8938-5C4A-A3E0-434D3C3588F4}" type="slidenum">
              <a:rPr lang="en-US" smtClean="0"/>
              <a:t>‹#›</a:t>
            </a:fld>
            <a:endParaRPr lang="en-US"/>
          </a:p>
        </p:txBody>
      </p:sp>
      <p:sp>
        <p:nvSpPr>
          <p:cNvPr id="10" name="Picture Placeholder 8">
            <a:extLst>
              <a:ext uri="{FF2B5EF4-FFF2-40B4-BE49-F238E27FC236}">
                <a16:creationId xmlns:a16="http://schemas.microsoft.com/office/drawing/2014/main" id="{C9126EA6-A663-AD41-9474-BAFD5F860789}"/>
              </a:ext>
            </a:extLst>
          </p:cNvPr>
          <p:cNvSpPr>
            <a:spLocks noGrp="1"/>
          </p:cNvSpPr>
          <p:nvPr>
            <p:ph type="pic" sz="quarter" idx="14" hasCustomPrompt="1"/>
          </p:nvPr>
        </p:nvSpPr>
        <p:spPr>
          <a:xfrm>
            <a:off x="609600" y="710508"/>
            <a:ext cx="10972800" cy="4948123"/>
          </a:xfrm>
          <a:prstGeom prst="roundRect">
            <a:avLst>
              <a:gd name="adj" fmla="val 1876"/>
            </a:avLst>
          </a:prstGeom>
          <a:blipFill>
            <a:blip r:embed="rId2"/>
            <a:stretch>
              <a:fillRect l="16" r="16"/>
            </a:stretch>
          </a:blipFill>
          <a:ln>
            <a:solidFill>
              <a:srgbClr val="D8262E">
                <a:alpha val="50196"/>
              </a:srgbClr>
            </a:solidFill>
          </a:ln>
        </p:spPr>
        <p:txBody>
          <a:bodyPr/>
          <a:lstStyle>
            <a:lvl1pPr marL="0" indent="0">
              <a:buNone/>
              <a:defRPr/>
            </a:lvl1pPr>
          </a:lstStyle>
          <a:p>
            <a:r>
              <a:rPr lang="en-US"/>
              <a:t>   </a:t>
            </a:r>
          </a:p>
        </p:txBody>
      </p:sp>
      <p:sp>
        <p:nvSpPr>
          <p:cNvPr id="6" name="Title 1"/>
          <p:cNvSpPr>
            <a:spLocks noGrp="1"/>
          </p:cNvSpPr>
          <p:nvPr>
            <p:ph type="title"/>
          </p:nvPr>
        </p:nvSpPr>
        <p:spPr>
          <a:xfrm>
            <a:off x="609600" y="5755274"/>
            <a:ext cx="10972800" cy="527831"/>
          </a:xfrm>
          <a:prstGeom prst="rect">
            <a:avLst/>
          </a:prstGeom>
        </p:spPr>
        <p:txBody>
          <a:bodyPr anchor="b">
            <a:normAutofit/>
          </a:bodyPr>
          <a:lstStyle>
            <a:lvl1pPr algn="l">
              <a:defRPr sz="1800" b="1"/>
            </a:lvl1pPr>
          </a:lstStyle>
          <a:p>
            <a:r>
              <a:rPr lang="en-US" noProof="0"/>
              <a:t>Click to edit Master title style</a:t>
            </a:r>
            <a:endParaRPr lang="en-AU" noProof="0"/>
          </a:p>
        </p:txBody>
      </p:sp>
    </p:spTree>
    <p:extLst>
      <p:ext uri="{BB962C8B-B14F-4D97-AF65-F5344CB8AC3E}">
        <p14:creationId xmlns:p14="http://schemas.microsoft.com/office/powerpoint/2010/main" val="31824688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F489C6-6277-454E-AECF-6C3872A9450F}" type="datetimeFigureOut">
              <a:rPr lang="en-US" smtClean="0"/>
              <a:t>8/12/2025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41F46F4-8938-5C4A-A3E0-434D3C3588F4}" type="slidenum">
              <a:rPr lang="en-US" smtClean="0"/>
              <a:t>‹#›</a:t>
            </a:fld>
            <a:endParaRPr lang="en-US"/>
          </a:p>
        </p:txBody>
      </p:sp>
      <p:sp>
        <p:nvSpPr>
          <p:cNvPr id="9" name="Picture Placeholder 8">
            <a:extLst>
              <a:ext uri="{FF2B5EF4-FFF2-40B4-BE49-F238E27FC236}">
                <a16:creationId xmlns:a16="http://schemas.microsoft.com/office/drawing/2014/main" id="{ED779252-2DB5-164E-B413-9653D35CC4E5}"/>
              </a:ext>
            </a:extLst>
          </p:cNvPr>
          <p:cNvSpPr>
            <a:spLocks noGrp="1"/>
          </p:cNvSpPr>
          <p:nvPr>
            <p:ph type="pic" sz="quarter" idx="13" hasCustomPrompt="1"/>
          </p:nvPr>
        </p:nvSpPr>
        <p:spPr>
          <a:xfrm>
            <a:off x="8253685" y="672443"/>
            <a:ext cx="3328716" cy="5395071"/>
          </a:xfrm>
          <a:prstGeom prst="roundRect">
            <a:avLst>
              <a:gd name="adj" fmla="val 4147"/>
            </a:avLst>
          </a:prstGeom>
          <a:blipFill>
            <a:blip r:embed="rId2">
              <a:alphaModFix/>
            </a:blip>
            <a:stretch>
              <a:fillRect l="16" r="16"/>
            </a:stretch>
          </a:blipFill>
        </p:spPr>
        <p:txBody>
          <a:bodyPr/>
          <a:lstStyle>
            <a:lvl1pPr marL="0" indent="0">
              <a:buNone/>
              <a:defRPr/>
            </a:lvl1pPr>
          </a:lstStyle>
          <a:p>
            <a:r>
              <a:rPr lang="en-US"/>
              <a:t>   </a:t>
            </a:r>
          </a:p>
        </p:txBody>
      </p:sp>
      <p:sp>
        <p:nvSpPr>
          <p:cNvPr id="13" name="Text Placeholder 12">
            <a:extLst>
              <a:ext uri="{FF2B5EF4-FFF2-40B4-BE49-F238E27FC236}">
                <a16:creationId xmlns:a16="http://schemas.microsoft.com/office/drawing/2014/main" id="{FFC5ADCF-7EA1-3644-9B75-D84582085EDA}"/>
              </a:ext>
            </a:extLst>
          </p:cNvPr>
          <p:cNvSpPr>
            <a:spLocks noGrp="1"/>
          </p:cNvSpPr>
          <p:nvPr>
            <p:ph type="body" sz="quarter" idx="14"/>
          </p:nvPr>
        </p:nvSpPr>
        <p:spPr>
          <a:xfrm>
            <a:off x="609600" y="671513"/>
            <a:ext cx="7416800" cy="5396001"/>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Tree>
    <p:extLst>
      <p:ext uri="{BB962C8B-B14F-4D97-AF65-F5344CB8AC3E}">
        <p14:creationId xmlns:p14="http://schemas.microsoft.com/office/powerpoint/2010/main" val="40789277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876053"/>
            <a:ext cx="6207659" cy="382380"/>
          </a:xfrm>
          <a:prstGeom prst="rect">
            <a:avLst/>
          </a:prstGeom>
        </p:spPr>
        <p:txBody>
          <a:bodyPr anchor="t"/>
          <a:lstStyle>
            <a:lvl1pPr algn="l">
              <a:defRPr sz="1800" b="1" cap="none">
                <a:solidFill>
                  <a:schemeClr val="bg1">
                    <a:lumMod val="65000"/>
                  </a:schemeClr>
                </a:solidFill>
                <a:latin typeface="+mn-lt"/>
              </a:defRPr>
            </a:lvl1pPr>
          </a:lstStyle>
          <a:p>
            <a:r>
              <a:rPr lang="en-AU" noProof="0"/>
              <a:t>PRESENTATION TEMPLATE CREATED BY</a:t>
            </a:r>
          </a:p>
        </p:txBody>
      </p:sp>
      <p:sp>
        <p:nvSpPr>
          <p:cNvPr id="4" name="Date Placeholder 3"/>
          <p:cNvSpPr>
            <a:spLocks noGrp="1"/>
          </p:cNvSpPr>
          <p:nvPr>
            <p:ph type="dt" sz="half" idx="10"/>
          </p:nvPr>
        </p:nvSpPr>
        <p:spPr/>
        <p:txBody>
          <a:bodyPr/>
          <a:lstStyle/>
          <a:p>
            <a:fld id="{56F489C6-6277-454E-AECF-6C3872A9450F}" type="datetimeFigureOut">
              <a:rPr lang="en-US" smtClean="0"/>
              <a:t>8/12/2025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41F46F4-8938-5C4A-A3E0-434D3C3588F4}" type="slidenum">
              <a:rPr lang="en-US" smtClean="0"/>
              <a:t>‹#›</a:t>
            </a:fld>
            <a:endParaRPr lang="en-US"/>
          </a:p>
        </p:txBody>
      </p:sp>
      <p:sp>
        <p:nvSpPr>
          <p:cNvPr id="7" name="Picture Placeholder 8">
            <a:extLst>
              <a:ext uri="{FF2B5EF4-FFF2-40B4-BE49-F238E27FC236}">
                <a16:creationId xmlns:a16="http://schemas.microsoft.com/office/drawing/2014/main" id="{F7D5DACE-FF0F-2D46-93D3-295ECF1DA88A}"/>
              </a:ext>
            </a:extLst>
          </p:cNvPr>
          <p:cNvSpPr>
            <a:spLocks noGrp="1"/>
          </p:cNvSpPr>
          <p:nvPr>
            <p:ph type="pic" sz="quarter" idx="13"/>
          </p:nvPr>
        </p:nvSpPr>
        <p:spPr>
          <a:xfrm>
            <a:off x="6978086" y="873914"/>
            <a:ext cx="1561468" cy="1561468"/>
          </a:xfrm>
          <a:prstGeom prst="roundRect">
            <a:avLst>
              <a:gd name="adj" fmla="val 4112"/>
            </a:avLst>
          </a:prstGeom>
          <a:blipFill dpi="0" rotWithShape="1">
            <a:blip r:embed="rId2">
              <a:extLst>
                <a:ext uri="{28A0092B-C50C-407E-A947-70E740481C1C}">
                  <a14:useLocalDpi xmlns:a14="http://schemas.microsoft.com/office/drawing/2010/main" val="0"/>
                </a:ext>
              </a:extLst>
            </a:blip>
            <a:srcRect/>
            <a:stretch>
              <a:fillRect/>
            </a:stretch>
          </a:blipFill>
          <a:ln w="12700" cap="rnd">
            <a:solidFill>
              <a:srgbClr val="D8262E">
                <a:alpha val="50000"/>
              </a:srgbClr>
            </a:solidFill>
          </a:ln>
        </p:spPr>
        <p:txBody>
          <a:bodyPr/>
          <a:lstStyle>
            <a:lvl1pPr marL="0" indent="0">
              <a:buNone/>
              <a:defRPr/>
            </a:lvl1pPr>
          </a:lstStyle>
          <a:p>
            <a:r>
              <a:rPr lang="en-US"/>
              <a:t>Click icon to add picture</a:t>
            </a:r>
          </a:p>
        </p:txBody>
      </p:sp>
      <p:sp>
        <p:nvSpPr>
          <p:cNvPr id="13" name="Text Placeholder 12"/>
          <p:cNvSpPr>
            <a:spLocks noGrp="1"/>
          </p:cNvSpPr>
          <p:nvPr>
            <p:ph type="body" sz="quarter" idx="14" hasCustomPrompt="1"/>
          </p:nvPr>
        </p:nvSpPr>
        <p:spPr>
          <a:xfrm>
            <a:off x="609600" y="1358681"/>
            <a:ext cx="6207659" cy="633082"/>
          </a:xfrm>
        </p:spPr>
        <p:txBody>
          <a:bodyPr/>
          <a:lstStyle>
            <a:lvl1pPr marL="0" indent="0">
              <a:buNone/>
              <a:defRPr>
                <a:solidFill>
                  <a:schemeClr val="bg1">
                    <a:lumMod val="85000"/>
                  </a:schemeClr>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AU" noProof="0"/>
              <a:t>Adrian Gould</a:t>
            </a:r>
            <a:endParaRPr lang="en-US"/>
          </a:p>
        </p:txBody>
      </p:sp>
      <p:sp>
        <p:nvSpPr>
          <p:cNvPr id="15" name="Text Placeholder 14"/>
          <p:cNvSpPr>
            <a:spLocks noGrp="1"/>
          </p:cNvSpPr>
          <p:nvPr>
            <p:ph type="body" sz="quarter" idx="15" hasCustomPrompt="1"/>
          </p:nvPr>
        </p:nvSpPr>
        <p:spPr>
          <a:xfrm>
            <a:off x="609600" y="2101835"/>
            <a:ext cx="6207659" cy="333547"/>
          </a:xfrm>
        </p:spPr>
        <p:txBody>
          <a:bodyPr>
            <a:normAutofit/>
          </a:bodyPr>
          <a:lstStyle>
            <a:lvl1pPr marL="0" indent="0">
              <a:buNone/>
              <a:defRPr sz="1100">
                <a:solidFill>
                  <a:schemeClr val="bg1">
                    <a:lumMod val="75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AU" noProof="0"/>
              <a:t>LECTURER SOFTWARE DEVELOPMENT, WEB DEVELOPMENT, IOT</a:t>
            </a:r>
            <a:endParaRPr lang="en-US"/>
          </a:p>
        </p:txBody>
      </p:sp>
    </p:spTree>
    <p:extLst>
      <p:ext uri="{BB962C8B-B14F-4D97-AF65-F5344CB8AC3E}">
        <p14:creationId xmlns:p14="http://schemas.microsoft.com/office/powerpoint/2010/main" val="16634504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F489C6-6277-454E-AECF-6C3872A9450F}" type="datetimeFigureOut">
              <a:rPr lang="en-US" smtClean="0"/>
              <a:t>8/12/2025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41F46F4-8938-5C4A-A3E0-434D3C3588F4}" type="slidenum">
              <a:rPr lang="en-US" smtClean="0"/>
              <a:t>‹#›</a:t>
            </a:fld>
            <a:endParaRPr lang="en-US"/>
          </a:p>
        </p:txBody>
      </p:sp>
    </p:spTree>
    <p:extLst>
      <p:ext uri="{BB962C8B-B14F-4D97-AF65-F5344CB8AC3E}">
        <p14:creationId xmlns:p14="http://schemas.microsoft.com/office/powerpoint/2010/main" val="41220986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493776"/>
            <a:ext cx="4011084" cy="941324"/>
          </a:xfrm>
          <a:prstGeom prst="rect">
            <a:avLst/>
          </a:prstGeom>
        </p:spPr>
        <p:txBody>
          <a:bodyPr anchor="b"/>
          <a:lstStyle>
            <a:lvl1pPr algn="l">
              <a:defRPr sz="2000" b="1"/>
            </a:lvl1pPr>
          </a:lstStyle>
          <a:p>
            <a:r>
              <a:rPr lang="en-US" noProof="0"/>
              <a:t>Click to edit Master title style</a:t>
            </a:r>
            <a:endParaRPr lang="en-AU" noProof="0"/>
          </a:p>
        </p:txBody>
      </p:sp>
      <p:sp>
        <p:nvSpPr>
          <p:cNvPr id="3" name="Content Placeholder 2"/>
          <p:cNvSpPr>
            <a:spLocks noGrp="1"/>
          </p:cNvSpPr>
          <p:nvPr>
            <p:ph idx="1"/>
          </p:nvPr>
        </p:nvSpPr>
        <p:spPr>
          <a:xfrm>
            <a:off x="4766733" y="493776"/>
            <a:ext cx="6815667" cy="563239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4" name="Text Placeholder 3"/>
          <p:cNvSpPr>
            <a:spLocks noGrp="1"/>
          </p:cNvSpPr>
          <p:nvPr>
            <p:ph type="body" sz="half" idx="2"/>
          </p:nvPr>
        </p:nvSpPr>
        <p:spPr>
          <a:xfrm>
            <a:off x="609602" y="1499615"/>
            <a:ext cx="4011084" cy="462655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a:t>Edit Master text styles</a:t>
            </a:r>
          </a:p>
        </p:txBody>
      </p:sp>
      <p:sp>
        <p:nvSpPr>
          <p:cNvPr id="5" name="Date Placeholder 4"/>
          <p:cNvSpPr>
            <a:spLocks noGrp="1"/>
          </p:cNvSpPr>
          <p:nvPr>
            <p:ph type="dt" sz="half" idx="10"/>
          </p:nvPr>
        </p:nvSpPr>
        <p:spPr/>
        <p:txBody>
          <a:bodyPr/>
          <a:lstStyle/>
          <a:p>
            <a:fld id="{56F489C6-6277-454E-AECF-6C3872A9450F}" type="datetimeFigureOut">
              <a:rPr lang="en-US" smtClean="0"/>
              <a:t>8/12/2025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41F46F4-8938-5C4A-A3E0-434D3C3588F4}" type="slidenum">
              <a:rPr lang="en-US" smtClean="0"/>
              <a:t>‹#›</a:t>
            </a:fld>
            <a:endParaRPr lang="en-US"/>
          </a:p>
        </p:txBody>
      </p:sp>
    </p:spTree>
    <p:extLst>
      <p:ext uri="{BB962C8B-B14F-4D97-AF65-F5344CB8AC3E}">
        <p14:creationId xmlns:p14="http://schemas.microsoft.com/office/powerpoint/2010/main" val="5652915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a:prstGeom prst="rect">
            <a:avLst/>
          </a:prstGeom>
        </p:spPr>
        <p:txBody>
          <a:bodyPr anchor="b"/>
          <a:lstStyle>
            <a:lvl1pPr algn="l">
              <a:defRPr sz="2000" b="1"/>
            </a:lvl1pPr>
          </a:lstStyle>
          <a:p>
            <a:r>
              <a:rPr lang="en-US" noProof="0"/>
              <a:t>Click to edit Master title style</a:t>
            </a:r>
            <a:endParaRPr lang="en-AU" noProof="0"/>
          </a:p>
        </p:txBody>
      </p:sp>
      <p:sp>
        <p:nvSpPr>
          <p:cNvPr id="3" name="Picture Placeholder 2"/>
          <p:cNvSpPr>
            <a:spLocks noGrp="1"/>
          </p:cNvSpPr>
          <p:nvPr>
            <p:ph type="pic" idx="1"/>
          </p:nvPr>
        </p:nvSpPr>
        <p:spPr>
          <a:xfrm>
            <a:off x="2389717" y="612775"/>
            <a:ext cx="7315200" cy="4114800"/>
          </a:xfrm>
          <a:prstGeom prst="roundRect">
            <a:avLst>
              <a:gd name="adj" fmla="val 2544"/>
            </a:avLst>
          </a:prstGeom>
          <a:solidFill>
            <a:schemeClr val="tx2">
              <a:lumMod val="60000"/>
              <a:lumOff val="40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AU"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a:t>Edit Master text styles</a:t>
            </a:r>
          </a:p>
        </p:txBody>
      </p:sp>
      <p:sp>
        <p:nvSpPr>
          <p:cNvPr id="5" name="Date Placeholder 4"/>
          <p:cNvSpPr>
            <a:spLocks noGrp="1"/>
          </p:cNvSpPr>
          <p:nvPr>
            <p:ph type="dt" sz="half" idx="10"/>
          </p:nvPr>
        </p:nvSpPr>
        <p:spPr/>
        <p:txBody>
          <a:bodyPr/>
          <a:lstStyle/>
          <a:p>
            <a:fld id="{56F489C6-6277-454E-AECF-6C3872A9450F}" type="datetimeFigureOut">
              <a:rPr lang="en-US" smtClean="0"/>
              <a:t>8/12/2025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41F46F4-8938-5C4A-A3E0-434D3C3588F4}" type="slidenum">
              <a:rPr lang="en-US" smtClean="0"/>
              <a:t>‹#›</a:t>
            </a:fld>
            <a:endParaRPr lang="en-US"/>
          </a:p>
        </p:txBody>
      </p:sp>
    </p:spTree>
    <p:extLst>
      <p:ext uri="{BB962C8B-B14F-4D97-AF65-F5344CB8AC3E}">
        <p14:creationId xmlns:p14="http://schemas.microsoft.com/office/powerpoint/2010/main" val="30583857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8">
            <a:lum/>
          </a:blip>
          <a:srcRect/>
          <a:stretch>
            <a:fillRect/>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794617"/>
            <a:ext cx="10972800" cy="4563491"/>
          </a:xfrm>
          <a:prstGeom prst="rect">
            <a:avLst/>
          </a:prstGeom>
        </p:spPr>
        <p:txBody>
          <a:bodyPr vert="horz" lIns="91440" tIns="45720" rIns="91440" bIns="45720" rtlCol="0">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4" name="Date Placeholder 3"/>
          <p:cNvSpPr>
            <a:spLocks noGrp="1"/>
          </p:cNvSpPr>
          <p:nvPr>
            <p:ph type="dt" sz="half" idx="2"/>
          </p:nvPr>
        </p:nvSpPr>
        <p:spPr>
          <a:xfrm>
            <a:off x="609600" y="6482040"/>
            <a:ext cx="2844800" cy="301756"/>
          </a:xfrm>
          <a:prstGeom prst="rect">
            <a:avLst/>
          </a:prstGeom>
        </p:spPr>
        <p:txBody>
          <a:bodyPr vert="horz" lIns="91440" tIns="45720" rIns="91440" bIns="45720" rtlCol="0" anchor="ctr"/>
          <a:lstStyle>
            <a:lvl1pPr algn="l">
              <a:defRPr sz="1200" baseline="0">
                <a:solidFill>
                  <a:schemeClr val="accent2">
                    <a:lumMod val="50000"/>
                  </a:schemeClr>
                </a:solidFill>
              </a:defRPr>
            </a:lvl1pPr>
          </a:lstStyle>
          <a:p>
            <a:fld id="{56F489C6-6277-454E-AECF-6C3872A9450F}" type="datetimeFigureOut">
              <a:rPr lang="en-US" smtClean="0"/>
              <a:pPr/>
              <a:t>8/12/2025</a:t>
            </a:fld>
            <a:endParaRPr lang="en-US"/>
          </a:p>
        </p:txBody>
      </p:sp>
      <p:sp>
        <p:nvSpPr>
          <p:cNvPr id="5" name="Footer Placeholder 4"/>
          <p:cNvSpPr>
            <a:spLocks noGrp="1"/>
          </p:cNvSpPr>
          <p:nvPr>
            <p:ph type="ftr" sz="quarter" idx="3"/>
          </p:nvPr>
        </p:nvSpPr>
        <p:spPr>
          <a:xfrm>
            <a:off x="4165600" y="6482040"/>
            <a:ext cx="3860800" cy="301756"/>
          </a:xfrm>
          <a:prstGeom prst="rect">
            <a:avLst/>
          </a:prstGeom>
        </p:spPr>
        <p:txBody>
          <a:bodyPr vert="horz" lIns="91440" tIns="45720" rIns="91440" bIns="45720" rtlCol="0" anchor="ctr"/>
          <a:lstStyle>
            <a:lvl1pPr algn="ctr">
              <a:defRPr sz="1200" baseline="0">
                <a:solidFill>
                  <a:schemeClr val="accent2">
                    <a:lumMod val="50000"/>
                  </a:schemeClr>
                </a:solidFill>
              </a:defRPr>
            </a:lvl1pPr>
          </a:lstStyle>
          <a:p>
            <a:endParaRPr lang="en-US"/>
          </a:p>
        </p:txBody>
      </p:sp>
      <p:sp>
        <p:nvSpPr>
          <p:cNvPr id="6" name="Slide Number Placeholder 5"/>
          <p:cNvSpPr>
            <a:spLocks noGrp="1"/>
          </p:cNvSpPr>
          <p:nvPr>
            <p:ph type="sldNum" sz="quarter" idx="4"/>
          </p:nvPr>
        </p:nvSpPr>
        <p:spPr>
          <a:xfrm>
            <a:off x="8737600" y="6482040"/>
            <a:ext cx="2844800" cy="301756"/>
          </a:xfrm>
          <a:prstGeom prst="rect">
            <a:avLst/>
          </a:prstGeom>
        </p:spPr>
        <p:txBody>
          <a:bodyPr vert="horz" lIns="91440" tIns="45720" rIns="91440" bIns="45720" rtlCol="0" anchor="ctr"/>
          <a:lstStyle>
            <a:lvl1pPr algn="r">
              <a:defRPr sz="1200" baseline="0">
                <a:solidFill>
                  <a:schemeClr val="accent2">
                    <a:lumMod val="50000"/>
                  </a:schemeClr>
                </a:solidFill>
              </a:defRPr>
            </a:lvl1pPr>
          </a:lstStyle>
          <a:p>
            <a:fld id="{741F46F4-8938-5C4A-A3E0-434D3C3588F4}" type="slidenum">
              <a:rPr lang="en-US" smtClean="0"/>
              <a:pPr/>
              <a:t>‹#›</a:t>
            </a:fld>
            <a:endParaRPr lang="en-US"/>
          </a:p>
        </p:txBody>
      </p:sp>
      <p:sp>
        <p:nvSpPr>
          <p:cNvPr id="15" name="Title Placeholder 14">
            <a:extLst>
              <a:ext uri="{FF2B5EF4-FFF2-40B4-BE49-F238E27FC236}">
                <a16:creationId xmlns:a16="http://schemas.microsoft.com/office/drawing/2014/main" id="{ED1A118C-2DC5-9B4D-B303-C0863344BC99}"/>
              </a:ext>
            </a:extLst>
          </p:cNvPr>
          <p:cNvSpPr>
            <a:spLocks noGrp="1"/>
          </p:cNvSpPr>
          <p:nvPr>
            <p:ph type="title"/>
          </p:nvPr>
        </p:nvSpPr>
        <p:spPr>
          <a:xfrm>
            <a:off x="609601" y="477254"/>
            <a:ext cx="10972799" cy="1248943"/>
          </a:xfrm>
          <a:prstGeom prst="rect">
            <a:avLst/>
          </a:prstGeom>
        </p:spPr>
        <p:txBody>
          <a:bodyPr vert="horz" lIns="91440" tIns="45720" rIns="91440" bIns="45720" rtlCol="0" anchor="ctr">
            <a:normAutofit/>
          </a:bodyPr>
          <a:lstStyle/>
          <a:p>
            <a:r>
              <a:rPr lang="en-US" noProof="0"/>
              <a:t>Click to edit Master title style</a:t>
            </a:r>
            <a:endParaRPr lang="en-AU" noProof="0"/>
          </a:p>
        </p:txBody>
      </p:sp>
      <p:sp>
        <p:nvSpPr>
          <p:cNvPr id="7" name="TextBox 6">
            <a:extLst>
              <a:ext uri="{FF2B5EF4-FFF2-40B4-BE49-F238E27FC236}">
                <a16:creationId xmlns:a16="http://schemas.microsoft.com/office/drawing/2014/main" id="{3E7ECD42-B939-4B06-55CB-B2D2ACBCD01A}"/>
              </a:ext>
            </a:extLst>
          </p:cNvPr>
          <p:cNvSpPr txBox="1"/>
          <p:nvPr userDrawn="1">
            <p:extLst>
              <p:ext uri="{1162E1C5-73C7-4A58-AE30-91384D911F3F}">
                <p184:classification xmlns="" xmlns:p184="http://schemas.microsoft.com/office/powerpoint/2018/4/main" val="hdr"/>
              </p:ext>
            </p:extLst>
          </p:nvPr>
        </p:nvSpPr>
        <p:spPr>
          <a:xfrm>
            <a:off x="5865813" y="0"/>
            <a:ext cx="488950" cy="152400"/>
          </a:xfrm>
          <a:prstGeom prst="rect">
            <a:avLst/>
          </a:prstGeom>
        </p:spPr>
        <p:txBody>
          <a:bodyPr horzOverflow="overflow" lIns="0" tIns="0" rIns="0" bIns="0">
            <a:spAutoFit/>
          </a:bodyPr>
          <a:lstStyle/>
          <a:p>
            <a:pPr algn="l"/>
            <a:r>
              <a:rPr lang="en-AU" sz="1000">
                <a:solidFill>
                  <a:srgbClr val="FF0000"/>
                </a:solidFill>
                <a:latin typeface="Calibri" panose="020F0502020204030204" pitchFamily="34" charset="0"/>
                <a:cs typeface="Calibri" panose="020F0502020204030204" pitchFamily="34" charset="0"/>
              </a:rPr>
              <a:t>OFFICIAL</a:t>
            </a:r>
          </a:p>
        </p:txBody>
      </p:sp>
    </p:spTree>
    <p:extLst>
      <p:ext uri="{BB962C8B-B14F-4D97-AF65-F5344CB8AC3E}">
        <p14:creationId xmlns:p14="http://schemas.microsoft.com/office/powerpoint/2010/main" val="701323445"/>
      </p:ext>
    </p:extLst>
  </p:cSld>
  <p:clrMap bg1="lt1" tx1="dk1" bg2="lt2" tx2="dk2" accent1="accent1" accent2="accent2" accent3="accent3" accent4="accent4" accent5="accent5" accent6="accent6" hlink="hlink" folHlink="folHlink"/>
  <p:sldLayoutIdLst>
    <p:sldLayoutId id="2147483667" r:id="rId1"/>
    <p:sldLayoutId id="2147483651" r:id="rId2"/>
    <p:sldLayoutId id="2147483650" r:id="rId3"/>
    <p:sldLayoutId id="2147483665" r:id="rId4"/>
    <p:sldLayoutId id="2147483652" r:id="rId5"/>
    <p:sldLayoutId id="2147483653" r:id="rId6"/>
    <p:sldLayoutId id="2147483661" r:id="rId7"/>
    <p:sldLayoutId id="2147483662" r:id="rId8"/>
    <p:sldLayoutId id="2147483654" r:id="rId9"/>
    <p:sldLayoutId id="2147483663" r:id="rId10"/>
    <p:sldLayoutId id="2147483664" r:id="rId11"/>
    <p:sldLayoutId id="2147483660" r:id="rId12"/>
    <p:sldLayoutId id="2147483668" r:id="rId13"/>
    <p:sldLayoutId id="2147483655" r:id="rId14"/>
    <p:sldLayoutId id="2147483656" r:id="rId15"/>
    <p:sldLayoutId id="2147483657" r:id="rId16"/>
  </p:sldLayoutIdLst>
  <p:txStyles>
    <p:titleStyle>
      <a:lvl1pPr algn="l" defTabSz="457200" rtl="0" eaLnBrk="1" latinLnBrk="0" hangingPunct="1">
        <a:spcBef>
          <a:spcPct val="0"/>
        </a:spcBef>
        <a:buNone/>
        <a:defRPr sz="4200" b="1" i="0" kern="1200" spc="50" baseline="0">
          <a:solidFill>
            <a:schemeClr val="bg1">
              <a:lumMod val="95000"/>
            </a:schemeClr>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baseline="0">
          <a:solidFill>
            <a:schemeClr val="bg1">
              <a:lumMod val="95000"/>
            </a:schemeClr>
          </a:solidFill>
          <a:latin typeface="+mn-lt"/>
          <a:ea typeface="+mn-ea"/>
          <a:cs typeface="+mn-cs"/>
        </a:defRPr>
      </a:lvl1pPr>
      <a:lvl2pPr marL="742950" indent="-285750" algn="l" defTabSz="457200" rtl="0" eaLnBrk="1" latinLnBrk="0" hangingPunct="1">
        <a:spcBef>
          <a:spcPct val="20000"/>
        </a:spcBef>
        <a:buFont typeface="Arial"/>
        <a:buChar char="–"/>
        <a:defRPr sz="2800" kern="1200" baseline="0">
          <a:solidFill>
            <a:schemeClr val="bg1">
              <a:lumMod val="95000"/>
            </a:schemeClr>
          </a:solidFill>
          <a:latin typeface="+mn-lt"/>
          <a:ea typeface="+mn-ea"/>
          <a:cs typeface="+mn-cs"/>
        </a:defRPr>
      </a:lvl2pPr>
      <a:lvl3pPr marL="1143000" indent="-228600" algn="l" defTabSz="457200" rtl="0" eaLnBrk="1" latinLnBrk="0" hangingPunct="1">
        <a:spcBef>
          <a:spcPct val="20000"/>
        </a:spcBef>
        <a:buFont typeface="Arial"/>
        <a:buChar char="•"/>
        <a:defRPr sz="2400" kern="1200" baseline="0">
          <a:solidFill>
            <a:schemeClr val="bg1">
              <a:lumMod val="95000"/>
            </a:schemeClr>
          </a:solidFill>
          <a:latin typeface="+mn-lt"/>
          <a:ea typeface="+mn-ea"/>
          <a:cs typeface="+mn-cs"/>
        </a:defRPr>
      </a:lvl3pPr>
      <a:lvl4pPr marL="1600200" indent="-228600" algn="l" defTabSz="457200" rtl="0" eaLnBrk="1" latinLnBrk="0" hangingPunct="1">
        <a:spcBef>
          <a:spcPct val="20000"/>
        </a:spcBef>
        <a:buFont typeface="Arial"/>
        <a:buChar char="–"/>
        <a:defRPr sz="2000" kern="1200" baseline="0">
          <a:solidFill>
            <a:schemeClr val="bg1">
              <a:lumMod val="95000"/>
            </a:schemeClr>
          </a:solidFill>
          <a:latin typeface="+mn-lt"/>
          <a:ea typeface="+mn-ea"/>
          <a:cs typeface="+mn-cs"/>
        </a:defRPr>
      </a:lvl4pPr>
      <a:lvl5pPr marL="2057400" indent="-228600" algn="l" defTabSz="457200" rtl="0" eaLnBrk="1" latinLnBrk="0" hangingPunct="1">
        <a:spcBef>
          <a:spcPct val="20000"/>
        </a:spcBef>
        <a:buFont typeface="Arial"/>
        <a:buChar char="»"/>
        <a:defRPr sz="2000" kern="1200" baseline="0">
          <a:solidFill>
            <a:schemeClr val="bg1">
              <a:lumMod val="95000"/>
            </a:schemeClr>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SQL Queries </a:t>
            </a:r>
            <a:endParaRPr lang="en-AU" dirty="0"/>
          </a:p>
        </p:txBody>
      </p:sp>
      <p:graphicFrame>
        <p:nvGraphicFramePr>
          <p:cNvPr id="20" name="Table Placeholder 19"/>
          <p:cNvGraphicFramePr>
            <a:graphicFrameLocks noGrp="1"/>
          </p:cNvGraphicFramePr>
          <p:nvPr>
            <p:ph type="tbl" sz="quarter" idx="13"/>
            <p:extLst>
              <p:ext uri="{D42A27DB-BD31-4B8C-83A1-F6EECF244321}">
                <p14:modId xmlns:p14="http://schemas.microsoft.com/office/powerpoint/2010/main" val="1483269214"/>
              </p:ext>
            </p:extLst>
          </p:nvPr>
        </p:nvGraphicFramePr>
        <p:xfrm>
          <a:off x="996333" y="5185165"/>
          <a:ext cx="10083800" cy="609600"/>
        </p:xfrm>
        <a:graphic>
          <a:graphicData uri="http://schemas.openxmlformats.org/drawingml/2006/table">
            <a:tbl>
              <a:tblPr firstCol="1" bandRow="1">
                <a:tableStyleId>{0E3FDE45-AF77-4B5C-9715-49D594BDF05E}</a:tableStyleId>
              </a:tblPr>
              <a:tblGrid>
                <a:gridCol w="1718238">
                  <a:extLst>
                    <a:ext uri="{9D8B030D-6E8A-4147-A177-3AD203B41FA5}">
                      <a16:colId xmlns:a16="http://schemas.microsoft.com/office/drawing/2014/main" val="1432791058"/>
                    </a:ext>
                  </a:extLst>
                </a:gridCol>
                <a:gridCol w="8365562">
                  <a:extLst>
                    <a:ext uri="{9D8B030D-6E8A-4147-A177-3AD203B41FA5}">
                      <a16:colId xmlns:a16="http://schemas.microsoft.com/office/drawing/2014/main" val="517524959"/>
                    </a:ext>
                  </a:extLst>
                </a:gridCol>
              </a:tblGrid>
              <a:tr h="275999">
                <a:tc>
                  <a:txBody>
                    <a:bodyPr/>
                    <a:lstStyle/>
                    <a:p>
                      <a:r>
                        <a:rPr lang="en-AU" sz="1400" b="0" dirty="0">
                          <a:solidFill>
                            <a:schemeClr val="bg1">
                              <a:lumMod val="65000"/>
                            </a:schemeClr>
                          </a:solidFill>
                          <a:latin typeface="+mj-lt"/>
                        </a:rPr>
                        <a:t>ICTPRG431</a:t>
                      </a:r>
                    </a:p>
                  </a:txBody>
                  <a:tcPr/>
                </a:tc>
                <a:tc>
                  <a:txBody>
                    <a:bodyPr/>
                    <a:lstStyle/>
                    <a:p>
                      <a:r>
                        <a:rPr lang="en-AU" sz="1400" b="0" dirty="0">
                          <a:solidFill>
                            <a:schemeClr val="bg1">
                              <a:lumMod val="65000"/>
                            </a:schemeClr>
                          </a:solidFill>
                          <a:latin typeface="+mj-lt"/>
                        </a:rPr>
                        <a:t>Apply Query Language in relational database</a:t>
                      </a:r>
                    </a:p>
                  </a:txBody>
                  <a:tcPr/>
                </a:tc>
                <a:extLst>
                  <a:ext uri="{0D108BD9-81ED-4DB2-BD59-A6C34878D82A}">
                    <a16:rowId xmlns:a16="http://schemas.microsoft.com/office/drawing/2014/main" val="2402270444"/>
                  </a:ext>
                </a:extLst>
              </a:tr>
              <a:tr h="275999">
                <a:tc>
                  <a:txBody>
                    <a:bodyPr/>
                    <a:lstStyle/>
                    <a:p>
                      <a:r>
                        <a:rPr lang="en-AU" sz="1400" b="0">
                          <a:solidFill>
                            <a:schemeClr val="bg1">
                              <a:lumMod val="65000"/>
                            </a:schemeClr>
                          </a:solidFill>
                          <a:latin typeface="+mj-lt"/>
                        </a:rPr>
                        <a:t>IICTPRG432</a:t>
                      </a:r>
                      <a:endParaRPr lang="en-AU" sz="1400" b="0" dirty="0">
                        <a:solidFill>
                          <a:schemeClr val="bg1">
                            <a:lumMod val="65000"/>
                          </a:schemeClr>
                        </a:solidFill>
                        <a:latin typeface="+mj-lt"/>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sz="1400" b="0" kern="1200" dirty="0">
                          <a:solidFill>
                            <a:schemeClr val="bg1">
                              <a:lumMod val="65000"/>
                            </a:schemeClr>
                          </a:solidFill>
                          <a:latin typeface="+mj-lt"/>
                          <a:ea typeface="+mn-ea"/>
                          <a:cs typeface="+mn-cs"/>
                        </a:rPr>
                        <a:t>Develop Data Driven Applications</a:t>
                      </a:r>
                    </a:p>
                  </a:txBody>
                  <a:tcPr/>
                </a:tc>
                <a:extLst>
                  <a:ext uri="{0D108BD9-81ED-4DB2-BD59-A6C34878D82A}">
                    <a16:rowId xmlns:a16="http://schemas.microsoft.com/office/drawing/2014/main" val="2629681324"/>
                  </a:ext>
                </a:extLst>
              </a:tr>
            </a:tbl>
          </a:graphicData>
        </a:graphic>
      </p:graphicFrame>
      <p:sp>
        <p:nvSpPr>
          <p:cNvPr id="5" name="Text Placeholder 4"/>
          <p:cNvSpPr>
            <a:spLocks noGrp="1"/>
          </p:cNvSpPr>
          <p:nvPr>
            <p:ph type="body" sz="quarter" idx="14"/>
          </p:nvPr>
        </p:nvSpPr>
        <p:spPr/>
        <p:txBody>
          <a:bodyPr/>
          <a:lstStyle/>
          <a:p>
            <a:r>
              <a:rPr lang="en-US"/>
              <a:t>Week / Session 03</a:t>
            </a:r>
            <a:endParaRPr lang="en-AU"/>
          </a:p>
        </p:txBody>
      </p:sp>
      <p:sp>
        <p:nvSpPr>
          <p:cNvPr id="17" name="Text Placeholder 16"/>
          <p:cNvSpPr>
            <a:spLocks noGrp="1"/>
          </p:cNvSpPr>
          <p:nvPr>
            <p:ph type="body" sz="quarter" idx="15"/>
          </p:nvPr>
        </p:nvSpPr>
        <p:spPr>
          <a:xfrm>
            <a:off x="1051130" y="4824468"/>
            <a:ext cx="10084038" cy="428986"/>
          </a:xfrm>
        </p:spPr>
        <p:txBody>
          <a:bodyPr/>
          <a:lstStyle/>
          <a:p>
            <a:r>
              <a:rPr lang="en-AU"/>
              <a:t>Data Driven Applications</a:t>
            </a:r>
          </a:p>
        </p:txBody>
      </p:sp>
      <p:sp>
        <p:nvSpPr>
          <p:cNvPr id="40" name="Text Placeholder 39"/>
          <p:cNvSpPr>
            <a:spLocks noGrp="1"/>
          </p:cNvSpPr>
          <p:nvPr>
            <p:ph type="body" sz="quarter" idx="16"/>
          </p:nvPr>
        </p:nvSpPr>
        <p:spPr>
          <a:xfrm>
            <a:off x="2991027" y="2862841"/>
            <a:ext cx="8144143" cy="1363594"/>
          </a:xfrm>
        </p:spPr>
        <p:txBody>
          <a:bodyPr/>
          <a:lstStyle/>
          <a:p>
            <a:r>
              <a:rPr lang="en-AU" dirty="0"/>
              <a:t>Maryam </a:t>
            </a:r>
            <a:r>
              <a:rPr lang="en-AU" dirty="0" err="1"/>
              <a:t>Shahabi</a:t>
            </a:r>
            <a:r>
              <a:rPr lang="en-AU" dirty="0"/>
              <a:t> </a:t>
            </a:r>
            <a:r>
              <a:rPr lang="en-AU" dirty="0" err="1"/>
              <a:t>Lotfabadi</a:t>
            </a:r>
            <a:endParaRPr lang="en-AU" dirty="0"/>
          </a:p>
          <a:p>
            <a:r>
              <a:rPr lang="en-AU" dirty="0"/>
              <a:t>Adrian Gould</a:t>
            </a:r>
          </a:p>
          <a:p>
            <a:r>
              <a:rPr lang="en-AU" dirty="0"/>
              <a:t>Namrata Aneja</a:t>
            </a:r>
          </a:p>
        </p:txBody>
      </p:sp>
      <p:sp>
        <p:nvSpPr>
          <p:cNvPr id="41" name="Content Placeholder 40"/>
          <p:cNvSpPr>
            <a:spLocks noGrp="1"/>
          </p:cNvSpPr>
          <p:nvPr>
            <p:ph sz="quarter" idx="17"/>
          </p:nvPr>
        </p:nvSpPr>
        <p:spPr>
          <a:xfrm>
            <a:off x="1054100" y="4226435"/>
            <a:ext cx="10083800" cy="602809"/>
          </a:xfrm>
        </p:spPr>
        <p:txBody>
          <a:bodyPr/>
          <a:lstStyle/>
          <a:p>
            <a:r>
              <a:rPr lang="en-AU"/>
              <a:t>ICT40518 Certificate IV in Programming</a:t>
            </a:r>
          </a:p>
        </p:txBody>
      </p:sp>
    </p:spTree>
    <p:extLst>
      <p:ext uri="{BB962C8B-B14F-4D97-AF65-F5344CB8AC3E}">
        <p14:creationId xmlns:p14="http://schemas.microsoft.com/office/powerpoint/2010/main" val="9133448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09600" y="499892"/>
            <a:ext cx="10972800" cy="1003205"/>
          </a:xfrm>
        </p:spPr>
        <p:txBody>
          <a:bodyPr/>
          <a:lstStyle/>
          <a:p>
            <a:r>
              <a:rPr lang="en-AU"/>
              <a:t>Session Contents</a:t>
            </a:r>
          </a:p>
        </p:txBody>
      </p:sp>
      <p:sp>
        <p:nvSpPr>
          <p:cNvPr id="5" name="Content Placeholder 4"/>
          <p:cNvSpPr>
            <a:spLocks noGrp="1"/>
          </p:cNvSpPr>
          <p:nvPr>
            <p:ph idx="1"/>
          </p:nvPr>
        </p:nvSpPr>
        <p:spPr>
          <a:xfrm>
            <a:off x="609600" y="1794617"/>
            <a:ext cx="10972800" cy="4563491"/>
          </a:xfrm>
        </p:spPr>
        <p:txBody>
          <a:bodyPr>
            <a:normAutofit fontScale="92500" lnSpcReduction="10000"/>
          </a:bodyPr>
          <a:lstStyle/>
          <a:p>
            <a:r>
              <a:rPr lang="en-AU"/>
              <a:t>Creating Tables</a:t>
            </a:r>
          </a:p>
          <a:p>
            <a:r>
              <a:rPr lang="en-AU"/>
              <a:t>Table Population</a:t>
            </a:r>
          </a:p>
          <a:p>
            <a:r>
              <a:rPr lang="en-AU"/>
              <a:t>Deleting Tables</a:t>
            </a:r>
          </a:p>
          <a:p>
            <a:r>
              <a:rPr lang="en-AU"/>
              <a:t>Updating Tables</a:t>
            </a:r>
          </a:p>
          <a:p>
            <a:r>
              <a:rPr lang="en-AU"/>
              <a:t>BREAD &amp; CRUD</a:t>
            </a:r>
          </a:p>
          <a:p>
            <a:r>
              <a:rPr lang="en-AU"/>
              <a:t>Browsing a Table</a:t>
            </a:r>
          </a:p>
          <a:p>
            <a:r>
              <a:rPr lang="en-AU"/>
              <a:t>Browsing with filters</a:t>
            </a:r>
          </a:p>
          <a:p>
            <a:r>
              <a:rPr lang="en-AU"/>
              <a:t>Grouping</a:t>
            </a:r>
          </a:p>
          <a:p>
            <a:r>
              <a:rPr lang="en-AU"/>
              <a:t>Limiting Results</a:t>
            </a:r>
          </a:p>
        </p:txBody>
      </p:sp>
    </p:spTree>
    <p:extLst>
      <p:ext uri="{BB962C8B-B14F-4D97-AF65-F5344CB8AC3E}">
        <p14:creationId xmlns:p14="http://schemas.microsoft.com/office/powerpoint/2010/main" val="34790148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Review</a:t>
            </a:r>
          </a:p>
        </p:txBody>
      </p:sp>
      <p:sp>
        <p:nvSpPr>
          <p:cNvPr id="3" name="Content Placeholder 2"/>
          <p:cNvSpPr>
            <a:spLocks noGrp="1"/>
          </p:cNvSpPr>
          <p:nvPr>
            <p:ph idx="1"/>
          </p:nvPr>
        </p:nvSpPr>
        <p:spPr/>
        <p:txBody>
          <a:bodyPr numCol="1">
            <a:normAutofit/>
          </a:bodyPr>
          <a:lstStyle/>
          <a:p>
            <a:r>
              <a:rPr lang="en-AU"/>
              <a:t>Data Types</a:t>
            </a:r>
          </a:p>
          <a:p>
            <a:pPr lvl="1"/>
            <a:r>
              <a:rPr lang="en-AU"/>
              <a:t>Numbers (</a:t>
            </a:r>
            <a:r>
              <a:rPr lang="en-AU">
                <a:solidFill>
                  <a:srgbClr val="92D050"/>
                </a:solidFill>
                <a:latin typeface="Fira Code" panose="020B0809050000020004" pitchFamily="49" charset="0"/>
                <a:ea typeface="Fira Code" panose="020B0809050000020004" pitchFamily="49" charset="0"/>
                <a:cs typeface="Fira Code" panose="020B0809050000020004" pitchFamily="49" charset="0"/>
              </a:rPr>
              <a:t>int</a:t>
            </a:r>
            <a:r>
              <a:rPr lang="en-AU"/>
              <a:t>, </a:t>
            </a:r>
            <a:r>
              <a:rPr lang="en-AU">
                <a:solidFill>
                  <a:srgbClr val="92D050"/>
                </a:solidFill>
                <a:latin typeface="Fira Code" panose="020B0809050000020004" pitchFamily="49" charset="0"/>
                <a:ea typeface="Fira Code" panose="020B0809050000020004" pitchFamily="49" charset="0"/>
                <a:cs typeface="Fira Code" panose="020B0809050000020004" pitchFamily="49" charset="0"/>
              </a:rPr>
              <a:t>bigint</a:t>
            </a:r>
            <a:r>
              <a:rPr lang="en-AU"/>
              <a:t>, </a:t>
            </a:r>
            <a:r>
              <a:rPr lang="en-AU">
                <a:solidFill>
                  <a:srgbClr val="92D050"/>
                </a:solidFill>
                <a:latin typeface="Fira Code" panose="020B0809050000020004" pitchFamily="49" charset="0"/>
                <a:ea typeface="Fira Code" panose="020B0809050000020004" pitchFamily="49" charset="0"/>
                <a:cs typeface="Fira Code" panose="020B0809050000020004" pitchFamily="49" charset="0"/>
              </a:rPr>
              <a:t>float</a:t>
            </a:r>
            <a:r>
              <a:rPr lang="en-AU"/>
              <a:t>, </a:t>
            </a:r>
            <a:r>
              <a:rPr lang="en-AU">
                <a:solidFill>
                  <a:srgbClr val="92D050"/>
                </a:solidFill>
                <a:latin typeface="Fira Code" panose="020B0809050000020004" pitchFamily="49" charset="0"/>
                <a:ea typeface="Fira Code" panose="020B0809050000020004" pitchFamily="49" charset="0"/>
                <a:cs typeface="Fira Code" panose="020B0809050000020004" pitchFamily="49" charset="0"/>
              </a:rPr>
              <a:t>decimal</a:t>
            </a:r>
            <a:r>
              <a:rPr lang="en-AU"/>
              <a:t>)</a:t>
            </a:r>
          </a:p>
          <a:p>
            <a:pPr lvl="1"/>
            <a:r>
              <a:rPr lang="en-AU"/>
              <a:t>Strings (</a:t>
            </a:r>
            <a:r>
              <a:rPr lang="en-AU">
                <a:solidFill>
                  <a:srgbClr val="92D050"/>
                </a:solidFill>
                <a:latin typeface="Fira Code" panose="020B0809050000020004" pitchFamily="49" charset="0"/>
                <a:ea typeface="Fira Code" panose="020B0809050000020004" pitchFamily="49" charset="0"/>
                <a:cs typeface="Fira Code" panose="020B0809050000020004" pitchFamily="49" charset="0"/>
              </a:rPr>
              <a:t>char</a:t>
            </a:r>
            <a:r>
              <a:rPr lang="en-AU"/>
              <a:t>, </a:t>
            </a:r>
            <a:r>
              <a:rPr lang="en-AU">
                <a:solidFill>
                  <a:srgbClr val="92D050"/>
                </a:solidFill>
                <a:latin typeface="Fira Code" panose="020B0809050000020004" pitchFamily="49" charset="0"/>
                <a:ea typeface="Fira Code" panose="020B0809050000020004" pitchFamily="49" charset="0"/>
                <a:cs typeface="Fira Code" panose="020B0809050000020004" pitchFamily="49" charset="0"/>
              </a:rPr>
              <a:t>varchar</a:t>
            </a:r>
            <a:r>
              <a:rPr lang="en-AU"/>
              <a:t>, </a:t>
            </a:r>
            <a:r>
              <a:rPr lang="en-AU">
                <a:solidFill>
                  <a:srgbClr val="92D050"/>
                </a:solidFill>
                <a:latin typeface="Fira Code" panose="020B0809050000020004" pitchFamily="49" charset="0"/>
                <a:ea typeface="Fira Code" panose="020B0809050000020004" pitchFamily="49" charset="0"/>
                <a:cs typeface="Fira Code" panose="020B0809050000020004" pitchFamily="49" charset="0"/>
              </a:rPr>
              <a:t>text</a:t>
            </a:r>
            <a:r>
              <a:rPr lang="en-AU"/>
              <a:t>)</a:t>
            </a:r>
          </a:p>
          <a:p>
            <a:pPr lvl="1"/>
            <a:r>
              <a:rPr lang="en-AU"/>
              <a:t>Dates and Times (</a:t>
            </a:r>
            <a:r>
              <a:rPr lang="en-AU">
                <a:solidFill>
                  <a:srgbClr val="92D050"/>
                </a:solidFill>
                <a:latin typeface="Fira Code" panose="020B0809050000020004" pitchFamily="49" charset="0"/>
                <a:ea typeface="Fira Code" panose="020B0809050000020004" pitchFamily="49" charset="0"/>
                <a:cs typeface="Fira Code" panose="020B0809050000020004" pitchFamily="49" charset="0"/>
              </a:rPr>
              <a:t>date</a:t>
            </a:r>
            <a:r>
              <a:rPr lang="en-AU"/>
              <a:t>, </a:t>
            </a:r>
            <a:r>
              <a:rPr lang="en-AU">
                <a:solidFill>
                  <a:srgbClr val="92D050"/>
                </a:solidFill>
                <a:latin typeface="Fira Code" panose="020B0809050000020004" pitchFamily="49" charset="0"/>
                <a:ea typeface="Fira Code" panose="020B0809050000020004" pitchFamily="49" charset="0"/>
                <a:cs typeface="Fira Code" panose="020B0809050000020004" pitchFamily="49" charset="0"/>
              </a:rPr>
              <a:t>time</a:t>
            </a:r>
            <a:r>
              <a:rPr lang="en-AU"/>
              <a:t>, </a:t>
            </a:r>
            <a:r>
              <a:rPr lang="en-AU">
                <a:solidFill>
                  <a:srgbClr val="92D050"/>
                </a:solidFill>
                <a:latin typeface="Fira Code" panose="020B0809050000020004" pitchFamily="49" charset="0"/>
                <a:ea typeface="Fira Code" panose="020B0809050000020004" pitchFamily="49" charset="0"/>
                <a:cs typeface="Fira Code" panose="020B0809050000020004" pitchFamily="49" charset="0"/>
              </a:rPr>
              <a:t>datetime</a:t>
            </a:r>
            <a:r>
              <a:rPr lang="en-AU"/>
              <a:t>)</a:t>
            </a:r>
          </a:p>
          <a:p>
            <a:pPr lvl="1"/>
            <a:r>
              <a:rPr lang="en-AU"/>
              <a:t>etc</a:t>
            </a:r>
          </a:p>
          <a:p>
            <a:r>
              <a:rPr lang="en-AU"/>
              <a:t>Created a simple table</a:t>
            </a:r>
          </a:p>
          <a:p>
            <a:r>
              <a:rPr lang="en-AU"/>
              <a:t>Added data to the simple table</a:t>
            </a:r>
          </a:p>
        </p:txBody>
      </p:sp>
    </p:spTree>
    <p:extLst>
      <p:ext uri="{BB962C8B-B14F-4D97-AF65-F5344CB8AC3E}">
        <p14:creationId xmlns:p14="http://schemas.microsoft.com/office/powerpoint/2010/main" val="40673816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Creating Tables with a Primary key</a:t>
            </a:r>
          </a:p>
        </p:txBody>
      </p:sp>
      <p:sp>
        <p:nvSpPr>
          <p:cNvPr id="3" name="Text Placeholder 2"/>
          <p:cNvSpPr>
            <a:spLocks noGrp="1"/>
          </p:cNvSpPr>
          <p:nvPr>
            <p:ph type="body" idx="1"/>
          </p:nvPr>
        </p:nvSpPr>
        <p:spPr/>
        <p:txBody>
          <a:bodyPr/>
          <a:lstStyle/>
          <a:p>
            <a:r>
              <a:rPr lang="en-AU" dirty="0"/>
              <a:t>SQL Queries </a:t>
            </a:r>
          </a:p>
        </p:txBody>
      </p:sp>
    </p:spTree>
    <p:extLst>
      <p:ext uri="{BB962C8B-B14F-4D97-AF65-F5344CB8AC3E}">
        <p14:creationId xmlns:p14="http://schemas.microsoft.com/office/powerpoint/2010/main" val="31310479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Creating Tables</a:t>
            </a:r>
          </a:p>
        </p:txBody>
      </p:sp>
      <p:sp>
        <p:nvSpPr>
          <p:cNvPr id="3" name="Content Placeholder 2"/>
          <p:cNvSpPr>
            <a:spLocks noGrp="1"/>
          </p:cNvSpPr>
          <p:nvPr>
            <p:ph idx="1"/>
          </p:nvPr>
        </p:nvSpPr>
        <p:spPr>
          <a:xfrm>
            <a:off x="599768" y="1794617"/>
            <a:ext cx="10972800" cy="4563491"/>
          </a:xfrm>
        </p:spPr>
        <p:txBody>
          <a:bodyPr>
            <a:normAutofit/>
          </a:bodyPr>
          <a:lstStyle/>
          <a:p>
            <a:r>
              <a:rPr lang="en-AU"/>
              <a:t>To create a table we use the SQL command:</a:t>
            </a:r>
          </a:p>
          <a:p>
            <a:pPr lvl="1"/>
            <a:r>
              <a:rPr lang="en-AU">
                <a:solidFill>
                  <a:srgbClr val="92D050"/>
                </a:solidFill>
                <a:latin typeface="Fira Code" panose="020B0809050000020004" pitchFamily="49" charset="0"/>
                <a:ea typeface="Fira Code" panose="020B0809050000020004" pitchFamily="49" charset="0"/>
                <a:cs typeface="Fira Code" panose="020B0809050000020004" pitchFamily="49" charset="0"/>
              </a:rPr>
              <a:t>CREATE TABLE </a:t>
            </a:r>
          </a:p>
          <a:p>
            <a:r>
              <a:rPr lang="en-AU"/>
              <a:t>The general structure of this command is:</a:t>
            </a:r>
          </a:p>
          <a:p>
            <a:pPr lvl="1"/>
            <a:r>
              <a:rPr lang="en-AU">
                <a:solidFill>
                  <a:srgbClr val="92D050"/>
                </a:solidFill>
                <a:latin typeface="Fira Code" panose="020B0809050000020004" pitchFamily="49" charset="0"/>
                <a:ea typeface="Fira Code" panose="020B0809050000020004" pitchFamily="49" charset="0"/>
                <a:cs typeface="Fira Code" panose="020B0809050000020004" pitchFamily="49" charset="0"/>
              </a:rPr>
              <a:t>CREATE TABLE </a:t>
            </a:r>
            <a:r>
              <a:rPr lang="en-AU" err="1">
                <a:solidFill>
                  <a:srgbClr val="92D050"/>
                </a:solidFill>
                <a:latin typeface="Fira Code" panose="020B0809050000020004" pitchFamily="49" charset="0"/>
                <a:ea typeface="Fira Code" panose="020B0809050000020004" pitchFamily="49" charset="0"/>
                <a:cs typeface="Fira Code" panose="020B0809050000020004" pitchFamily="49" charset="0"/>
              </a:rPr>
              <a:t>table_name</a:t>
            </a:r>
            <a:r>
              <a:rPr lang="en-AU">
                <a:solidFill>
                  <a:srgbClr val="92D050"/>
                </a:solidFill>
                <a:latin typeface="Fira Code" panose="020B0809050000020004" pitchFamily="49" charset="0"/>
                <a:ea typeface="Fira Code" panose="020B0809050000020004" pitchFamily="49" charset="0"/>
                <a:cs typeface="Fira Code" panose="020B0809050000020004" pitchFamily="49" charset="0"/>
              </a:rPr>
              <a:t> (</a:t>
            </a:r>
          </a:p>
          <a:p>
            <a:pPr lvl="1"/>
            <a:r>
              <a:rPr lang="en-AU">
                <a:solidFill>
                  <a:srgbClr val="92D050"/>
                </a:solidFill>
                <a:latin typeface="Fira Code" panose="020B0809050000020004" pitchFamily="49" charset="0"/>
                <a:ea typeface="Fira Code" panose="020B0809050000020004" pitchFamily="49" charset="0"/>
                <a:cs typeface="Fira Code" panose="020B0809050000020004" pitchFamily="49" charset="0"/>
              </a:rPr>
              <a:t>    </a:t>
            </a:r>
            <a:r>
              <a:rPr lang="en-AU" err="1">
                <a:solidFill>
                  <a:srgbClr val="92D050"/>
                </a:solidFill>
                <a:latin typeface="Fira Code" panose="020B0809050000020004" pitchFamily="49" charset="0"/>
                <a:ea typeface="Fira Code" panose="020B0809050000020004" pitchFamily="49" charset="0"/>
                <a:cs typeface="Fira Code" panose="020B0809050000020004" pitchFamily="49" charset="0"/>
              </a:rPr>
              <a:t>field_name</a:t>
            </a:r>
            <a:r>
              <a:rPr lang="en-AU">
                <a:solidFill>
                  <a:srgbClr val="92D050"/>
                </a:solidFill>
                <a:latin typeface="Fira Code" panose="020B0809050000020004" pitchFamily="49" charset="0"/>
                <a:ea typeface="Fira Code" panose="020B0809050000020004" pitchFamily="49" charset="0"/>
                <a:cs typeface="Fira Code" panose="020B0809050000020004" pitchFamily="49" charset="0"/>
              </a:rPr>
              <a:t> </a:t>
            </a:r>
            <a:r>
              <a:rPr lang="en-AU" err="1">
                <a:solidFill>
                  <a:srgbClr val="92D050"/>
                </a:solidFill>
                <a:latin typeface="Fira Code" panose="020B0809050000020004" pitchFamily="49" charset="0"/>
                <a:ea typeface="Fira Code" panose="020B0809050000020004" pitchFamily="49" charset="0"/>
                <a:cs typeface="Fira Code" panose="020B0809050000020004" pitchFamily="49" charset="0"/>
              </a:rPr>
              <a:t>data_type</a:t>
            </a:r>
            <a:r>
              <a:rPr lang="en-AU">
                <a:solidFill>
                  <a:srgbClr val="92D050"/>
                </a:solidFill>
                <a:latin typeface="Fira Code" panose="020B0809050000020004" pitchFamily="49" charset="0"/>
                <a:ea typeface="Fira Code" panose="020B0809050000020004" pitchFamily="49" charset="0"/>
                <a:cs typeface="Fira Code" panose="020B0809050000020004" pitchFamily="49" charset="0"/>
              </a:rPr>
              <a:t>(size) </a:t>
            </a:r>
            <a:r>
              <a:rPr lang="en-AU" err="1">
                <a:solidFill>
                  <a:srgbClr val="92D050"/>
                </a:solidFill>
                <a:latin typeface="Fira Code" panose="020B0809050000020004" pitchFamily="49" charset="0"/>
                <a:ea typeface="Fira Code" panose="020B0809050000020004" pitchFamily="49" charset="0"/>
                <a:cs typeface="Fira Code" panose="020B0809050000020004" pitchFamily="49" charset="0"/>
              </a:rPr>
              <a:t>other_options</a:t>
            </a:r>
            <a:r>
              <a:rPr lang="en-AU">
                <a:solidFill>
                  <a:srgbClr val="92D050"/>
                </a:solidFill>
                <a:latin typeface="Fira Code" panose="020B0809050000020004" pitchFamily="49" charset="0"/>
                <a:ea typeface="Fira Code" panose="020B0809050000020004" pitchFamily="49" charset="0"/>
                <a:cs typeface="Fira Code" panose="020B0809050000020004" pitchFamily="49" charset="0"/>
              </a:rPr>
              <a:t>,</a:t>
            </a:r>
          </a:p>
          <a:p>
            <a:pPr lvl="1"/>
            <a:r>
              <a:rPr lang="en-AU">
                <a:solidFill>
                  <a:srgbClr val="92D050"/>
                </a:solidFill>
                <a:latin typeface="Fira Code" panose="020B0809050000020004" pitchFamily="49" charset="0"/>
                <a:ea typeface="Fira Code" panose="020B0809050000020004" pitchFamily="49" charset="0"/>
                <a:cs typeface="Fira Code" panose="020B0809050000020004" pitchFamily="49" charset="0"/>
              </a:rPr>
              <a:t>    … </a:t>
            </a:r>
          </a:p>
          <a:p>
            <a:pPr lvl="1"/>
            <a:r>
              <a:rPr lang="en-AU">
                <a:solidFill>
                  <a:srgbClr val="92D050"/>
                </a:solidFill>
                <a:latin typeface="Fira Code" panose="020B0809050000020004" pitchFamily="49" charset="0"/>
                <a:ea typeface="Fira Code" panose="020B0809050000020004" pitchFamily="49" charset="0"/>
                <a:cs typeface="Fira Code" panose="020B0809050000020004" pitchFamily="49" charset="0"/>
              </a:rPr>
              <a:t>);</a:t>
            </a:r>
          </a:p>
          <a:p>
            <a:endParaRPr lang="en-AU"/>
          </a:p>
        </p:txBody>
      </p:sp>
    </p:spTree>
    <p:extLst>
      <p:ext uri="{BB962C8B-B14F-4D97-AF65-F5344CB8AC3E}">
        <p14:creationId xmlns:p14="http://schemas.microsoft.com/office/powerpoint/2010/main" val="41463852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Creating Tables</a:t>
            </a:r>
          </a:p>
        </p:txBody>
      </p:sp>
      <p:sp>
        <p:nvSpPr>
          <p:cNvPr id="3" name="Content Placeholder 2"/>
          <p:cNvSpPr>
            <a:spLocks noGrp="1"/>
          </p:cNvSpPr>
          <p:nvPr>
            <p:ph idx="1"/>
          </p:nvPr>
        </p:nvSpPr>
        <p:spPr/>
        <p:txBody>
          <a:bodyPr>
            <a:normAutofit fontScale="92500" lnSpcReduction="10000"/>
          </a:bodyPr>
          <a:lstStyle/>
          <a:p>
            <a:r>
              <a:rPr lang="en-AU"/>
              <a:t>Example definition of a table</a:t>
            </a:r>
          </a:p>
          <a:p>
            <a:r>
              <a:rPr lang="en-AU"/>
              <a:t>Table: Customers</a:t>
            </a:r>
            <a:br>
              <a:rPr lang="en-AU"/>
            </a:br>
            <a:r>
              <a:rPr lang="en-AU"/>
              <a:t/>
            </a:r>
            <a:br>
              <a:rPr lang="en-AU"/>
            </a:br>
            <a:r>
              <a:rPr lang="en-AU"/>
              <a:t/>
            </a:r>
            <a:br>
              <a:rPr lang="en-AU"/>
            </a:br>
            <a:r>
              <a:rPr lang="en-AU"/>
              <a:t/>
            </a:r>
            <a:br>
              <a:rPr lang="en-AU"/>
            </a:br>
            <a:r>
              <a:rPr lang="en-AU"/>
              <a:t/>
            </a:r>
            <a:br>
              <a:rPr lang="en-AU"/>
            </a:br>
            <a:r>
              <a:rPr lang="en-AU"/>
              <a:t/>
            </a:r>
            <a:br>
              <a:rPr lang="en-AU"/>
            </a:br>
            <a:endParaRPr lang="en-AU"/>
          </a:p>
          <a:p>
            <a:pPr lvl="1"/>
            <a:r>
              <a:rPr lang="en-AU"/>
              <a:t>The four dark red columns will be </a:t>
            </a:r>
            <a:br>
              <a:rPr lang="en-AU"/>
            </a:br>
            <a:r>
              <a:rPr lang="en-AU"/>
              <a:t>explained during the next few weeks</a:t>
            </a:r>
          </a:p>
        </p:txBody>
      </p:sp>
      <p:graphicFrame>
        <p:nvGraphicFramePr>
          <p:cNvPr id="4" name="Table 3"/>
          <p:cNvGraphicFramePr>
            <a:graphicFrameLocks noGrp="1"/>
          </p:cNvGraphicFramePr>
          <p:nvPr>
            <p:extLst>
              <p:ext uri="{D42A27DB-BD31-4B8C-83A1-F6EECF244321}">
                <p14:modId xmlns:p14="http://schemas.microsoft.com/office/powerpoint/2010/main" val="2685600049"/>
              </p:ext>
            </p:extLst>
          </p:nvPr>
        </p:nvGraphicFramePr>
        <p:xfrm>
          <a:off x="609600" y="2963842"/>
          <a:ext cx="10972799" cy="2225040"/>
        </p:xfrm>
        <a:graphic>
          <a:graphicData uri="http://schemas.openxmlformats.org/drawingml/2006/table">
            <a:tbl>
              <a:tblPr firstRow="1" bandRow="1">
                <a:tableStyleId>{21E4AEA4-8DFA-4A89-87EB-49C32662AFE0}</a:tableStyleId>
              </a:tblPr>
              <a:tblGrid>
                <a:gridCol w="1781759">
                  <a:extLst>
                    <a:ext uri="{9D8B030D-6E8A-4147-A177-3AD203B41FA5}">
                      <a16:colId xmlns:a16="http://schemas.microsoft.com/office/drawing/2014/main" val="4070237601"/>
                    </a:ext>
                  </a:extLst>
                </a:gridCol>
                <a:gridCol w="1771308">
                  <a:extLst>
                    <a:ext uri="{9D8B030D-6E8A-4147-A177-3AD203B41FA5}">
                      <a16:colId xmlns:a16="http://schemas.microsoft.com/office/drawing/2014/main" val="2176141039"/>
                    </a:ext>
                  </a:extLst>
                </a:gridCol>
                <a:gridCol w="787157">
                  <a:extLst>
                    <a:ext uri="{9D8B030D-6E8A-4147-A177-3AD203B41FA5}">
                      <a16:colId xmlns:a16="http://schemas.microsoft.com/office/drawing/2014/main" val="1279049190"/>
                    </a:ext>
                  </a:extLst>
                </a:gridCol>
                <a:gridCol w="1534529">
                  <a:extLst>
                    <a:ext uri="{9D8B030D-6E8A-4147-A177-3AD203B41FA5}">
                      <a16:colId xmlns:a16="http://schemas.microsoft.com/office/drawing/2014/main" val="360597995"/>
                    </a:ext>
                  </a:extLst>
                </a:gridCol>
                <a:gridCol w="758739">
                  <a:extLst>
                    <a:ext uri="{9D8B030D-6E8A-4147-A177-3AD203B41FA5}">
                      <a16:colId xmlns:a16="http://schemas.microsoft.com/office/drawing/2014/main" val="3021564120"/>
                    </a:ext>
                  </a:extLst>
                </a:gridCol>
                <a:gridCol w="1270249">
                  <a:extLst>
                    <a:ext uri="{9D8B030D-6E8A-4147-A177-3AD203B41FA5}">
                      <a16:colId xmlns:a16="http://schemas.microsoft.com/office/drawing/2014/main" val="1813909588"/>
                    </a:ext>
                  </a:extLst>
                </a:gridCol>
                <a:gridCol w="1534529">
                  <a:extLst>
                    <a:ext uri="{9D8B030D-6E8A-4147-A177-3AD203B41FA5}">
                      <a16:colId xmlns:a16="http://schemas.microsoft.com/office/drawing/2014/main" val="1278746662"/>
                    </a:ext>
                  </a:extLst>
                </a:gridCol>
                <a:gridCol w="1534529">
                  <a:extLst>
                    <a:ext uri="{9D8B030D-6E8A-4147-A177-3AD203B41FA5}">
                      <a16:colId xmlns:a16="http://schemas.microsoft.com/office/drawing/2014/main" val="539335442"/>
                    </a:ext>
                  </a:extLst>
                </a:gridCol>
              </a:tblGrid>
              <a:tr h="370840">
                <a:tc>
                  <a:txBody>
                    <a:bodyPr/>
                    <a:lstStyle/>
                    <a:p>
                      <a:r>
                        <a:rPr lang="en-AU" dirty="0"/>
                        <a:t>Field Name</a:t>
                      </a:r>
                    </a:p>
                  </a:txBody>
                  <a:tcPr/>
                </a:tc>
                <a:tc>
                  <a:txBody>
                    <a:bodyPr/>
                    <a:lstStyle/>
                    <a:p>
                      <a:r>
                        <a:rPr lang="en-AU"/>
                        <a:t>Data Type</a:t>
                      </a:r>
                    </a:p>
                  </a:txBody>
                  <a:tcPr/>
                </a:tc>
                <a:tc>
                  <a:txBody>
                    <a:bodyPr/>
                    <a:lstStyle/>
                    <a:p>
                      <a:r>
                        <a:rPr lang="en-AU"/>
                        <a:t>Size</a:t>
                      </a:r>
                    </a:p>
                  </a:txBody>
                  <a:tcPr/>
                </a:tc>
                <a:tc>
                  <a:txBody>
                    <a:bodyPr/>
                    <a:lstStyle/>
                    <a:p>
                      <a:r>
                        <a:rPr lang="en-AU"/>
                        <a:t>Unsigned</a:t>
                      </a:r>
                    </a:p>
                  </a:txBody>
                  <a:tcPr/>
                </a:tc>
                <a:tc>
                  <a:txBody>
                    <a:bodyPr/>
                    <a:lstStyle/>
                    <a:p>
                      <a:r>
                        <a:rPr lang="en-AU"/>
                        <a:t>Null</a:t>
                      </a:r>
                    </a:p>
                  </a:txBody>
                  <a:tcPr>
                    <a:solidFill>
                      <a:schemeClr val="accent2">
                        <a:lumMod val="50000"/>
                      </a:schemeClr>
                    </a:solidFill>
                  </a:tcPr>
                </a:tc>
                <a:tc>
                  <a:txBody>
                    <a:bodyPr/>
                    <a:lstStyle/>
                    <a:p>
                      <a:r>
                        <a:rPr lang="en-AU"/>
                        <a:t>Zero Fill</a:t>
                      </a:r>
                    </a:p>
                  </a:txBody>
                  <a:tcPr>
                    <a:solidFill>
                      <a:schemeClr val="accent2">
                        <a:lumMod val="50000"/>
                      </a:schemeClr>
                    </a:solidFill>
                  </a:tcPr>
                </a:tc>
                <a:tc>
                  <a:txBody>
                    <a:bodyPr/>
                    <a:lstStyle/>
                    <a:p>
                      <a:r>
                        <a:rPr lang="en-AU"/>
                        <a:t>Default</a:t>
                      </a:r>
                    </a:p>
                  </a:txBody>
                  <a:tcPr>
                    <a:solidFill>
                      <a:schemeClr val="accent2">
                        <a:lumMod val="50000"/>
                      </a:schemeClr>
                    </a:solidFill>
                  </a:tcPr>
                </a:tc>
                <a:tc>
                  <a:txBody>
                    <a:bodyPr/>
                    <a:lstStyle/>
                    <a:p>
                      <a:r>
                        <a:rPr lang="en-AU"/>
                        <a:t>Primary Key</a:t>
                      </a:r>
                    </a:p>
                  </a:txBody>
                  <a:tcPr>
                    <a:solidFill>
                      <a:schemeClr val="accent2">
                        <a:lumMod val="50000"/>
                      </a:schemeClr>
                    </a:solidFill>
                  </a:tcPr>
                </a:tc>
                <a:extLst>
                  <a:ext uri="{0D108BD9-81ED-4DB2-BD59-A6C34878D82A}">
                    <a16:rowId xmlns:a16="http://schemas.microsoft.com/office/drawing/2014/main" val="4204937884"/>
                  </a:ext>
                </a:extLst>
              </a:tr>
              <a:tr h="370840">
                <a:tc>
                  <a:txBody>
                    <a:bodyPr/>
                    <a:lstStyle/>
                    <a:p>
                      <a:r>
                        <a:rPr lang="en-AU"/>
                        <a:t>Given Name</a:t>
                      </a:r>
                    </a:p>
                  </a:txBody>
                  <a:tcPr/>
                </a:tc>
                <a:tc>
                  <a:txBody>
                    <a:bodyPr/>
                    <a:lstStyle/>
                    <a:p>
                      <a:r>
                        <a:rPr lang="en-AU" dirty="0" err="1"/>
                        <a:t>varchar</a:t>
                      </a:r>
                      <a:endParaRPr lang="en-AU" dirty="0"/>
                    </a:p>
                  </a:txBody>
                  <a:tcPr/>
                </a:tc>
                <a:tc>
                  <a:txBody>
                    <a:bodyPr/>
                    <a:lstStyle/>
                    <a:p>
                      <a:r>
                        <a:rPr lang="en-AU"/>
                        <a:t>255</a:t>
                      </a:r>
                    </a:p>
                  </a:txBody>
                  <a:tcPr/>
                </a:tc>
                <a:tc>
                  <a:txBody>
                    <a:bodyPr/>
                    <a:lstStyle/>
                    <a:p>
                      <a:endParaRPr lang="en-AU"/>
                    </a:p>
                  </a:txBody>
                  <a:tcPr/>
                </a:tc>
                <a:tc>
                  <a:txBody>
                    <a:bodyPr/>
                    <a:lstStyle/>
                    <a:p>
                      <a:endParaRPr lang="en-AU"/>
                    </a:p>
                  </a:txBody>
                  <a:tcPr>
                    <a:solidFill>
                      <a:schemeClr val="accent2">
                        <a:lumMod val="50000"/>
                      </a:schemeClr>
                    </a:solidFill>
                  </a:tcPr>
                </a:tc>
                <a:tc>
                  <a:txBody>
                    <a:bodyPr/>
                    <a:lstStyle/>
                    <a:p>
                      <a:endParaRPr lang="en-AU" dirty="0"/>
                    </a:p>
                  </a:txBody>
                  <a:tcPr>
                    <a:solidFill>
                      <a:schemeClr val="accent2">
                        <a:lumMod val="50000"/>
                      </a:schemeClr>
                    </a:solidFill>
                  </a:tcPr>
                </a:tc>
                <a:tc>
                  <a:txBody>
                    <a:bodyPr/>
                    <a:lstStyle/>
                    <a:p>
                      <a:endParaRPr lang="en-AU"/>
                    </a:p>
                  </a:txBody>
                  <a:tcPr>
                    <a:solidFill>
                      <a:schemeClr val="accent2">
                        <a:lumMod val="50000"/>
                      </a:schemeClr>
                    </a:solidFill>
                  </a:tcPr>
                </a:tc>
                <a:tc>
                  <a:txBody>
                    <a:bodyPr/>
                    <a:lstStyle/>
                    <a:p>
                      <a:endParaRPr lang="en-AU"/>
                    </a:p>
                  </a:txBody>
                  <a:tcPr>
                    <a:solidFill>
                      <a:schemeClr val="accent2">
                        <a:lumMod val="50000"/>
                      </a:schemeClr>
                    </a:solidFill>
                  </a:tcPr>
                </a:tc>
                <a:extLst>
                  <a:ext uri="{0D108BD9-81ED-4DB2-BD59-A6C34878D82A}">
                    <a16:rowId xmlns:a16="http://schemas.microsoft.com/office/drawing/2014/main" val="1664324930"/>
                  </a:ext>
                </a:extLst>
              </a:tr>
              <a:tr h="370840">
                <a:tc>
                  <a:txBody>
                    <a:bodyPr/>
                    <a:lstStyle/>
                    <a:p>
                      <a:r>
                        <a:rPr lang="en-AU"/>
                        <a:t>Family Name</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dirty="0" err="1"/>
                        <a:t>varchar</a:t>
                      </a:r>
                      <a:endParaRPr lang="en-AU" dirty="0"/>
                    </a:p>
                  </a:txBody>
                  <a:tcPr/>
                </a:tc>
                <a:tc>
                  <a:txBody>
                    <a:bodyPr/>
                    <a:lstStyle/>
                    <a:p>
                      <a:r>
                        <a:rPr lang="en-AU" dirty="0"/>
                        <a:t>255</a:t>
                      </a:r>
                    </a:p>
                  </a:txBody>
                  <a:tcPr/>
                </a:tc>
                <a:tc>
                  <a:txBody>
                    <a:bodyPr/>
                    <a:lstStyle/>
                    <a:p>
                      <a:endParaRPr lang="en-AU"/>
                    </a:p>
                  </a:txBody>
                  <a:tcPr/>
                </a:tc>
                <a:tc>
                  <a:txBody>
                    <a:bodyPr/>
                    <a:lstStyle/>
                    <a:p>
                      <a:endParaRPr lang="en-AU"/>
                    </a:p>
                  </a:txBody>
                  <a:tcPr>
                    <a:solidFill>
                      <a:schemeClr val="accent2">
                        <a:lumMod val="50000"/>
                      </a:schemeClr>
                    </a:solidFill>
                  </a:tcPr>
                </a:tc>
                <a:tc>
                  <a:txBody>
                    <a:bodyPr/>
                    <a:lstStyle/>
                    <a:p>
                      <a:endParaRPr lang="en-AU"/>
                    </a:p>
                  </a:txBody>
                  <a:tcPr>
                    <a:solidFill>
                      <a:schemeClr val="accent2">
                        <a:lumMod val="50000"/>
                      </a:schemeClr>
                    </a:solidFill>
                  </a:tcPr>
                </a:tc>
                <a:tc>
                  <a:txBody>
                    <a:bodyPr/>
                    <a:lstStyle/>
                    <a:p>
                      <a:endParaRPr lang="en-AU"/>
                    </a:p>
                  </a:txBody>
                  <a:tcPr>
                    <a:solidFill>
                      <a:schemeClr val="accent2">
                        <a:lumMod val="50000"/>
                      </a:schemeClr>
                    </a:solidFill>
                  </a:tcPr>
                </a:tc>
                <a:tc>
                  <a:txBody>
                    <a:bodyPr/>
                    <a:lstStyle/>
                    <a:p>
                      <a:endParaRPr lang="en-AU"/>
                    </a:p>
                  </a:txBody>
                  <a:tcPr>
                    <a:solidFill>
                      <a:schemeClr val="accent2">
                        <a:lumMod val="50000"/>
                      </a:schemeClr>
                    </a:solidFill>
                  </a:tcPr>
                </a:tc>
                <a:extLst>
                  <a:ext uri="{0D108BD9-81ED-4DB2-BD59-A6C34878D82A}">
                    <a16:rowId xmlns:a16="http://schemas.microsoft.com/office/drawing/2014/main" val="3442888030"/>
                  </a:ext>
                </a:extLst>
              </a:tr>
              <a:tr h="370840">
                <a:tc>
                  <a:txBody>
                    <a:bodyPr/>
                    <a:lstStyle/>
                    <a:p>
                      <a:r>
                        <a:rPr lang="en-AU"/>
                        <a:t>Address</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a:t>varchar</a:t>
                      </a:r>
                    </a:p>
                  </a:txBody>
                  <a:tcPr/>
                </a:tc>
                <a:tc>
                  <a:txBody>
                    <a:bodyPr/>
                    <a:lstStyle/>
                    <a:p>
                      <a:r>
                        <a:rPr lang="en-AU" dirty="0"/>
                        <a:t>255</a:t>
                      </a:r>
                    </a:p>
                  </a:txBody>
                  <a:tcPr/>
                </a:tc>
                <a:tc>
                  <a:txBody>
                    <a:bodyPr/>
                    <a:lstStyle/>
                    <a:p>
                      <a:endParaRPr lang="en-AU" dirty="0"/>
                    </a:p>
                  </a:txBody>
                  <a:tcPr/>
                </a:tc>
                <a:tc>
                  <a:txBody>
                    <a:bodyPr/>
                    <a:lstStyle/>
                    <a:p>
                      <a:endParaRPr lang="en-AU"/>
                    </a:p>
                  </a:txBody>
                  <a:tcPr>
                    <a:solidFill>
                      <a:schemeClr val="accent2">
                        <a:lumMod val="50000"/>
                      </a:schemeClr>
                    </a:solidFill>
                  </a:tcPr>
                </a:tc>
                <a:tc>
                  <a:txBody>
                    <a:bodyPr/>
                    <a:lstStyle/>
                    <a:p>
                      <a:endParaRPr lang="en-AU"/>
                    </a:p>
                  </a:txBody>
                  <a:tcPr>
                    <a:solidFill>
                      <a:schemeClr val="accent2">
                        <a:lumMod val="50000"/>
                      </a:schemeClr>
                    </a:solidFill>
                  </a:tcPr>
                </a:tc>
                <a:tc>
                  <a:txBody>
                    <a:bodyPr/>
                    <a:lstStyle/>
                    <a:p>
                      <a:endParaRPr lang="en-AU"/>
                    </a:p>
                  </a:txBody>
                  <a:tcPr>
                    <a:solidFill>
                      <a:schemeClr val="accent2">
                        <a:lumMod val="50000"/>
                      </a:schemeClr>
                    </a:solidFill>
                  </a:tcPr>
                </a:tc>
                <a:tc>
                  <a:txBody>
                    <a:bodyPr/>
                    <a:lstStyle/>
                    <a:p>
                      <a:endParaRPr lang="en-AU"/>
                    </a:p>
                  </a:txBody>
                  <a:tcPr>
                    <a:solidFill>
                      <a:schemeClr val="accent2">
                        <a:lumMod val="50000"/>
                      </a:schemeClr>
                    </a:solidFill>
                  </a:tcPr>
                </a:tc>
                <a:extLst>
                  <a:ext uri="{0D108BD9-81ED-4DB2-BD59-A6C34878D82A}">
                    <a16:rowId xmlns:a16="http://schemas.microsoft.com/office/drawing/2014/main" val="1067306469"/>
                  </a:ext>
                </a:extLst>
              </a:tr>
              <a:tr h="370840">
                <a:tc>
                  <a:txBody>
                    <a:bodyPr/>
                    <a:lstStyle/>
                    <a:p>
                      <a:r>
                        <a:rPr lang="en-AU"/>
                        <a:t>Age</a:t>
                      </a:r>
                    </a:p>
                  </a:txBody>
                  <a:tcPr/>
                </a:tc>
                <a:tc>
                  <a:txBody>
                    <a:bodyPr/>
                    <a:lstStyle/>
                    <a:p>
                      <a:r>
                        <a:rPr lang="en-AU"/>
                        <a:t>tiny integer</a:t>
                      </a:r>
                    </a:p>
                  </a:txBody>
                  <a:tcPr/>
                </a:tc>
                <a:tc>
                  <a:txBody>
                    <a:bodyPr/>
                    <a:lstStyle/>
                    <a:p>
                      <a:endParaRPr lang="en-AU"/>
                    </a:p>
                  </a:txBody>
                  <a:tcPr/>
                </a:tc>
                <a:tc>
                  <a:txBody>
                    <a:bodyPr/>
                    <a:lstStyle/>
                    <a:p>
                      <a:r>
                        <a:rPr lang="en-AU" dirty="0"/>
                        <a:t>Y</a:t>
                      </a:r>
                    </a:p>
                  </a:txBody>
                  <a:tcPr/>
                </a:tc>
                <a:tc>
                  <a:txBody>
                    <a:bodyPr/>
                    <a:lstStyle/>
                    <a:p>
                      <a:endParaRPr lang="en-AU" dirty="0"/>
                    </a:p>
                  </a:txBody>
                  <a:tcPr>
                    <a:solidFill>
                      <a:schemeClr val="accent2">
                        <a:lumMod val="50000"/>
                      </a:schemeClr>
                    </a:solidFill>
                  </a:tcPr>
                </a:tc>
                <a:tc>
                  <a:txBody>
                    <a:bodyPr/>
                    <a:lstStyle/>
                    <a:p>
                      <a:endParaRPr lang="en-AU"/>
                    </a:p>
                  </a:txBody>
                  <a:tcPr>
                    <a:solidFill>
                      <a:schemeClr val="accent2">
                        <a:lumMod val="50000"/>
                      </a:schemeClr>
                    </a:solidFill>
                  </a:tcPr>
                </a:tc>
                <a:tc>
                  <a:txBody>
                    <a:bodyPr/>
                    <a:lstStyle/>
                    <a:p>
                      <a:endParaRPr lang="en-AU"/>
                    </a:p>
                  </a:txBody>
                  <a:tcPr>
                    <a:solidFill>
                      <a:schemeClr val="accent2">
                        <a:lumMod val="50000"/>
                      </a:schemeClr>
                    </a:solidFill>
                  </a:tcPr>
                </a:tc>
                <a:tc>
                  <a:txBody>
                    <a:bodyPr/>
                    <a:lstStyle/>
                    <a:p>
                      <a:endParaRPr lang="en-AU"/>
                    </a:p>
                  </a:txBody>
                  <a:tcPr>
                    <a:solidFill>
                      <a:schemeClr val="accent2">
                        <a:lumMod val="50000"/>
                      </a:schemeClr>
                    </a:solidFill>
                  </a:tcPr>
                </a:tc>
                <a:extLst>
                  <a:ext uri="{0D108BD9-81ED-4DB2-BD59-A6C34878D82A}">
                    <a16:rowId xmlns:a16="http://schemas.microsoft.com/office/drawing/2014/main" val="1144237521"/>
                  </a:ext>
                </a:extLst>
              </a:tr>
              <a:tr h="370840">
                <a:tc>
                  <a:txBody>
                    <a:bodyPr/>
                    <a:lstStyle/>
                    <a:p>
                      <a:r>
                        <a:rPr lang="en-AU"/>
                        <a:t>Gender</a:t>
                      </a:r>
                    </a:p>
                  </a:txBody>
                  <a:tcPr/>
                </a:tc>
                <a:tc>
                  <a:txBody>
                    <a:bodyPr/>
                    <a:lstStyle/>
                    <a:p>
                      <a:r>
                        <a:rPr lang="en-AU"/>
                        <a:t>char</a:t>
                      </a:r>
                    </a:p>
                  </a:txBody>
                  <a:tcPr/>
                </a:tc>
                <a:tc>
                  <a:txBody>
                    <a:bodyPr/>
                    <a:lstStyle/>
                    <a:p>
                      <a:r>
                        <a:rPr lang="en-AU"/>
                        <a:t>1</a:t>
                      </a:r>
                    </a:p>
                  </a:txBody>
                  <a:tcPr/>
                </a:tc>
                <a:tc>
                  <a:txBody>
                    <a:bodyPr/>
                    <a:lstStyle/>
                    <a:p>
                      <a:endParaRPr lang="en-AU"/>
                    </a:p>
                  </a:txBody>
                  <a:tcPr/>
                </a:tc>
                <a:tc>
                  <a:txBody>
                    <a:bodyPr/>
                    <a:lstStyle/>
                    <a:p>
                      <a:endParaRPr lang="en-AU" dirty="0"/>
                    </a:p>
                  </a:txBody>
                  <a:tcPr>
                    <a:solidFill>
                      <a:schemeClr val="accent2">
                        <a:lumMod val="50000"/>
                      </a:schemeClr>
                    </a:solidFill>
                  </a:tcPr>
                </a:tc>
                <a:tc>
                  <a:txBody>
                    <a:bodyPr/>
                    <a:lstStyle/>
                    <a:p>
                      <a:endParaRPr lang="en-AU" dirty="0"/>
                    </a:p>
                  </a:txBody>
                  <a:tcPr>
                    <a:solidFill>
                      <a:schemeClr val="accent2">
                        <a:lumMod val="50000"/>
                      </a:schemeClr>
                    </a:solidFill>
                  </a:tcPr>
                </a:tc>
                <a:tc>
                  <a:txBody>
                    <a:bodyPr/>
                    <a:lstStyle/>
                    <a:p>
                      <a:endParaRPr lang="en-AU" dirty="0"/>
                    </a:p>
                  </a:txBody>
                  <a:tcPr>
                    <a:solidFill>
                      <a:schemeClr val="accent2">
                        <a:lumMod val="50000"/>
                      </a:schemeClr>
                    </a:solidFill>
                  </a:tcPr>
                </a:tc>
                <a:tc>
                  <a:txBody>
                    <a:bodyPr/>
                    <a:lstStyle/>
                    <a:p>
                      <a:endParaRPr lang="en-AU" dirty="0"/>
                    </a:p>
                  </a:txBody>
                  <a:tcPr>
                    <a:solidFill>
                      <a:schemeClr val="accent2">
                        <a:lumMod val="50000"/>
                      </a:schemeClr>
                    </a:solidFill>
                  </a:tcPr>
                </a:tc>
                <a:extLst>
                  <a:ext uri="{0D108BD9-81ED-4DB2-BD59-A6C34878D82A}">
                    <a16:rowId xmlns:a16="http://schemas.microsoft.com/office/drawing/2014/main" val="2763584230"/>
                  </a:ext>
                </a:extLst>
              </a:tr>
            </a:tbl>
          </a:graphicData>
        </a:graphic>
      </p:graphicFrame>
    </p:spTree>
    <p:extLst>
      <p:ext uri="{BB962C8B-B14F-4D97-AF65-F5344CB8AC3E}">
        <p14:creationId xmlns:p14="http://schemas.microsoft.com/office/powerpoint/2010/main" val="662598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a:t>Creating Table with a Primary Key and Add Data Records </a:t>
            </a:r>
          </a:p>
        </p:txBody>
      </p:sp>
      <p:sp>
        <p:nvSpPr>
          <p:cNvPr id="3" name="Content Placeholder 2"/>
          <p:cNvSpPr>
            <a:spLocks noGrp="1"/>
          </p:cNvSpPr>
          <p:nvPr>
            <p:ph idx="1"/>
          </p:nvPr>
        </p:nvSpPr>
        <p:spPr>
          <a:xfrm>
            <a:off x="599768" y="1794617"/>
            <a:ext cx="10972800" cy="4563491"/>
          </a:xfrm>
        </p:spPr>
        <p:txBody>
          <a:bodyPr vert="horz" lIns="91440" tIns="45720" rIns="91440" bIns="45720" rtlCol="0" anchor="t">
            <a:normAutofit/>
          </a:bodyPr>
          <a:lstStyle/>
          <a:p>
            <a:pPr marL="0" indent="0">
              <a:buNone/>
            </a:pPr>
            <a:r>
              <a:rPr lang="en-AU" dirty="0"/>
              <a:t>SQL Query to create customers table:</a:t>
            </a:r>
          </a:p>
          <a:p>
            <a:r>
              <a:rPr lang="en-AU" sz="2800" b="1" i="0" u="none" strike="noStrike" baseline="0" dirty="0">
                <a:solidFill>
                  <a:schemeClr val="bg1"/>
                </a:solidFill>
                <a:latin typeface="Courier New" panose="02070309020205020404" pitchFamily="49" charset="0"/>
              </a:rPr>
              <a:t>CREATE</a:t>
            </a:r>
            <a:r>
              <a:rPr lang="en-AU" sz="2800" b="0" i="0" u="none" strike="noStrike" baseline="0" dirty="0">
                <a:solidFill>
                  <a:schemeClr val="bg1"/>
                </a:solidFill>
                <a:latin typeface="Courier New" panose="02070309020205020404" pitchFamily="49" charset="0"/>
              </a:rPr>
              <a:t> </a:t>
            </a:r>
            <a:r>
              <a:rPr lang="en-AU" sz="2800" b="1" i="0" u="none" strike="noStrike" baseline="0" dirty="0">
                <a:solidFill>
                  <a:schemeClr val="bg1"/>
                </a:solidFill>
                <a:latin typeface="Courier New" panose="02070309020205020404" pitchFamily="49" charset="0"/>
              </a:rPr>
              <a:t>TABLE</a:t>
            </a:r>
            <a:r>
              <a:rPr lang="en-AU" sz="2800" b="0" i="0" u="none" strike="noStrike" baseline="0" dirty="0">
                <a:solidFill>
                  <a:schemeClr val="bg1"/>
                </a:solidFill>
                <a:latin typeface="Courier New" panose="02070309020205020404" pitchFamily="49" charset="0"/>
              </a:rPr>
              <a:t> customers (</a:t>
            </a:r>
            <a:r>
              <a:rPr lang="en-AU" sz="2800" b="0" i="0" u="none" strike="noStrike" baseline="0" dirty="0" err="1">
                <a:solidFill>
                  <a:schemeClr val="tx1"/>
                </a:solidFill>
                <a:highlight>
                  <a:srgbClr val="FFFF00"/>
                </a:highlight>
                <a:latin typeface="Courier New" panose="02070309020205020404" pitchFamily="49" charset="0"/>
              </a:rPr>
              <a:t>customer_id</a:t>
            </a:r>
            <a:r>
              <a:rPr lang="en-AU" sz="2800" b="0" i="0" u="none" strike="noStrike" baseline="0" dirty="0">
                <a:solidFill>
                  <a:schemeClr val="tx1"/>
                </a:solidFill>
                <a:highlight>
                  <a:srgbClr val="FFFF00"/>
                </a:highlight>
                <a:latin typeface="Courier New" panose="02070309020205020404" pitchFamily="49" charset="0"/>
              </a:rPr>
              <a:t> </a:t>
            </a:r>
            <a:r>
              <a:rPr lang="en-AU" sz="2800" b="1" i="0" u="none" strike="noStrike" baseline="0" dirty="0">
                <a:solidFill>
                  <a:schemeClr val="tx1"/>
                </a:solidFill>
                <a:highlight>
                  <a:srgbClr val="FFFF00"/>
                </a:highlight>
                <a:latin typeface="Courier New" panose="02070309020205020404" pitchFamily="49" charset="0"/>
              </a:rPr>
              <a:t>INT</a:t>
            </a:r>
            <a:r>
              <a:rPr lang="en-AU" sz="2800" b="0" i="0" u="none" strike="noStrike" baseline="0" dirty="0">
                <a:solidFill>
                  <a:schemeClr val="tx1"/>
                </a:solidFill>
                <a:highlight>
                  <a:srgbClr val="FFFF00"/>
                </a:highlight>
                <a:latin typeface="Courier New" panose="02070309020205020404" pitchFamily="49" charset="0"/>
              </a:rPr>
              <a:t> </a:t>
            </a:r>
            <a:r>
              <a:rPr lang="en-AU" sz="2800" b="1" i="0" u="none" strike="noStrike" baseline="0" dirty="0">
                <a:solidFill>
                  <a:schemeClr val="tx1"/>
                </a:solidFill>
                <a:highlight>
                  <a:srgbClr val="FFFF00"/>
                </a:highlight>
                <a:latin typeface="Courier New" panose="02070309020205020404" pitchFamily="49" charset="0"/>
              </a:rPr>
              <a:t>PRIMARY</a:t>
            </a:r>
            <a:r>
              <a:rPr lang="en-AU" sz="2800" b="0" i="0" u="none" strike="noStrike" baseline="0" dirty="0">
                <a:solidFill>
                  <a:schemeClr val="tx1"/>
                </a:solidFill>
                <a:highlight>
                  <a:srgbClr val="FFFF00"/>
                </a:highlight>
                <a:latin typeface="Courier New" panose="02070309020205020404" pitchFamily="49" charset="0"/>
              </a:rPr>
              <a:t> </a:t>
            </a:r>
            <a:r>
              <a:rPr lang="en-AU" sz="2800" b="1" i="0" u="none" strike="noStrike" baseline="0" dirty="0">
                <a:solidFill>
                  <a:schemeClr val="tx1"/>
                </a:solidFill>
                <a:highlight>
                  <a:srgbClr val="FFFF00"/>
                </a:highlight>
                <a:latin typeface="Courier New" panose="02070309020205020404" pitchFamily="49" charset="0"/>
              </a:rPr>
              <a:t>KEY</a:t>
            </a:r>
            <a:r>
              <a:rPr lang="en-AU" sz="2800" b="0" i="0" u="none" strike="noStrike" baseline="0" dirty="0">
                <a:solidFill>
                  <a:schemeClr val="tx1"/>
                </a:solidFill>
                <a:highlight>
                  <a:srgbClr val="FFFF00"/>
                </a:highlight>
                <a:latin typeface="Courier New" panose="02070309020205020404" pitchFamily="49" charset="0"/>
              </a:rPr>
              <a:t>,</a:t>
            </a:r>
          </a:p>
          <a:p>
            <a:pPr marL="0" indent="0">
              <a:buNone/>
            </a:pPr>
            <a:r>
              <a:rPr lang="en-AU" sz="2800" b="0" i="0" u="none" strike="noStrike" baseline="0" dirty="0">
                <a:solidFill>
                  <a:schemeClr val="bg1"/>
                </a:solidFill>
                <a:latin typeface="Courier New" panose="02070309020205020404" pitchFamily="49" charset="0"/>
              </a:rPr>
              <a:t>  </a:t>
            </a:r>
            <a:r>
              <a:rPr lang="en-AU" sz="2800" b="0" i="0" u="none" strike="noStrike" baseline="0" dirty="0" err="1">
                <a:solidFill>
                  <a:schemeClr val="bg1"/>
                </a:solidFill>
                <a:latin typeface="Courier New" panose="02070309020205020404" pitchFamily="49" charset="0"/>
              </a:rPr>
              <a:t>given_name</a:t>
            </a:r>
            <a:r>
              <a:rPr lang="en-AU" sz="2800" b="0" i="0" u="none" strike="noStrike" baseline="0" dirty="0">
                <a:solidFill>
                  <a:schemeClr val="bg1"/>
                </a:solidFill>
                <a:latin typeface="Courier New" panose="02070309020205020404" pitchFamily="49" charset="0"/>
              </a:rPr>
              <a:t> </a:t>
            </a:r>
            <a:r>
              <a:rPr lang="en-AU" sz="2800" b="1" i="0" u="none" strike="noStrike" baseline="0" dirty="0">
                <a:solidFill>
                  <a:schemeClr val="bg1"/>
                </a:solidFill>
                <a:latin typeface="Courier New" panose="02070309020205020404" pitchFamily="49" charset="0"/>
              </a:rPr>
              <a:t>VARCHAR</a:t>
            </a:r>
            <a:r>
              <a:rPr lang="en-AU" sz="2800" b="0" i="0" u="none" strike="noStrike" baseline="0" dirty="0">
                <a:solidFill>
                  <a:schemeClr val="bg1"/>
                </a:solidFill>
                <a:latin typeface="Courier New" panose="02070309020205020404" pitchFamily="49" charset="0"/>
              </a:rPr>
              <a:t>(255),</a:t>
            </a:r>
          </a:p>
          <a:p>
            <a:pPr marL="0" indent="0">
              <a:buNone/>
            </a:pPr>
            <a:r>
              <a:rPr lang="en-AU" sz="2800" b="0" i="0" u="none" strike="noStrike" baseline="0" dirty="0">
                <a:solidFill>
                  <a:schemeClr val="bg1"/>
                </a:solidFill>
                <a:latin typeface="Courier New" panose="02070309020205020404" pitchFamily="49" charset="0"/>
              </a:rPr>
              <a:t>  </a:t>
            </a:r>
            <a:r>
              <a:rPr lang="en-AU" sz="2800" b="0" i="0" u="none" strike="noStrike" baseline="0" dirty="0" err="1">
                <a:solidFill>
                  <a:schemeClr val="bg1"/>
                </a:solidFill>
                <a:latin typeface="Courier New" panose="02070309020205020404" pitchFamily="49" charset="0"/>
              </a:rPr>
              <a:t>family_name</a:t>
            </a:r>
            <a:r>
              <a:rPr lang="en-AU" sz="2800" b="0" i="0" u="none" strike="noStrike" baseline="0" dirty="0">
                <a:solidFill>
                  <a:schemeClr val="bg1"/>
                </a:solidFill>
                <a:latin typeface="Courier New" panose="02070309020205020404" pitchFamily="49" charset="0"/>
              </a:rPr>
              <a:t> </a:t>
            </a:r>
            <a:r>
              <a:rPr lang="en-AU" sz="2800" b="1" i="0" u="none" strike="noStrike" baseline="0" dirty="0">
                <a:solidFill>
                  <a:schemeClr val="bg1"/>
                </a:solidFill>
                <a:latin typeface="Courier New" panose="02070309020205020404" pitchFamily="49" charset="0"/>
              </a:rPr>
              <a:t>VARCHAR</a:t>
            </a:r>
            <a:r>
              <a:rPr lang="en-AU" sz="2800" b="0" i="0" u="none" strike="noStrike" baseline="0" dirty="0">
                <a:solidFill>
                  <a:schemeClr val="bg1"/>
                </a:solidFill>
                <a:latin typeface="Courier New" panose="02070309020205020404" pitchFamily="49" charset="0"/>
              </a:rPr>
              <a:t>(255),</a:t>
            </a:r>
          </a:p>
          <a:p>
            <a:pPr marL="0" indent="0">
              <a:buNone/>
            </a:pPr>
            <a:r>
              <a:rPr lang="en-AU" sz="2800" b="0" i="0" u="none" strike="noStrike" baseline="0" dirty="0">
                <a:solidFill>
                  <a:schemeClr val="bg1"/>
                </a:solidFill>
                <a:latin typeface="Courier New" panose="02070309020205020404" pitchFamily="49" charset="0"/>
              </a:rPr>
              <a:t>  address </a:t>
            </a:r>
            <a:r>
              <a:rPr lang="en-AU" sz="2800" b="1" i="0" u="none" strike="noStrike" baseline="0" dirty="0">
                <a:solidFill>
                  <a:schemeClr val="bg1"/>
                </a:solidFill>
                <a:latin typeface="Courier New" panose="02070309020205020404" pitchFamily="49" charset="0"/>
              </a:rPr>
              <a:t>VARCHAR</a:t>
            </a:r>
            <a:r>
              <a:rPr lang="en-AU" sz="2800" b="0" i="0" u="none" strike="noStrike" baseline="0" dirty="0">
                <a:solidFill>
                  <a:schemeClr val="bg1"/>
                </a:solidFill>
                <a:latin typeface="Courier New" panose="02070309020205020404" pitchFamily="49" charset="0"/>
              </a:rPr>
              <a:t>(255),</a:t>
            </a:r>
          </a:p>
          <a:p>
            <a:pPr marL="0" indent="0">
              <a:buNone/>
            </a:pPr>
            <a:r>
              <a:rPr lang="en-AU" sz="2800" dirty="0">
                <a:solidFill>
                  <a:schemeClr val="bg1"/>
                </a:solidFill>
                <a:latin typeface="Courier New" panose="02070309020205020404" pitchFamily="49" charset="0"/>
              </a:rPr>
              <a:t> </a:t>
            </a:r>
            <a:r>
              <a:rPr lang="en-AU" sz="2800" b="0" i="0" u="none" strike="noStrike" baseline="0" dirty="0">
                <a:solidFill>
                  <a:schemeClr val="bg1"/>
                </a:solidFill>
                <a:latin typeface="Courier New" panose="02070309020205020404" pitchFamily="49" charset="0"/>
              </a:rPr>
              <a:t> age </a:t>
            </a:r>
            <a:r>
              <a:rPr lang="en-AU" sz="2800" b="1" i="0" u="none" strike="noStrike" baseline="0" dirty="0">
                <a:solidFill>
                  <a:schemeClr val="bg1"/>
                </a:solidFill>
                <a:latin typeface="Courier New" panose="02070309020205020404" pitchFamily="49" charset="0"/>
              </a:rPr>
              <a:t>TINYINT unsigned</a:t>
            </a:r>
            <a:r>
              <a:rPr lang="en-AU" sz="2800" b="0" i="0" u="none" strike="noStrike" baseline="0" dirty="0">
                <a:solidFill>
                  <a:schemeClr val="bg1"/>
                </a:solidFill>
                <a:latin typeface="Courier New" panose="02070309020205020404" pitchFamily="49" charset="0"/>
              </a:rPr>
              <a:t>,</a:t>
            </a:r>
          </a:p>
          <a:p>
            <a:pPr marL="0" indent="0">
              <a:buNone/>
            </a:pPr>
            <a:r>
              <a:rPr lang="en-AU" sz="2800" dirty="0">
                <a:solidFill>
                  <a:schemeClr val="bg1"/>
                </a:solidFill>
                <a:latin typeface="Courier New" panose="02070309020205020404" pitchFamily="49" charset="0"/>
              </a:rPr>
              <a:t> </a:t>
            </a:r>
            <a:r>
              <a:rPr lang="en-AU" sz="2800" b="0" i="0" u="none" strike="noStrike" baseline="0" dirty="0">
                <a:solidFill>
                  <a:schemeClr val="bg1"/>
                </a:solidFill>
                <a:latin typeface="Courier New" panose="02070309020205020404" pitchFamily="49" charset="0"/>
              </a:rPr>
              <a:t> gender </a:t>
            </a:r>
            <a:r>
              <a:rPr lang="en-AU" sz="2800" b="1" i="0" u="none" strike="noStrike" baseline="0" dirty="0">
                <a:solidFill>
                  <a:schemeClr val="bg1"/>
                </a:solidFill>
                <a:latin typeface="Courier New" panose="02070309020205020404" pitchFamily="49" charset="0"/>
              </a:rPr>
              <a:t>CHAR</a:t>
            </a:r>
            <a:r>
              <a:rPr lang="en-AU" sz="2800" b="0" i="0" u="none" strike="noStrike" baseline="0" dirty="0">
                <a:solidFill>
                  <a:schemeClr val="bg1"/>
                </a:solidFill>
                <a:latin typeface="Courier New" panose="02070309020205020404" pitchFamily="49" charset="0"/>
              </a:rPr>
              <a:t>(1));</a:t>
            </a:r>
          </a:p>
          <a:p>
            <a:endParaRPr lang="en-AU" dirty="0"/>
          </a:p>
        </p:txBody>
      </p:sp>
    </p:spTree>
    <p:extLst>
      <p:ext uri="{BB962C8B-B14F-4D97-AF65-F5344CB8AC3E}">
        <p14:creationId xmlns:p14="http://schemas.microsoft.com/office/powerpoint/2010/main" val="41126331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2473BD-73F3-F250-5FE7-3EA97C866409}"/>
              </a:ext>
            </a:extLst>
          </p:cNvPr>
          <p:cNvSpPr>
            <a:spLocks noGrp="1"/>
          </p:cNvSpPr>
          <p:nvPr>
            <p:ph type="title"/>
          </p:nvPr>
        </p:nvSpPr>
        <p:spPr/>
        <p:txBody>
          <a:bodyPr>
            <a:normAutofit/>
          </a:bodyPr>
          <a:lstStyle/>
          <a:p>
            <a:r>
              <a:rPr lang="en-AU">
                <a:ea typeface="+mj-lt"/>
                <a:cs typeface="+mj-lt"/>
              </a:rPr>
              <a:t>Another way to declare a Primary Key </a:t>
            </a:r>
            <a:endParaRPr lang="en-AU"/>
          </a:p>
        </p:txBody>
      </p:sp>
      <p:sp>
        <p:nvSpPr>
          <p:cNvPr id="3" name="Content Placeholder 2">
            <a:extLst>
              <a:ext uri="{FF2B5EF4-FFF2-40B4-BE49-F238E27FC236}">
                <a16:creationId xmlns:a16="http://schemas.microsoft.com/office/drawing/2014/main" id="{D8CD099E-FF4E-F319-9432-69F0548E0E7E}"/>
              </a:ext>
            </a:extLst>
          </p:cNvPr>
          <p:cNvSpPr>
            <a:spLocks noGrp="1"/>
          </p:cNvSpPr>
          <p:nvPr>
            <p:ph idx="1"/>
          </p:nvPr>
        </p:nvSpPr>
        <p:spPr/>
        <p:txBody>
          <a:bodyPr vert="horz" lIns="91440" tIns="45720" rIns="91440" bIns="45720" rtlCol="0" anchor="t">
            <a:normAutofit fontScale="92500" lnSpcReduction="10000"/>
          </a:bodyPr>
          <a:lstStyle/>
          <a:p>
            <a:pPr marL="0" indent="0">
              <a:buNone/>
            </a:pPr>
            <a:r>
              <a:rPr lang="en-AU" dirty="0">
                <a:ea typeface="+mn-lt"/>
                <a:cs typeface="+mn-lt"/>
              </a:rPr>
              <a:t>SQL Query to create customers table:</a:t>
            </a:r>
            <a:endParaRPr lang="en-US" dirty="0">
              <a:ea typeface="+mn-lt"/>
              <a:cs typeface="+mn-lt"/>
            </a:endParaRPr>
          </a:p>
          <a:p>
            <a:r>
              <a:rPr lang="en-AU" dirty="0">
                <a:solidFill>
                  <a:schemeClr val="bg1"/>
                </a:solidFill>
                <a:ea typeface="+mn-lt"/>
                <a:cs typeface="+mn-lt"/>
              </a:rPr>
              <a:t>CREATE TABLE customers (</a:t>
            </a:r>
            <a:endParaRPr lang="en-US" dirty="0">
              <a:solidFill>
                <a:schemeClr val="bg1"/>
              </a:solidFill>
              <a:ea typeface="+mn-lt"/>
              <a:cs typeface="+mn-lt"/>
            </a:endParaRPr>
          </a:p>
          <a:p>
            <a:pPr marL="457200" lvl="1" indent="0">
              <a:buNone/>
            </a:pPr>
            <a:r>
              <a:rPr lang="en-AU" dirty="0" err="1">
                <a:solidFill>
                  <a:schemeClr val="bg1"/>
                </a:solidFill>
                <a:ea typeface="+mn-lt"/>
                <a:cs typeface="+mn-lt"/>
              </a:rPr>
              <a:t>Customer_id</a:t>
            </a:r>
            <a:r>
              <a:rPr lang="en-AU" dirty="0">
                <a:solidFill>
                  <a:schemeClr val="bg1"/>
                </a:solidFill>
                <a:ea typeface="+mn-lt"/>
                <a:cs typeface="+mn-lt"/>
              </a:rPr>
              <a:t> INT  unsigned, </a:t>
            </a:r>
            <a:endParaRPr lang="en-US" dirty="0">
              <a:solidFill>
                <a:schemeClr val="bg1"/>
              </a:solidFill>
              <a:ea typeface="+mn-lt"/>
              <a:cs typeface="+mn-lt"/>
            </a:endParaRPr>
          </a:p>
          <a:p>
            <a:pPr marL="457200" lvl="1" indent="0">
              <a:buNone/>
            </a:pPr>
            <a:r>
              <a:rPr lang="en-AU" dirty="0" err="1">
                <a:solidFill>
                  <a:schemeClr val="bg1"/>
                </a:solidFill>
                <a:ea typeface="+mn-lt"/>
                <a:cs typeface="+mn-lt"/>
              </a:rPr>
              <a:t>given_name</a:t>
            </a:r>
            <a:r>
              <a:rPr lang="en-AU" dirty="0">
                <a:solidFill>
                  <a:schemeClr val="bg1"/>
                </a:solidFill>
                <a:ea typeface="+mn-lt"/>
                <a:cs typeface="+mn-lt"/>
              </a:rPr>
              <a:t> VARCHAR(255),</a:t>
            </a:r>
            <a:endParaRPr lang="en-US" dirty="0">
              <a:solidFill>
                <a:schemeClr val="bg1"/>
              </a:solidFill>
              <a:ea typeface="+mn-lt"/>
              <a:cs typeface="+mn-lt"/>
            </a:endParaRPr>
          </a:p>
          <a:p>
            <a:pPr marL="457200" lvl="1" indent="0">
              <a:buNone/>
            </a:pPr>
            <a:r>
              <a:rPr lang="en-AU" dirty="0" err="1">
                <a:solidFill>
                  <a:schemeClr val="bg1"/>
                </a:solidFill>
                <a:ea typeface="+mn-lt"/>
                <a:cs typeface="+mn-lt"/>
              </a:rPr>
              <a:t>family_name</a:t>
            </a:r>
            <a:r>
              <a:rPr lang="en-AU" dirty="0">
                <a:solidFill>
                  <a:schemeClr val="bg1"/>
                </a:solidFill>
                <a:ea typeface="+mn-lt"/>
                <a:cs typeface="+mn-lt"/>
              </a:rPr>
              <a:t> VARCHAR(255),</a:t>
            </a:r>
          </a:p>
          <a:p>
            <a:pPr marL="457200" lvl="1" indent="0">
              <a:buNone/>
            </a:pPr>
            <a:r>
              <a:rPr lang="en-AU" dirty="0">
                <a:solidFill>
                  <a:schemeClr val="bg1"/>
                </a:solidFill>
                <a:ea typeface="+mn-lt"/>
                <a:cs typeface="+mn-lt"/>
              </a:rPr>
              <a:t>address VARCHAR(255),</a:t>
            </a:r>
            <a:endParaRPr lang="en-US" dirty="0">
              <a:solidFill>
                <a:schemeClr val="bg1"/>
              </a:solidFill>
              <a:ea typeface="+mn-lt"/>
              <a:cs typeface="+mn-lt"/>
            </a:endParaRPr>
          </a:p>
          <a:p>
            <a:pPr marL="457200" lvl="1" indent="0">
              <a:buNone/>
            </a:pPr>
            <a:r>
              <a:rPr lang="en-AU" dirty="0">
                <a:solidFill>
                  <a:schemeClr val="bg1"/>
                </a:solidFill>
                <a:ea typeface="+mn-lt"/>
                <a:cs typeface="+mn-lt"/>
              </a:rPr>
              <a:t>age UNSIGNED TINYINT,</a:t>
            </a:r>
            <a:endParaRPr lang="en-US" dirty="0">
              <a:solidFill>
                <a:schemeClr val="bg1"/>
              </a:solidFill>
              <a:ea typeface="+mn-lt"/>
              <a:cs typeface="+mn-lt"/>
            </a:endParaRPr>
          </a:p>
          <a:p>
            <a:pPr marL="457200" lvl="1" indent="0">
              <a:buNone/>
            </a:pPr>
            <a:r>
              <a:rPr lang="en-AU" dirty="0">
                <a:solidFill>
                  <a:schemeClr val="bg1"/>
                </a:solidFill>
                <a:ea typeface="+mn-lt"/>
                <a:cs typeface="+mn-lt"/>
              </a:rPr>
              <a:t>gender CHAR(1).</a:t>
            </a:r>
          </a:p>
          <a:p>
            <a:pPr marL="457200" lvl="1" indent="0">
              <a:buNone/>
            </a:pPr>
            <a:r>
              <a:rPr lang="en-AU" dirty="0">
                <a:solidFill>
                  <a:schemeClr val="tx1"/>
                </a:solidFill>
                <a:highlight>
                  <a:srgbClr val="FFFF00"/>
                </a:highlight>
                <a:ea typeface="+mn-lt"/>
                <a:cs typeface="+mn-lt"/>
              </a:rPr>
              <a:t>Primary Key(</a:t>
            </a:r>
            <a:r>
              <a:rPr lang="en-AU" dirty="0" err="1">
                <a:solidFill>
                  <a:schemeClr val="tx1"/>
                </a:solidFill>
                <a:highlight>
                  <a:srgbClr val="FFFF00"/>
                </a:highlight>
                <a:ea typeface="+mn-lt"/>
                <a:cs typeface="+mn-lt"/>
              </a:rPr>
              <a:t>Customer_id</a:t>
            </a:r>
            <a:r>
              <a:rPr lang="en-AU" dirty="0">
                <a:solidFill>
                  <a:schemeClr val="tx1"/>
                </a:solidFill>
                <a:highlight>
                  <a:srgbClr val="FFFF00"/>
                </a:highlight>
                <a:ea typeface="+mn-lt"/>
                <a:cs typeface="+mn-lt"/>
              </a:rPr>
              <a:t>)</a:t>
            </a:r>
          </a:p>
          <a:p>
            <a:pPr marL="457200" lvl="1" indent="0">
              <a:buNone/>
            </a:pPr>
            <a:r>
              <a:rPr lang="en-AU" dirty="0">
                <a:solidFill>
                  <a:schemeClr val="bg1"/>
                </a:solidFill>
                <a:ea typeface="+mn-lt"/>
                <a:cs typeface="+mn-lt"/>
              </a:rPr>
              <a:t>);</a:t>
            </a:r>
            <a:endParaRPr lang="en-US" dirty="0">
              <a:solidFill>
                <a:schemeClr val="bg1"/>
              </a:solidFill>
              <a:ea typeface="+mn-lt"/>
              <a:cs typeface="+mn-lt"/>
            </a:endParaRPr>
          </a:p>
          <a:p>
            <a:endParaRPr lang="en-US" dirty="0">
              <a:cs typeface="Arial"/>
            </a:endParaRPr>
          </a:p>
        </p:txBody>
      </p:sp>
    </p:spTree>
    <p:extLst>
      <p:ext uri="{BB962C8B-B14F-4D97-AF65-F5344CB8AC3E}">
        <p14:creationId xmlns:p14="http://schemas.microsoft.com/office/powerpoint/2010/main" val="36863007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30D645-AE7D-B6CF-EFC7-B56CF19198C3}"/>
              </a:ext>
            </a:extLst>
          </p:cNvPr>
          <p:cNvSpPr>
            <a:spLocks noGrp="1"/>
          </p:cNvSpPr>
          <p:nvPr>
            <p:ph type="title"/>
          </p:nvPr>
        </p:nvSpPr>
        <p:spPr/>
        <p:txBody>
          <a:bodyPr/>
          <a:lstStyle/>
          <a:p>
            <a:r>
              <a:rPr lang="en-US"/>
              <a:t>Add Data Records</a:t>
            </a:r>
          </a:p>
        </p:txBody>
      </p:sp>
      <p:sp>
        <p:nvSpPr>
          <p:cNvPr id="3" name="Content Placeholder 2">
            <a:extLst>
              <a:ext uri="{FF2B5EF4-FFF2-40B4-BE49-F238E27FC236}">
                <a16:creationId xmlns:a16="http://schemas.microsoft.com/office/drawing/2014/main" id="{07567EC5-D7CB-AE1A-C119-377D3A671018}"/>
              </a:ext>
            </a:extLst>
          </p:cNvPr>
          <p:cNvSpPr>
            <a:spLocks noGrp="1"/>
          </p:cNvSpPr>
          <p:nvPr>
            <p:ph idx="1"/>
          </p:nvPr>
        </p:nvSpPr>
        <p:spPr/>
        <p:txBody>
          <a:bodyPr vert="horz" lIns="91440" tIns="45720" rIns="91440" bIns="45720" rtlCol="0" anchor="t">
            <a:normAutofit/>
          </a:bodyPr>
          <a:lstStyle/>
          <a:p>
            <a:r>
              <a:rPr lang="en-US" dirty="0">
                <a:solidFill>
                  <a:schemeClr val="bg1"/>
                </a:solidFill>
                <a:ea typeface="+mn-lt"/>
                <a:cs typeface="+mn-lt"/>
              </a:rPr>
              <a:t>–</a:t>
            </a:r>
            <a:r>
              <a:rPr lang="en-US" b="1" i="0" u="none" strike="noStrike" baseline="0" dirty="0">
                <a:solidFill>
                  <a:schemeClr val="bg1"/>
                </a:solidFill>
                <a:latin typeface="Courier New" panose="02070309020205020404" pitchFamily="49" charset="0"/>
              </a:rPr>
              <a:t>INSERT</a:t>
            </a:r>
            <a:r>
              <a:rPr lang="en-US" b="0" i="0" u="none" strike="noStrike" baseline="0" dirty="0">
                <a:solidFill>
                  <a:schemeClr val="bg1"/>
                </a:solidFill>
                <a:latin typeface="Courier New" panose="02070309020205020404" pitchFamily="49" charset="0"/>
              </a:rPr>
              <a:t> </a:t>
            </a:r>
            <a:r>
              <a:rPr lang="en-US" b="1" i="0" u="none" strike="noStrike" baseline="0" dirty="0">
                <a:solidFill>
                  <a:schemeClr val="bg1"/>
                </a:solidFill>
                <a:latin typeface="Courier New" panose="02070309020205020404" pitchFamily="49" charset="0"/>
              </a:rPr>
              <a:t>INTO</a:t>
            </a:r>
            <a:r>
              <a:rPr lang="en-US" b="0" i="0" u="none" strike="noStrike" baseline="0" dirty="0">
                <a:solidFill>
                  <a:schemeClr val="bg1"/>
                </a:solidFill>
                <a:latin typeface="Courier New" panose="02070309020205020404" pitchFamily="49" charset="0"/>
              </a:rPr>
              <a:t> customers (</a:t>
            </a:r>
            <a:r>
              <a:rPr lang="en-US" b="0" i="0" u="none" strike="noStrike" baseline="0" dirty="0" err="1">
                <a:solidFill>
                  <a:schemeClr val="bg1"/>
                </a:solidFill>
                <a:latin typeface="Courier New" panose="02070309020205020404" pitchFamily="49" charset="0"/>
              </a:rPr>
              <a:t>Customer_id,given_name</a:t>
            </a:r>
            <a:r>
              <a:rPr lang="en-US" b="0" i="0" u="none" strike="noStrike" baseline="0" dirty="0">
                <a:solidFill>
                  <a:schemeClr val="bg1"/>
                </a:solidFill>
                <a:latin typeface="Courier New" panose="02070309020205020404" pitchFamily="49" charset="0"/>
              </a:rPr>
              <a:t>, </a:t>
            </a:r>
            <a:r>
              <a:rPr lang="en-US" b="0" i="0" u="none" strike="noStrike" baseline="0" dirty="0" err="1">
                <a:solidFill>
                  <a:schemeClr val="bg1"/>
                </a:solidFill>
                <a:latin typeface="Courier New" panose="02070309020205020404" pitchFamily="49" charset="0"/>
              </a:rPr>
              <a:t>family_name</a:t>
            </a:r>
            <a:r>
              <a:rPr lang="en-US" b="0" i="0" u="none" strike="noStrike" baseline="0" dirty="0">
                <a:solidFill>
                  <a:schemeClr val="bg1"/>
                </a:solidFill>
                <a:latin typeface="Courier New" panose="02070309020205020404" pitchFamily="49" charset="0"/>
              </a:rPr>
              <a:t>, address, </a:t>
            </a:r>
            <a:r>
              <a:rPr lang="en-US" b="0" i="0" u="none" strike="noStrike" baseline="0" dirty="0" err="1">
                <a:solidFill>
                  <a:schemeClr val="bg1"/>
                </a:solidFill>
                <a:latin typeface="Courier New" panose="02070309020205020404" pitchFamily="49" charset="0"/>
              </a:rPr>
              <a:t>age,gender</a:t>
            </a:r>
            <a:r>
              <a:rPr lang="en-US" b="0" i="0" u="none" strike="noStrike" baseline="0" dirty="0">
                <a:solidFill>
                  <a:schemeClr val="bg1"/>
                </a:solidFill>
                <a:latin typeface="Courier New" panose="02070309020205020404" pitchFamily="49" charset="0"/>
              </a:rPr>
              <a:t>)</a:t>
            </a:r>
          </a:p>
          <a:p>
            <a:pPr marL="0" indent="0">
              <a:buNone/>
            </a:pPr>
            <a:r>
              <a:rPr lang="en-US" b="1" i="0" u="none" strike="noStrike" baseline="0" dirty="0">
                <a:solidFill>
                  <a:schemeClr val="bg1"/>
                </a:solidFill>
                <a:latin typeface="Courier New" panose="02070309020205020404" pitchFamily="49" charset="0"/>
              </a:rPr>
              <a:t> VALUES</a:t>
            </a:r>
            <a:r>
              <a:rPr lang="en-US" b="0" i="0" u="none" strike="noStrike" baseline="0" dirty="0">
                <a:solidFill>
                  <a:schemeClr val="bg1"/>
                </a:solidFill>
                <a:latin typeface="Courier New" panose="02070309020205020404" pitchFamily="49" charset="0"/>
              </a:rPr>
              <a:t>(0011,'Jaques', "d'Carre",'123 Some      St, </a:t>
            </a:r>
            <a:r>
              <a:rPr lang="en-US" b="0" i="0" u="none" strike="noStrike" baseline="0" dirty="0" err="1">
                <a:solidFill>
                  <a:schemeClr val="bg1"/>
                </a:solidFill>
                <a:latin typeface="Courier New" panose="02070309020205020404" pitchFamily="49" charset="0"/>
              </a:rPr>
              <a:t>Waterdale</a:t>
            </a:r>
            <a:r>
              <a:rPr lang="en-US" b="0" i="0" u="none" strike="noStrike" baseline="0" dirty="0">
                <a:solidFill>
                  <a:schemeClr val="bg1"/>
                </a:solidFill>
                <a:latin typeface="Courier New" panose="02070309020205020404" pitchFamily="49" charset="0"/>
              </a:rPr>
              <a:t>, 1235', 43,'M');</a:t>
            </a:r>
          </a:p>
          <a:p>
            <a:endParaRPr lang="en-US" dirty="0">
              <a:latin typeface="Fira Code"/>
              <a:ea typeface="Fira Code"/>
              <a:cs typeface="Arial"/>
            </a:endParaRPr>
          </a:p>
        </p:txBody>
      </p:sp>
    </p:spTree>
    <p:extLst>
      <p:ext uri="{BB962C8B-B14F-4D97-AF65-F5344CB8AC3E}">
        <p14:creationId xmlns:p14="http://schemas.microsoft.com/office/powerpoint/2010/main" val="20257743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6314FB-3ABC-D4A9-EFC6-14A5F89A2AB4}"/>
              </a:ext>
            </a:extLst>
          </p:cNvPr>
          <p:cNvSpPr>
            <a:spLocks noGrp="1"/>
          </p:cNvSpPr>
          <p:nvPr>
            <p:ph type="title"/>
          </p:nvPr>
        </p:nvSpPr>
        <p:spPr/>
        <p:txBody>
          <a:bodyPr>
            <a:normAutofit fontScale="90000"/>
          </a:bodyPr>
          <a:lstStyle/>
          <a:p>
            <a:r>
              <a:rPr lang="en-US" dirty="0"/>
              <a:t>Insert few more records and insert at least 2 records with your own hypothetical data</a:t>
            </a:r>
          </a:p>
        </p:txBody>
      </p:sp>
      <p:sp>
        <p:nvSpPr>
          <p:cNvPr id="3" name="Content Placeholder 2">
            <a:extLst>
              <a:ext uri="{FF2B5EF4-FFF2-40B4-BE49-F238E27FC236}">
                <a16:creationId xmlns:a16="http://schemas.microsoft.com/office/drawing/2014/main" id="{17DB5FFD-59B7-3B19-88C6-86B675830BCA}"/>
              </a:ext>
            </a:extLst>
          </p:cNvPr>
          <p:cNvSpPr>
            <a:spLocks noGrp="1"/>
          </p:cNvSpPr>
          <p:nvPr>
            <p:ph idx="1"/>
          </p:nvPr>
        </p:nvSpPr>
        <p:spPr/>
        <p:txBody>
          <a:bodyPr vert="horz" lIns="91440" tIns="45720" rIns="91440" bIns="45720" rtlCol="0" anchor="t">
            <a:normAutofit/>
          </a:bodyPr>
          <a:lstStyle/>
          <a:p>
            <a:r>
              <a:rPr lang="en-US" sz="2000" dirty="0">
                <a:solidFill>
                  <a:schemeClr val="bg1"/>
                </a:solidFill>
                <a:ea typeface="+mn-lt"/>
                <a:cs typeface="+mn-lt"/>
              </a:rPr>
              <a:t>–</a:t>
            </a:r>
            <a:r>
              <a:rPr lang="en-US" sz="2000" b="1" i="0" u="none" strike="noStrike" baseline="0" dirty="0">
                <a:solidFill>
                  <a:schemeClr val="bg1"/>
                </a:solidFill>
                <a:latin typeface="Courier New" panose="02070309020205020404" pitchFamily="49" charset="0"/>
              </a:rPr>
              <a:t>INSERT</a:t>
            </a:r>
            <a:r>
              <a:rPr lang="en-US" sz="2000" b="0" i="0" u="none" strike="noStrike" baseline="0" dirty="0">
                <a:solidFill>
                  <a:schemeClr val="bg1"/>
                </a:solidFill>
                <a:latin typeface="Courier New" panose="02070309020205020404" pitchFamily="49" charset="0"/>
              </a:rPr>
              <a:t> </a:t>
            </a:r>
            <a:r>
              <a:rPr lang="en-US" sz="2000" b="1" i="0" u="none" strike="noStrike" baseline="0" dirty="0">
                <a:solidFill>
                  <a:schemeClr val="bg1"/>
                </a:solidFill>
                <a:latin typeface="Courier New" panose="02070309020205020404" pitchFamily="49" charset="0"/>
              </a:rPr>
              <a:t>INTO</a:t>
            </a:r>
            <a:r>
              <a:rPr lang="en-US" sz="2000" b="0" i="0" u="none" strike="noStrike" baseline="0" dirty="0">
                <a:solidFill>
                  <a:schemeClr val="bg1"/>
                </a:solidFill>
                <a:latin typeface="Courier New" panose="02070309020205020404" pitchFamily="49" charset="0"/>
              </a:rPr>
              <a:t> customers(</a:t>
            </a:r>
            <a:r>
              <a:rPr lang="en-US" sz="2000" b="0" i="0" u="none" strike="noStrike" baseline="0" dirty="0" err="1">
                <a:solidFill>
                  <a:schemeClr val="bg1"/>
                </a:solidFill>
                <a:latin typeface="Courier New" panose="02070309020205020404" pitchFamily="49" charset="0"/>
              </a:rPr>
              <a:t>customer_id,given_name</a:t>
            </a:r>
            <a:r>
              <a:rPr lang="en-US" sz="2000" b="0" i="0" u="none" strike="noStrike" baseline="0" dirty="0">
                <a:solidFill>
                  <a:schemeClr val="bg1"/>
                </a:solidFill>
                <a:latin typeface="Courier New" panose="02070309020205020404" pitchFamily="49" charset="0"/>
              </a:rPr>
              <a:t>, </a:t>
            </a:r>
            <a:r>
              <a:rPr lang="en-US" sz="2000" b="0" i="0" u="none" strike="noStrike" baseline="0" dirty="0" err="1">
                <a:solidFill>
                  <a:schemeClr val="bg1"/>
                </a:solidFill>
                <a:latin typeface="Courier New" panose="02070309020205020404" pitchFamily="49" charset="0"/>
              </a:rPr>
              <a:t>family_name</a:t>
            </a:r>
            <a:r>
              <a:rPr lang="en-US" sz="2000" b="0" i="0" u="none" strike="noStrike" baseline="0" dirty="0">
                <a:solidFill>
                  <a:schemeClr val="bg1"/>
                </a:solidFill>
                <a:latin typeface="Courier New" panose="02070309020205020404" pitchFamily="49" charset="0"/>
              </a:rPr>
              <a:t>, address, </a:t>
            </a:r>
            <a:r>
              <a:rPr lang="en-US" sz="2000" b="0" i="0" u="none" strike="noStrike" baseline="0" dirty="0" err="1">
                <a:solidFill>
                  <a:schemeClr val="bg1"/>
                </a:solidFill>
                <a:latin typeface="Courier New" panose="02070309020205020404" pitchFamily="49" charset="0"/>
              </a:rPr>
              <a:t>age,gender</a:t>
            </a:r>
            <a:r>
              <a:rPr lang="en-US" sz="2000" b="0" i="0" u="none" strike="noStrike" baseline="0" dirty="0">
                <a:solidFill>
                  <a:schemeClr val="bg1"/>
                </a:solidFill>
                <a:latin typeface="Courier New" panose="02070309020205020404" pitchFamily="49" charset="0"/>
              </a:rPr>
              <a:t>)</a:t>
            </a:r>
          </a:p>
          <a:p>
            <a:pPr marL="0" indent="0">
              <a:buNone/>
            </a:pPr>
            <a:r>
              <a:rPr lang="en-US" sz="2000" b="1" i="0" u="none" strike="noStrike" baseline="0" dirty="0">
                <a:solidFill>
                  <a:schemeClr val="bg1"/>
                </a:solidFill>
                <a:latin typeface="Courier New" panose="02070309020205020404" pitchFamily="49" charset="0"/>
              </a:rPr>
              <a:t> VALUES</a:t>
            </a:r>
            <a:r>
              <a:rPr lang="en-US" sz="2000" b="0" i="0" u="none" strike="noStrike" baseline="0" dirty="0">
                <a:solidFill>
                  <a:schemeClr val="bg1"/>
                </a:solidFill>
                <a:latin typeface="Courier New" panose="02070309020205020404" pitchFamily="49" charset="0"/>
              </a:rPr>
              <a:t> </a:t>
            </a:r>
          </a:p>
          <a:p>
            <a:pPr marL="0" indent="0">
              <a:buNone/>
            </a:pPr>
            <a:r>
              <a:rPr lang="en-US" sz="2000" b="0" i="0" u="none" strike="noStrike" baseline="0" dirty="0">
                <a:solidFill>
                  <a:schemeClr val="bg1"/>
                </a:solidFill>
                <a:latin typeface="Courier New" panose="02070309020205020404" pitchFamily="49" charset="0"/>
              </a:rPr>
              <a:t> (012,'Wander','Along','1 Short Lane, Big town, 1235', 23,'M’),</a:t>
            </a:r>
          </a:p>
          <a:p>
            <a:pPr marL="0" indent="0">
              <a:buNone/>
            </a:pPr>
            <a:r>
              <a:rPr lang="en-US" sz="2000" dirty="0">
                <a:solidFill>
                  <a:schemeClr val="bg1"/>
                </a:solidFill>
                <a:latin typeface="Courier New" panose="02070309020205020404" pitchFamily="49" charset="0"/>
              </a:rPr>
              <a:t> </a:t>
            </a:r>
            <a:r>
              <a:rPr lang="en-US" sz="2000" b="0" i="0" u="none" strike="noStrike" baseline="0" dirty="0">
                <a:solidFill>
                  <a:schemeClr val="bg1"/>
                </a:solidFill>
                <a:latin typeface="Courier New" panose="02070309020205020404" pitchFamily="49" charset="0"/>
              </a:rPr>
              <a:t>(013,'Ann', 'Daring','34 Long Street, Shortsville, 43', 25,'F’),</a:t>
            </a:r>
          </a:p>
          <a:p>
            <a:pPr marL="0" indent="0">
              <a:buNone/>
            </a:pPr>
            <a:r>
              <a:rPr lang="en-US" sz="2000" b="0" i="0" u="none" strike="noStrike" baseline="0" dirty="0">
                <a:solidFill>
                  <a:schemeClr val="bg1"/>
                </a:solidFill>
                <a:latin typeface="Courier New" panose="02070309020205020404" pitchFamily="49" charset="0"/>
              </a:rPr>
              <a:t> (014,'Nancy','Clair','1224 one Street Longville', 34,'F’),</a:t>
            </a:r>
          </a:p>
          <a:p>
            <a:pPr marL="0" indent="0">
              <a:buNone/>
            </a:pPr>
            <a:r>
              <a:rPr lang="en-US" sz="2000" b="0" i="0" u="none" strike="noStrike" baseline="0" dirty="0">
                <a:solidFill>
                  <a:schemeClr val="bg1"/>
                </a:solidFill>
                <a:latin typeface="Courier New" panose="02070309020205020404" pitchFamily="49" charset="0"/>
              </a:rPr>
              <a:t> (015,'Michael’,’Hardy','34 Long Street, Smalltown', 28,'M'),</a:t>
            </a:r>
          </a:p>
          <a:p>
            <a:pPr marL="0" indent="0">
              <a:buNone/>
            </a:pPr>
            <a:r>
              <a:rPr lang="en-US" sz="2000" b="0" i="0" u="none" strike="noStrike" baseline="0" dirty="0">
                <a:solidFill>
                  <a:schemeClr val="bg1"/>
                </a:solidFill>
                <a:latin typeface="Courier New" panose="02070309020205020404" pitchFamily="49" charset="0"/>
              </a:rPr>
              <a:t> (016,'Sue','Cooper','17 new Street, newsville',32,'F’),</a:t>
            </a:r>
          </a:p>
          <a:p>
            <a:pPr marL="0" indent="0">
              <a:buNone/>
            </a:pPr>
            <a:r>
              <a:rPr lang="en-US" sz="2000" dirty="0">
                <a:solidFill>
                  <a:schemeClr val="bg1"/>
                </a:solidFill>
                <a:latin typeface="Courier New" panose="02070309020205020404" pitchFamily="49" charset="0"/>
              </a:rPr>
              <a:t> </a:t>
            </a:r>
            <a:r>
              <a:rPr lang="en-US" sz="2000" b="0" i="0" u="none" strike="noStrike" baseline="0" dirty="0">
                <a:solidFill>
                  <a:schemeClr val="bg1"/>
                </a:solidFill>
                <a:latin typeface="Courier New" panose="02070309020205020404" pitchFamily="49" charset="0"/>
              </a:rPr>
              <a:t>(017,'Greg', 'Hardy','59 old Street, </a:t>
            </a:r>
            <a:r>
              <a:rPr lang="en-US" sz="2000" b="0" i="0" u="none" strike="noStrike" baseline="0" dirty="0" err="1">
                <a:solidFill>
                  <a:schemeClr val="bg1"/>
                </a:solidFill>
                <a:latin typeface="Courier New" panose="02070309020205020404" pitchFamily="49" charset="0"/>
              </a:rPr>
              <a:t>oldville</a:t>
            </a:r>
            <a:r>
              <a:rPr lang="en-US" sz="2000" b="0" i="0" u="none" strike="noStrike" baseline="0" dirty="0">
                <a:solidFill>
                  <a:schemeClr val="bg1"/>
                </a:solidFill>
                <a:latin typeface="Courier New" panose="02070309020205020404" pitchFamily="49" charset="0"/>
              </a:rPr>
              <a:t>', 27,'M');</a:t>
            </a:r>
          </a:p>
          <a:p>
            <a:endParaRPr lang="en-AU" sz="2000" b="0" i="0" u="none" strike="noStrike" baseline="0" dirty="0">
              <a:solidFill>
                <a:schemeClr val="bg1"/>
              </a:solidFill>
              <a:latin typeface="Courier New" panose="02070309020205020404" pitchFamily="49" charset="0"/>
            </a:endParaRPr>
          </a:p>
          <a:p>
            <a:endParaRPr lang="en-US" dirty="0">
              <a:cs typeface="Arial"/>
            </a:endParaRPr>
          </a:p>
        </p:txBody>
      </p:sp>
    </p:spTree>
    <p:extLst>
      <p:ext uri="{BB962C8B-B14F-4D97-AF65-F5344CB8AC3E}">
        <p14:creationId xmlns:p14="http://schemas.microsoft.com/office/powerpoint/2010/main" val="7615599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6314FB-3ABC-D4A9-EFC6-14A5F89A2AB4}"/>
              </a:ext>
            </a:extLst>
          </p:cNvPr>
          <p:cNvSpPr>
            <a:spLocks noGrp="1"/>
          </p:cNvSpPr>
          <p:nvPr>
            <p:ph type="title"/>
          </p:nvPr>
        </p:nvSpPr>
        <p:spPr/>
        <p:txBody>
          <a:bodyPr>
            <a:normAutofit fontScale="90000"/>
          </a:bodyPr>
          <a:lstStyle/>
          <a:p>
            <a:r>
              <a:rPr lang="en-US" dirty="0"/>
              <a:t>The same insert command works this way too</a:t>
            </a:r>
          </a:p>
        </p:txBody>
      </p:sp>
      <p:sp>
        <p:nvSpPr>
          <p:cNvPr id="3" name="Content Placeholder 2">
            <a:extLst>
              <a:ext uri="{FF2B5EF4-FFF2-40B4-BE49-F238E27FC236}">
                <a16:creationId xmlns:a16="http://schemas.microsoft.com/office/drawing/2014/main" id="{17DB5FFD-59B7-3B19-88C6-86B675830BCA}"/>
              </a:ext>
            </a:extLst>
          </p:cNvPr>
          <p:cNvSpPr>
            <a:spLocks noGrp="1"/>
          </p:cNvSpPr>
          <p:nvPr>
            <p:ph idx="1"/>
          </p:nvPr>
        </p:nvSpPr>
        <p:spPr/>
        <p:txBody>
          <a:bodyPr vert="horz" lIns="91440" tIns="45720" rIns="91440" bIns="45720" rtlCol="0" anchor="t">
            <a:normAutofit/>
          </a:bodyPr>
          <a:lstStyle/>
          <a:p>
            <a:r>
              <a:rPr lang="en-US" sz="2000" b="1" i="0" u="none" strike="noStrike" baseline="0" dirty="0">
                <a:solidFill>
                  <a:schemeClr val="bg1"/>
                </a:solidFill>
                <a:latin typeface="Courier New" panose="02070309020205020404" pitchFamily="49" charset="0"/>
              </a:rPr>
              <a:t>INSERT</a:t>
            </a:r>
            <a:r>
              <a:rPr lang="en-US" sz="2000" b="0" i="0" u="none" strike="noStrike" baseline="0" dirty="0">
                <a:solidFill>
                  <a:schemeClr val="bg1"/>
                </a:solidFill>
                <a:latin typeface="Courier New" panose="02070309020205020404" pitchFamily="49" charset="0"/>
              </a:rPr>
              <a:t> </a:t>
            </a:r>
            <a:r>
              <a:rPr lang="en-US" sz="2000" b="1" i="0" u="none" strike="noStrike" baseline="0" dirty="0">
                <a:solidFill>
                  <a:schemeClr val="bg1"/>
                </a:solidFill>
                <a:latin typeface="Courier New" panose="02070309020205020404" pitchFamily="49" charset="0"/>
              </a:rPr>
              <a:t>INTO</a:t>
            </a:r>
            <a:r>
              <a:rPr lang="en-US" sz="2000" b="0" i="0" u="none" strike="noStrike" baseline="0" dirty="0">
                <a:solidFill>
                  <a:schemeClr val="bg1"/>
                </a:solidFill>
                <a:latin typeface="Courier New" panose="02070309020205020404" pitchFamily="49" charset="0"/>
              </a:rPr>
              <a:t> customers</a:t>
            </a:r>
          </a:p>
          <a:p>
            <a:pPr marL="0" indent="0">
              <a:buNone/>
            </a:pPr>
            <a:r>
              <a:rPr lang="en-US" sz="2000" b="1" i="0" u="none" strike="noStrike" baseline="0" dirty="0">
                <a:solidFill>
                  <a:schemeClr val="bg1"/>
                </a:solidFill>
                <a:latin typeface="Courier New" panose="02070309020205020404" pitchFamily="49" charset="0"/>
              </a:rPr>
              <a:t>  VALUES</a:t>
            </a:r>
            <a:r>
              <a:rPr lang="en-US" sz="2000" b="0" i="0" u="none" strike="noStrike" baseline="0" dirty="0">
                <a:solidFill>
                  <a:schemeClr val="bg1"/>
                </a:solidFill>
                <a:latin typeface="Courier New" panose="02070309020205020404" pitchFamily="49" charset="0"/>
              </a:rPr>
              <a:t> </a:t>
            </a:r>
          </a:p>
          <a:p>
            <a:pPr marL="0" indent="0">
              <a:buNone/>
            </a:pPr>
            <a:r>
              <a:rPr lang="en-US" sz="2000" b="0" i="0" u="none" strike="noStrike" baseline="0" dirty="0">
                <a:solidFill>
                  <a:schemeClr val="bg1"/>
                </a:solidFill>
                <a:latin typeface="Courier New" panose="02070309020205020404" pitchFamily="49" charset="0"/>
              </a:rPr>
              <a:t>  (012,'Wander','Along','1 Short Lane, Big town, 1235', 23,'M’),</a:t>
            </a:r>
          </a:p>
          <a:p>
            <a:pPr marL="0" indent="0">
              <a:buNone/>
            </a:pPr>
            <a:r>
              <a:rPr lang="en-US" sz="2000" dirty="0">
                <a:solidFill>
                  <a:schemeClr val="bg1"/>
                </a:solidFill>
                <a:latin typeface="Courier New" panose="02070309020205020404" pitchFamily="49" charset="0"/>
              </a:rPr>
              <a:t>  </a:t>
            </a:r>
            <a:r>
              <a:rPr lang="en-US" sz="2000" b="0" i="0" u="none" strike="noStrike" baseline="0" dirty="0">
                <a:solidFill>
                  <a:schemeClr val="bg1"/>
                </a:solidFill>
                <a:latin typeface="Courier New" panose="02070309020205020404" pitchFamily="49" charset="0"/>
              </a:rPr>
              <a:t>(013,'Ann', 'Daring','34 Long Street, Shortsville, 43', 25,'F’),</a:t>
            </a:r>
          </a:p>
          <a:p>
            <a:pPr marL="0" indent="0">
              <a:buNone/>
            </a:pPr>
            <a:r>
              <a:rPr lang="en-US" sz="2000" b="0" i="0" u="none" strike="noStrike" baseline="0" dirty="0">
                <a:solidFill>
                  <a:schemeClr val="bg1"/>
                </a:solidFill>
                <a:latin typeface="Courier New" panose="02070309020205020404" pitchFamily="49" charset="0"/>
              </a:rPr>
              <a:t>  (014,'Nancy','Clair','1224 one Street Longville', 34,'F’),</a:t>
            </a:r>
          </a:p>
          <a:p>
            <a:pPr marL="0" indent="0">
              <a:buNone/>
            </a:pPr>
            <a:r>
              <a:rPr lang="en-US" sz="2000" b="0" i="0" u="none" strike="noStrike" baseline="0" dirty="0">
                <a:solidFill>
                  <a:schemeClr val="bg1"/>
                </a:solidFill>
                <a:latin typeface="Courier New" panose="02070309020205020404" pitchFamily="49" charset="0"/>
              </a:rPr>
              <a:t>  (015,'Michael’,’Hardy','34 Long Street, Smalltown', 28,'M'),</a:t>
            </a:r>
          </a:p>
          <a:p>
            <a:pPr marL="0" indent="0">
              <a:buNone/>
            </a:pPr>
            <a:r>
              <a:rPr lang="en-US" sz="2000" b="0" i="0" u="none" strike="noStrike" baseline="0" dirty="0">
                <a:solidFill>
                  <a:schemeClr val="bg1"/>
                </a:solidFill>
                <a:latin typeface="Courier New" panose="02070309020205020404" pitchFamily="49" charset="0"/>
              </a:rPr>
              <a:t>  (016,'Sue','Cooper','17 new Street, newsville',32,'F’),</a:t>
            </a:r>
          </a:p>
          <a:p>
            <a:pPr marL="0" indent="0">
              <a:buNone/>
            </a:pPr>
            <a:r>
              <a:rPr lang="en-US" sz="2000" dirty="0">
                <a:solidFill>
                  <a:schemeClr val="bg1"/>
                </a:solidFill>
                <a:latin typeface="Courier New" panose="02070309020205020404" pitchFamily="49" charset="0"/>
              </a:rPr>
              <a:t>  </a:t>
            </a:r>
            <a:r>
              <a:rPr lang="en-US" sz="2000" b="0" i="0" u="none" strike="noStrike" baseline="0" dirty="0">
                <a:solidFill>
                  <a:schemeClr val="bg1"/>
                </a:solidFill>
                <a:latin typeface="Courier New" panose="02070309020205020404" pitchFamily="49" charset="0"/>
              </a:rPr>
              <a:t>(017,'Greg', 'Hardy','59 old Street, </a:t>
            </a:r>
            <a:r>
              <a:rPr lang="en-US" sz="2000" b="0" i="0" u="none" strike="noStrike" baseline="0" dirty="0" err="1">
                <a:solidFill>
                  <a:schemeClr val="bg1"/>
                </a:solidFill>
                <a:latin typeface="Courier New" panose="02070309020205020404" pitchFamily="49" charset="0"/>
              </a:rPr>
              <a:t>oldville</a:t>
            </a:r>
            <a:r>
              <a:rPr lang="en-US" sz="2000" b="0" i="0" u="none" strike="noStrike" baseline="0" dirty="0">
                <a:solidFill>
                  <a:schemeClr val="bg1"/>
                </a:solidFill>
                <a:latin typeface="Courier New" panose="02070309020205020404" pitchFamily="49" charset="0"/>
              </a:rPr>
              <a:t>', 27,'M');</a:t>
            </a:r>
          </a:p>
          <a:p>
            <a:endParaRPr lang="en-AU" sz="2000" b="0" i="0" u="none" strike="noStrike" baseline="0" dirty="0">
              <a:solidFill>
                <a:schemeClr val="bg1"/>
              </a:solidFill>
              <a:latin typeface="Courier New" panose="02070309020205020404" pitchFamily="49" charset="0"/>
            </a:endParaRPr>
          </a:p>
          <a:p>
            <a:endParaRPr lang="en-US" dirty="0">
              <a:cs typeface="Arial"/>
            </a:endParaRPr>
          </a:p>
        </p:txBody>
      </p:sp>
    </p:spTree>
    <p:extLst>
      <p:ext uri="{BB962C8B-B14F-4D97-AF65-F5344CB8AC3E}">
        <p14:creationId xmlns:p14="http://schemas.microsoft.com/office/powerpoint/2010/main" val="41967354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Exercises: Create Tables</a:t>
            </a:r>
          </a:p>
        </p:txBody>
      </p:sp>
      <p:sp>
        <p:nvSpPr>
          <p:cNvPr id="3" name="Text Placeholder 2"/>
          <p:cNvSpPr>
            <a:spLocks noGrp="1"/>
          </p:cNvSpPr>
          <p:nvPr>
            <p:ph type="body" idx="1"/>
          </p:nvPr>
        </p:nvSpPr>
        <p:spPr/>
        <p:txBody>
          <a:bodyPr/>
          <a:lstStyle/>
          <a:p>
            <a:r>
              <a:rPr lang="en-AU"/>
              <a:t>SQL Queries Part 1</a:t>
            </a:r>
          </a:p>
        </p:txBody>
      </p:sp>
    </p:spTree>
    <p:extLst>
      <p:ext uri="{BB962C8B-B14F-4D97-AF65-F5344CB8AC3E}">
        <p14:creationId xmlns:p14="http://schemas.microsoft.com/office/powerpoint/2010/main" val="31906858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Exercise 1</a:t>
            </a:r>
          </a:p>
        </p:txBody>
      </p:sp>
      <p:sp>
        <p:nvSpPr>
          <p:cNvPr id="3" name="Content Placeholder 2"/>
          <p:cNvSpPr>
            <a:spLocks noGrp="1"/>
          </p:cNvSpPr>
          <p:nvPr>
            <p:ph idx="1"/>
          </p:nvPr>
        </p:nvSpPr>
        <p:spPr/>
        <p:txBody>
          <a:bodyPr/>
          <a:lstStyle/>
          <a:p>
            <a:r>
              <a:rPr lang="en-AU" dirty="0"/>
              <a:t>Given the information below for the table “books”,</a:t>
            </a:r>
          </a:p>
          <a:p>
            <a:r>
              <a:rPr lang="en-AU" dirty="0"/>
              <a:t>Create the SQL to create the table:</a:t>
            </a:r>
          </a:p>
        </p:txBody>
      </p:sp>
      <p:graphicFrame>
        <p:nvGraphicFramePr>
          <p:cNvPr id="4" name="Table 3"/>
          <p:cNvGraphicFramePr>
            <a:graphicFrameLocks noGrp="1"/>
          </p:cNvGraphicFramePr>
          <p:nvPr>
            <p:extLst>
              <p:ext uri="{D42A27DB-BD31-4B8C-83A1-F6EECF244321}">
                <p14:modId xmlns:p14="http://schemas.microsoft.com/office/powerpoint/2010/main" val="137124581"/>
              </p:ext>
            </p:extLst>
          </p:nvPr>
        </p:nvGraphicFramePr>
        <p:xfrm>
          <a:off x="609600" y="3157948"/>
          <a:ext cx="10972799" cy="3235960"/>
        </p:xfrm>
        <a:graphic>
          <a:graphicData uri="http://schemas.openxmlformats.org/drawingml/2006/table">
            <a:tbl>
              <a:tblPr firstRow="1" bandRow="1">
                <a:tableStyleId>{21E4AEA4-8DFA-4A89-87EB-49C32662AFE0}</a:tableStyleId>
              </a:tblPr>
              <a:tblGrid>
                <a:gridCol w="1534112">
                  <a:extLst>
                    <a:ext uri="{9D8B030D-6E8A-4147-A177-3AD203B41FA5}">
                      <a16:colId xmlns:a16="http://schemas.microsoft.com/office/drawing/2014/main" val="4070237601"/>
                    </a:ext>
                  </a:extLst>
                </a:gridCol>
                <a:gridCol w="1525113">
                  <a:extLst>
                    <a:ext uri="{9D8B030D-6E8A-4147-A177-3AD203B41FA5}">
                      <a16:colId xmlns:a16="http://schemas.microsoft.com/office/drawing/2014/main" val="795111159"/>
                    </a:ext>
                  </a:extLst>
                </a:gridCol>
                <a:gridCol w="1525113">
                  <a:extLst>
                    <a:ext uri="{9D8B030D-6E8A-4147-A177-3AD203B41FA5}">
                      <a16:colId xmlns:a16="http://schemas.microsoft.com/office/drawing/2014/main" val="2176141039"/>
                    </a:ext>
                  </a:extLst>
                </a:gridCol>
                <a:gridCol w="677750">
                  <a:extLst>
                    <a:ext uri="{9D8B030D-6E8A-4147-A177-3AD203B41FA5}">
                      <a16:colId xmlns:a16="http://schemas.microsoft.com/office/drawing/2014/main" val="1279049190"/>
                    </a:ext>
                  </a:extLst>
                </a:gridCol>
                <a:gridCol w="1321244">
                  <a:extLst>
                    <a:ext uri="{9D8B030D-6E8A-4147-A177-3AD203B41FA5}">
                      <a16:colId xmlns:a16="http://schemas.microsoft.com/office/drawing/2014/main" val="360597995"/>
                    </a:ext>
                  </a:extLst>
                </a:gridCol>
                <a:gridCol w="653282">
                  <a:extLst>
                    <a:ext uri="{9D8B030D-6E8A-4147-A177-3AD203B41FA5}">
                      <a16:colId xmlns:a16="http://schemas.microsoft.com/office/drawing/2014/main" val="3021564120"/>
                    </a:ext>
                  </a:extLst>
                </a:gridCol>
                <a:gridCol w="1093697">
                  <a:extLst>
                    <a:ext uri="{9D8B030D-6E8A-4147-A177-3AD203B41FA5}">
                      <a16:colId xmlns:a16="http://schemas.microsoft.com/office/drawing/2014/main" val="1813909588"/>
                    </a:ext>
                  </a:extLst>
                </a:gridCol>
                <a:gridCol w="1321244">
                  <a:extLst>
                    <a:ext uri="{9D8B030D-6E8A-4147-A177-3AD203B41FA5}">
                      <a16:colId xmlns:a16="http://schemas.microsoft.com/office/drawing/2014/main" val="1278746662"/>
                    </a:ext>
                  </a:extLst>
                </a:gridCol>
                <a:gridCol w="1321244">
                  <a:extLst>
                    <a:ext uri="{9D8B030D-6E8A-4147-A177-3AD203B41FA5}">
                      <a16:colId xmlns:a16="http://schemas.microsoft.com/office/drawing/2014/main" val="539335442"/>
                    </a:ext>
                  </a:extLst>
                </a:gridCol>
              </a:tblGrid>
              <a:tr h="370840">
                <a:tc>
                  <a:txBody>
                    <a:bodyPr/>
                    <a:lstStyle/>
                    <a:p>
                      <a:r>
                        <a:rPr lang="en-AU"/>
                        <a:t>Field</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a:t>Field Name</a:t>
                      </a:r>
                    </a:p>
                    <a:p>
                      <a:endParaRPr lang="en-AU"/>
                    </a:p>
                  </a:txBody>
                  <a:tcPr/>
                </a:tc>
                <a:tc>
                  <a:txBody>
                    <a:bodyPr/>
                    <a:lstStyle/>
                    <a:p>
                      <a:r>
                        <a:rPr lang="en-AU"/>
                        <a:t>Data Type</a:t>
                      </a:r>
                    </a:p>
                  </a:txBody>
                  <a:tcPr/>
                </a:tc>
                <a:tc>
                  <a:txBody>
                    <a:bodyPr/>
                    <a:lstStyle/>
                    <a:p>
                      <a:r>
                        <a:rPr lang="en-AU"/>
                        <a:t>Size</a:t>
                      </a:r>
                    </a:p>
                  </a:txBody>
                  <a:tcPr/>
                </a:tc>
                <a:tc>
                  <a:txBody>
                    <a:bodyPr/>
                    <a:lstStyle/>
                    <a:p>
                      <a:r>
                        <a:rPr lang="en-AU"/>
                        <a:t>Unsigned</a:t>
                      </a:r>
                    </a:p>
                  </a:txBody>
                  <a:tcPr/>
                </a:tc>
                <a:tc>
                  <a:txBody>
                    <a:bodyPr/>
                    <a:lstStyle/>
                    <a:p>
                      <a:r>
                        <a:rPr lang="en-AU"/>
                        <a:t>Null</a:t>
                      </a:r>
                    </a:p>
                  </a:txBody>
                  <a:tcPr>
                    <a:solidFill>
                      <a:schemeClr val="accent2">
                        <a:lumMod val="50000"/>
                      </a:schemeClr>
                    </a:solidFill>
                  </a:tcPr>
                </a:tc>
                <a:tc>
                  <a:txBody>
                    <a:bodyPr/>
                    <a:lstStyle/>
                    <a:p>
                      <a:r>
                        <a:rPr lang="en-AU"/>
                        <a:t>Zero Fill</a:t>
                      </a:r>
                    </a:p>
                  </a:txBody>
                  <a:tcPr>
                    <a:solidFill>
                      <a:schemeClr val="accent2">
                        <a:lumMod val="50000"/>
                      </a:schemeClr>
                    </a:solidFill>
                  </a:tcPr>
                </a:tc>
                <a:tc>
                  <a:txBody>
                    <a:bodyPr/>
                    <a:lstStyle/>
                    <a:p>
                      <a:r>
                        <a:rPr lang="en-AU"/>
                        <a:t>Default</a:t>
                      </a:r>
                    </a:p>
                  </a:txBody>
                  <a:tcPr>
                    <a:solidFill>
                      <a:schemeClr val="accent2">
                        <a:lumMod val="50000"/>
                      </a:schemeClr>
                    </a:solidFill>
                  </a:tcPr>
                </a:tc>
                <a:tc>
                  <a:txBody>
                    <a:bodyPr/>
                    <a:lstStyle/>
                    <a:p>
                      <a:r>
                        <a:rPr lang="en-AU"/>
                        <a:t>Primary Key</a:t>
                      </a:r>
                    </a:p>
                  </a:txBody>
                  <a:tcPr>
                    <a:solidFill>
                      <a:schemeClr val="accent2">
                        <a:lumMod val="50000"/>
                      </a:schemeClr>
                    </a:solidFill>
                  </a:tcPr>
                </a:tc>
                <a:extLst>
                  <a:ext uri="{0D108BD9-81ED-4DB2-BD59-A6C34878D82A}">
                    <a16:rowId xmlns:a16="http://schemas.microsoft.com/office/drawing/2014/main" val="4204937884"/>
                  </a:ext>
                </a:extLst>
              </a:tr>
              <a:tr h="370840">
                <a:tc>
                  <a:txBody>
                    <a:bodyPr/>
                    <a:lstStyle/>
                    <a:p>
                      <a:r>
                        <a:rPr lang="en-AU"/>
                        <a:t>ID</a:t>
                      </a:r>
                    </a:p>
                  </a:txBody>
                  <a:tcPr/>
                </a:tc>
                <a:tc>
                  <a:txBody>
                    <a:bodyPr/>
                    <a:lstStyle/>
                    <a:p>
                      <a:r>
                        <a:rPr lang="en-AU"/>
                        <a:t>id</a:t>
                      </a:r>
                    </a:p>
                  </a:txBody>
                  <a:tcPr/>
                </a:tc>
                <a:tc>
                  <a:txBody>
                    <a:bodyPr/>
                    <a:lstStyle/>
                    <a:p>
                      <a:r>
                        <a:rPr lang="en-AU"/>
                        <a:t>bigint</a:t>
                      </a:r>
                    </a:p>
                  </a:txBody>
                  <a:tcPr/>
                </a:tc>
                <a:tc>
                  <a:txBody>
                    <a:bodyPr/>
                    <a:lstStyle/>
                    <a:p>
                      <a:endParaRPr lang="en-AU"/>
                    </a:p>
                  </a:txBody>
                  <a:tcPr/>
                </a:tc>
                <a:tc>
                  <a:txBody>
                    <a:bodyPr/>
                    <a:lstStyle/>
                    <a:p>
                      <a:r>
                        <a:rPr lang="en-AU"/>
                        <a:t>Y</a:t>
                      </a:r>
                    </a:p>
                  </a:txBody>
                  <a:tcPr/>
                </a:tc>
                <a:tc>
                  <a:txBody>
                    <a:bodyPr/>
                    <a:lstStyle/>
                    <a:p>
                      <a:endParaRPr lang="en-AU"/>
                    </a:p>
                  </a:txBody>
                  <a:tcPr>
                    <a:solidFill>
                      <a:schemeClr val="accent2">
                        <a:lumMod val="50000"/>
                      </a:schemeClr>
                    </a:solidFill>
                  </a:tcPr>
                </a:tc>
                <a:tc>
                  <a:txBody>
                    <a:bodyPr/>
                    <a:lstStyle/>
                    <a:p>
                      <a:endParaRPr lang="en-AU"/>
                    </a:p>
                  </a:txBody>
                  <a:tcPr>
                    <a:solidFill>
                      <a:schemeClr val="accent2">
                        <a:lumMod val="50000"/>
                      </a:schemeClr>
                    </a:solidFill>
                  </a:tcPr>
                </a:tc>
                <a:tc>
                  <a:txBody>
                    <a:bodyPr/>
                    <a:lstStyle/>
                    <a:p>
                      <a:endParaRPr lang="en-AU"/>
                    </a:p>
                  </a:txBody>
                  <a:tcPr>
                    <a:solidFill>
                      <a:schemeClr val="accent2">
                        <a:lumMod val="50000"/>
                      </a:schemeClr>
                    </a:solidFill>
                  </a:tcPr>
                </a:tc>
                <a:tc>
                  <a:txBody>
                    <a:bodyPr/>
                    <a:lstStyle/>
                    <a:p>
                      <a:endParaRPr lang="en-AU"/>
                    </a:p>
                  </a:txBody>
                  <a:tcPr>
                    <a:solidFill>
                      <a:schemeClr val="accent2">
                        <a:lumMod val="50000"/>
                      </a:schemeClr>
                    </a:solidFill>
                  </a:tcPr>
                </a:tc>
                <a:extLst>
                  <a:ext uri="{0D108BD9-81ED-4DB2-BD59-A6C34878D82A}">
                    <a16:rowId xmlns:a16="http://schemas.microsoft.com/office/drawing/2014/main" val="1664324930"/>
                  </a:ext>
                </a:extLst>
              </a:tr>
              <a:tr h="370840">
                <a:tc>
                  <a:txBody>
                    <a:bodyPr/>
                    <a:lstStyle/>
                    <a:p>
                      <a:r>
                        <a:rPr lang="en-AU"/>
                        <a:t>ISBN</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err="1"/>
                        <a:t>isbn</a:t>
                      </a:r>
                      <a:endParaRPr lang="en-AU"/>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a:t>varchar</a:t>
                      </a:r>
                    </a:p>
                  </a:txBody>
                  <a:tcPr/>
                </a:tc>
                <a:tc>
                  <a:txBody>
                    <a:bodyPr/>
                    <a:lstStyle/>
                    <a:p>
                      <a:r>
                        <a:rPr lang="en-AU"/>
                        <a:t>16</a:t>
                      </a:r>
                    </a:p>
                  </a:txBody>
                  <a:tcPr/>
                </a:tc>
                <a:tc>
                  <a:txBody>
                    <a:bodyPr/>
                    <a:lstStyle/>
                    <a:p>
                      <a:endParaRPr lang="en-AU"/>
                    </a:p>
                  </a:txBody>
                  <a:tcPr/>
                </a:tc>
                <a:tc>
                  <a:txBody>
                    <a:bodyPr/>
                    <a:lstStyle/>
                    <a:p>
                      <a:endParaRPr lang="en-AU"/>
                    </a:p>
                  </a:txBody>
                  <a:tcPr>
                    <a:solidFill>
                      <a:schemeClr val="accent2">
                        <a:lumMod val="50000"/>
                      </a:schemeClr>
                    </a:solidFill>
                  </a:tcPr>
                </a:tc>
                <a:tc>
                  <a:txBody>
                    <a:bodyPr/>
                    <a:lstStyle/>
                    <a:p>
                      <a:endParaRPr lang="en-AU"/>
                    </a:p>
                  </a:txBody>
                  <a:tcPr>
                    <a:solidFill>
                      <a:schemeClr val="accent2">
                        <a:lumMod val="50000"/>
                      </a:schemeClr>
                    </a:solidFill>
                  </a:tcPr>
                </a:tc>
                <a:tc>
                  <a:txBody>
                    <a:bodyPr/>
                    <a:lstStyle/>
                    <a:p>
                      <a:endParaRPr lang="en-AU"/>
                    </a:p>
                  </a:txBody>
                  <a:tcPr>
                    <a:solidFill>
                      <a:schemeClr val="accent2">
                        <a:lumMod val="50000"/>
                      </a:schemeClr>
                    </a:solidFill>
                  </a:tcPr>
                </a:tc>
                <a:tc>
                  <a:txBody>
                    <a:bodyPr/>
                    <a:lstStyle/>
                    <a:p>
                      <a:endParaRPr lang="en-AU"/>
                    </a:p>
                  </a:txBody>
                  <a:tcPr>
                    <a:solidFill>
                      <a:schemeClr val="accent2">
                        <a:lumMod val="50000"/>
                      </a:schemeClr>
                    </a:solidFill>
                  </a:tcPr>
                </a:tc>
                <a:extLst>
                  <a:ext uri="{0D108BD9-81ED-4DB2-BD59-A6C34878D82A}">
                    <a16:rowId xmlns:a16="http://schemas.microsoft.com/office/drawing/2014/main" val="3442888030"/>
                  </a:ext>
                </a:extLst>
              </a:tr>
              <a:tr h="370840">
                <a:tc>
                  <a:txBody>
                    <a:bodyPr/>
                    <a:lstStyle/>
                    <a:p>
                      <a:r>
                        <a:rPr lang="en-AU"/>
                        <a:t>Title</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a:t>title</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a:t>varchar</a:t>
                      </a:r>
                    </a:p>
                  </a:txBody>
                  <a:tcPr/>
                </a:tc>
                <a:tc>
                  <a:txBody>
                    <a:bodyPr/>
                    <a:lstStyle/>
                    <a:p>
                      <a:r>
                        <a:rPr lang="en-AU"/>
                        <a:t>255</a:t>
                      </a:r>
                    </a:p>
                  </a:txBody>
                  <a:tcPr/>
                </a:tc>
                <a:tc>
                  <a:txBody>
                    <a:bodyPr/>
                    <a:lstStyle/>
                    <a:p>
                      <a:endParaRPr lang="en-AU"/>
                    </a:p>
                  </a:txBody>
                  <a:tcPr/>
                </a:tc>
                <a:tc>
                  <a:txBody>
                    <a:bodyPr/>
                    <a:lstStyle/>
                    <a:p>
                      <a:endParaRPr lang="en-AU"/>
                    </a:p>
                  </a:txBody>
                  <a:tcPr>
                    <a:solidFill>
                      <a:schemeClr val="accent2">
                        <a:lumMod val="50000"/>
                      </a:schemeClr>
                    </a:solidFill>
                  </a:tcPr>
                </a:tc>
                <a:tc>
                  <a:txBody>
                    <a:bodyPr/>
                    <a:lstStyle/>
                    <a:p>
                      <a:endParaRPr lang="en-AU"/>
                    </a:p>
                  </a:txBody>
                  <a:tcPr>
                    <a:solidFill>
                      <a:schemeClr val="accent2">
                        <a:lumMod val="50000"/>
                      </a:schemeClr>
                    </a:solidFill>
                  </a:tcPr>
                </a:tc>
                <a:tc>
                  <a:txBody>
                    <a:bodyPr/>
                    <a:lstStyle/>
                    <a:p>
                      <a:endParaRPr lang="en-AU"/>
                    </a:p>
                  </a:txBody>
                  <a:tcPr>
                    <a:solidFill>
                      <a:schemeClr val="accent2">
                        <a:lumMod val="50000"/>
                      </a:schemeClr>
                    </a:solidFill>
                  </a:tcPr>
                </a:tc>
                <a:tc>
                  <a:txBody>
                    <a:bodyPr/>
                    <a:lstStyle/>
                    <a:p>
                      <a:endParaRPr lang="en-AU"/>
                    </a:p>
                  </a:txBody>
                  <a:tcPr>
                    <a:solidFill>
                      <a:schemeClr val="accent2">
                        <a:lumMod val="50000"/>
                      </a:schemeClr>
                    </a:solidFill>
                  </a:tcPr>
                </a:tc>
                <a:extLst>
                  <a:ext uri="{0D108BD9-81ED-4DB2-BD59-A6C34878D82A}">
                    <a16:rowId xmlns:a16="http://schemas.microsoft.com/office/drawing/2014/main" val="1067306469"/>
                  </a:ext>
                </a:extLst>
              </a:tr>
              <a:tr h="370840">
                <a:tc>
                  <a:txBody>
                    <a:bodyPr/>
                    <a:lstStyle/>
                    <a:p>
                      <a:r>
                        <a:rPr lang="en-AU"/>
                        <a:t>Subject</a:t>
                      </a:r>
                    </a:p>
                  </a:txBody>
                  <a:tcPr/>
                </a:tc>
                <a:tc>
                  <a:txBody>
                    <a:bodyPr/>
                    <a:lstStyle/>
                    <a:p>
                      <a:r>
                        <a:rPr lang="en-AU"/>
                        <a:t>subject</a:t>
                      </a:r>
                    </a:p>
                  </a:txBody>
                  <a:tcPr/>
                </a:tc>
                <a:tc>
                  <a:txBody>
                    <a:bodyPr/>
                    <a:lstStyle/>
                    <a:p>
                      <a:r>
                        <a:rPr lang="en-AU"/>
                        <a:t>varchar</a:t>
                      </a:r>
                    </a:p>
                  </a:txBody>
                  <a:tcPr/>
                </a:tc>
                <a:tc>
                  <a:txBody>
                    <a:bodyPr/>
                    <a:lstStyle/>
                    <a:p>
                      <a:r>
                        <a:rPr lang="en-AU"/>
                        <a:t>32</a:t>
                      </a:r>
                    </a:p>
                  </a:txBody>
                  <a:tcPr/>
                </a:tc>
                <a:tc>
                  <a:txBody>
                    <a:bodyPr/>
                    <a:lstStyle/>
                    <a:p>
                      <a:endParaRPr lang="en-AU"/>
                    </a:p>
                  </a:txBody>
                  <a:tcPr/>
                </a:tc>
                <a:tc>
                  <a:txBody>
                    <a:bodyPr/>
                    <a:lstStyle/>
                    <a:p>
                      <a:endParaRPr lang="en-AU"/>
                    </a:p>
                  </a:txBody>
                  <a:tcPr>
                    <a:solidFill>
                      <a:schemeClr val="accent2">
                        <a:lumMod val="50000"/>
                      </a:schemeClr>
                    </a:solidFill>
                  </a:tcPr>
                </a:tc>
                <a:tc>
                  <a:txBody>
                    <a:bodyPr/>
                    <a:lstStyle/>
                    <a:p>
                      <a:endParaRPr lang="en-AU"/>
                    </a:p>
                  </a:txBody>
                  <a:tcPr>
                    <a:solidFill>
                      <a:schemeClr val="accent2">
                        <a:lumMod val="50000"/>
                      </a:schemeClr>
                    </a:solidFill>
                  </a:tcPr>
                </a:tc>
                <a:tc>
                  <a:txBody>
                    <a:bodyPr/>
                    <a:lstStyle/>
                    <a:p>
                      <a:endParaRPr lang="en-AU"/>
                    </a:p>
                  </a:txBody>
                  <a:tcPr>
                    <a:solidFill>
                      <a:schemeClr val="accent2">
                        <a:lumMod val="50000"/>
                      </a:schemeClr>
                    </a:solidFill>
                  </a:tcPr>
                </a:tc>
                <a:tc>
                  <a:txBody>
                    <a:bodyPr/>
                    <a:lstStyle/>
                    <a:p>
                      <a:endParaRPr lang="en-AU"/>
                    </a:p>
                  </a:txBody>
                  <a:tcPr>
                    <a:solidFill>
                      <a:schemeClr val="accent2">
                        <a:lumMod val="50000"/>
                      </a:schemeClr>
                    </a:solidFill>
                  </a:tcPr>
                </a:tc>
                <a:extLst>
                  <a:ext uri="{0D108BD9-81ED-4DB2-BD59-A6C34878D82A}">
                    <a16:rowId xmlns:a16="http://schemas.microsoft.com/office/drawing/2014/main" val="1144237521"/>
                  </a:ext>
                </a:extLst>
              </a:tr>
              <a:tr h="370840">
                <a:tc>
                  <a:txBody>
                    <a:bodyPr/>
                    <a:lstStyle/>
                    <a:p>
                      <a:r>
                        <a:rPr lang="en-AU"/>
                        <a:t>Pages</a:t>
                      </a:r>
                    </a:p>
                  </a:txBody>
                  <a:tcPr/>
                </a:tc>
                <a:tc>
                  <a:txBody>
                    <a:bodyPr/>
                    <a:lstStyle/>
                    <a:p>
                      <a:r>
                        <a:rPr lang="en-AU"/>
                        <a:t>pages</a:t>
                      </a:r>
                    </a:p>
                  </a:txBody>
                  <a:tcPr/>
                </a:tc>
                <a:tc>
                  <a:txBody>
                    <a:bodyPr/>
                    <a:lstStyle/>
                    <a:p>
                      <a:r>
                        <a:rPr lang="en-AU"/>
                        <a:t>integer</a:t>
                      </a:r>
                    </a:p>
                  </a:txBody>
                  <a:tcPr/>
                </a:tc>
                <a:tc>
                  <a:txBody>
                    <a:bodyPr/>
                    <a:lstStyle/>
                    <a:p>
                      <a:endParaRPr lang="en-AU"/>
                    </a:p>
                  </a:txBody>
                  <a:tcPr/>
                </a:tc>
                <a:tc>
                  <a:txBody>
                    <a:bodyPr/>
                    <a:lstStyle/>
                    <a:p>
                      <a:r>
                        <a:rPr lang="en-AU"/>
                        <a:t>Y</a:t>
                      </a:r>
                    </a:p>
                  </a:txBody>
                  <a:tcPr/>
                </a:tc>
                <a:tc>
                  <a:txBody>
                    <a:bodyPr/>
                    <a:lstStyle/>
                    <a:p>
                      <a:endParaRPr lang="en-AU"/>
                    </a:p>
                  </a:txBody>
                  <a:tcPr>
                    <a:solidFill>
                      <a:schemeClr val="accent2">
                        <a:lumMod val="50000"/>
                      </a:schemeClr>
                    </a:solidFill>
                  </a:tcPr>
                </a:tc>
                <a:tc>
                  <a:txBody>
                    <a:bodyPr/>
                    <a:lstStyle/>
                    <a:p>
                      <a:endParaRPr lang="en-AU"/>
                    </a:p>
                  </a:txBody>
                  <a:tcPr>
                    <a:solidFill>
                      <a:schemeClr val="accent2">
                        <a:lumMod val="50000"/>
                      </a:schemeClr>
                    </a:solidFill>
                  </a:tcPr>
                </a:tc>
                <a:tc>
                  <a:txBody>
                    <a:bodyPr/>
                    <a:lstStyle/>
                    <a:p>
                      <a:endParaRPr lang="en-AU"/>
                    </a:p>
                  </a:txBody>
                  <a:tcPr>
                    <a:solidFill>
                      <a:schemeClr val="accent2">
                        <a:lumMod val="50000"/>
                      </a:schemeClr>
                    </a:solidFill>
                  </a:tcPr>
                </a:tc>
                <a:tc>
                  <a:txBody>
                    <a:bodyPr/>
                    <a:lstStyle/>
                    <a:p>
                      <a:endParaRPr lang="en-AU"/>
                    </a:p>
                  </a:txBody>
                  <a:tcPr>
                    <a:solidFill>
                      <a:schemeClr val="accent2">
                        <a:lumMod val="50000"/>
                      </a:schemeClr>
                    </a:solidFill>
                  </a:tcPr>
                </a:tc>
                <a:extLst>
                  <a:ext uri="{0D108BD9-81ED-4DB2-BD59-A6C34878D82A}">
                    <a16:rowId xmlns:a16="http://schemas.microsoft.com/office/drawing/2014/main" val="2763584230"/>
                  </a:ext>
                </a:extLst>
              </a:tr>
              <a:tr h="370840">
                <a:tc>
                  <a:txBody>
                    <a:bodyPr/>
                    <a:lstStyle/>
                    <a:p>
                      <a:r>
                        <a:rPr lang="en-AU"/>
                        <a:t>Media</a:t>
                      </a:r>
                      <a:r>
                        <a:rPr lang="en-AU" baseline="0"/>
                        <a:t> type</a:t>
                      </a:r>
                      <a:endParaRPr lang="en-AU"/>
                    </a:p>
                  </a:txBody>
                  <a:tcPr/>
                </a:tc>
                <a:tc>
                  <a:txBody>
                    <a:bodyPr/>
                    <a:lstStyle/>
                    <a:p>
                      <a:r>
                        <a:rPr lang="en-AU" err="1"/>
                        <a:t>media_type</a:t>
                      </a:r>
                      <a:endParaRPr lang="en-AU"/>
                    </a:p>
                  </a:txBody>
                  <a:tcPr/>
                </a:tc>
                <a:tc>
                  <a:txBody>
                    <a:bodyPr/>
                    <a:lstStyle/>
                    <a:p>
                      <a:r>
                        <a:rPr lang="en-AU"/>
                        <a:t>char</a:t>
                      </a:r>
                    </a:p>
                  </a:txBody>
                  <a:tcPr/>
                </a:tc>
                <a:tc>
                  <a:txBody>
                    <a:bodyPr/>
                    <a:lstStyle/>
                    <a:p>
                      <a:r>
                        <a:rPr lang="en-AU"/>
                        <a:t>1</a:t>
                      </a:r>
                    </a:p>
                  </a:txBody>
                  <a:tcPr/>
                </a:tc>
                <a:tc>
                  <a:txBody>
                    <a:bodyPr/>
                    <a:lstStyle/>
                    <a:p>
                      <a:endParaRPr lang="en-AU"/>
                    </a:p>
                  </a:txBody>
                  <a:tcPr/>
                </a:tc>
                <a:tc>
                  <a:txBody>
                    <a:bodyPr/>
                    <a:lstStyle/>
                    <a:p>
                      <a:endParaRPr lang="en-AU"/>
                    </a:p>
                  </a:txBody>
                  <a:tcPr>
                    <a:solidFill>
                      <a:schemeClr val="accent2">
                        <a:lumMod val="50000"/>
                      </a:schemeClr>
                    </a:solidFill>
                  </a:tcPr>
                </a:tc>
                <a:tc>
                  <a:txBody>
                    <a:bodyPr/>
                    <a:lstStyle/>
                    <a:p>
                      <a:endParaRPr lang="en-AU"/>
                    </a:p>
                  </a:txBody>
                  <a:tcPr>
                    <a:solidFill>
                      <a:schemeClr val="accent2">
                        <a:lumMod val="50000"/>
                      </a:schemeClr>
                    </a:solidFill>
                  </a:tcPr>
                </a:tc>
                <a:tc>
                  <a:txBody>
                    <a:bodyPr/>
                    <a:lstStyle/>
                    <a:p>
                      <a:endParaRPr lang="en-AU"/>
                    </a:p>
                  </a:txBody>
                  <a:tcPr>
                    <a:solidFill>
                      <a:schemeClr val="accent2">
                        <a:lumMod val="50000"/>
                      </a:schemeClr>
                    </a:solidFill>
                  </a:tcPr>
                </a:tc>
                <a:tc>
                  <a:txBody>
                    <a:bodyPr/>
                    <a:lstStyle/>
                    <a:p>
                      <a:endParaRPr lang="en-AU"/>
                    </a:p>
                  </a:txBody>
                  <a:tcPr>
                    <a:solidFill>
                      <a:schemeClr val="accent2">
                        <a:lumMod val="50000"/>
                      </a:schemeClr>
                    </a:solidFill>
                  </a:tcPr>
                </a:tc>
                <a:extLst>
                  <a:ext uri="{0D108BD9-81ED-4DB2-BD59-A6C34878D82A}">
                    <a16:rowId xmlns:a16="http://schemas.microsoft.com/office/drawing/2014/main" val="2879572142"/>
                  </a:ext>
                </a:extLst>
              </a:tr>
              <a:tr h="370840">
                <a:tc>
                  <a:txBody>
                    <a:bodyPr/>
                    <a:lstStyle/>
                    <a:p>
                      <a:r>
                        <a:rPr lang="en-AU"/>
                        <a:t>Author</a:t>
                      </a:r>
                    </a:p>
                  </a:txBody>
                  <a:tcPr/>
                </a:tc>
                <a:tc>
                  <a:txBody>
                    <a:bodyPr/>
                    <a:lstStyle/>
                    <a:p>
                      <a:r>
                        <a:rPr lang="en-AU"/>
                        <a:t>author</a:t>
                      </a:r>
                    </a:p>
                  </a:txBody>
                  <a:tcPr/>
                </a:tc>
                <a:tc>
                  <a:txBody>
                    <a:bodyPr/>
                    <a:lstStyle/>
                    <a:p>
                      <a:r>
                        <a:rPr lang="en-AU"/>
                        <a:t>varchar</a:t>
                      </a:r>
                    </a:p>
                  </a:txBody>
                  <a:tcPr/>
                </a:tc>
                <a:tc>
                  <a:txBody>
                    <a:bodyPr/>
                    <a:lstStyle/>
                    <a:p>
                      <a:r>
                        <a:rPr lang="en-AU"/>
                        <a:t>255</a:t>
                      </a:r>
                    </a:p>
                  </a:txBody>
                  <a:tcPr/>
                </a:tc>
                <a:tc>
                  <a:txBody>
                    <a:bodyPr/>
                    <a:lstStyle/>
                    <a:p>
                      <a:endParaRPr lang="en-AU" dirty="0"/>
                    </a:p>
                  </a:txBody>
                  <a:tcPr/>
                </a:tc>
                <a:tc>
                  <a:txBody>
                    <a:bodyPr/>
                    <a:lstStyle/>
                    <a:p>
                      <a:endParaRPr lang="en-AU"/>
                    </a:p>
                  </a:txBody>
                  <a:tcPr>
                    <a:solidFill>
                      <a:schemeClr val="accent2">
                        <a:lumMod val="50000"/>
                      </a:schemeClr>
                    </a:solidFill>
                  </a:tcPr>
                </a:tc>
                <a:tc>
                  <a:txBody>
                    <a:bodyPr/>
                    <a:lstStyle/>
                    <a:p>
                      <a:endParaRPr lang="en-AU"/>
                    </a:p>
                  </a:txBody>
                  <a:tcPr>
                    <a:solidFill>
                      <a:schemeClr val="accent2">
                        <a:lumMod val="50000"/>
                      </a:schemeClr>
                    </a:solidFill>
                  </a:tcPr>
                </a:tc>
                <a:tc>
                  <a:txBody>
                    <a:bodyPr/>
                    <a:lstStyle/>
                    <a:p>
                      <a:endParaRPr lang="en-AU"/>
                    </a:p>
                  </a:txBody>
                  <a:tcPr>
                    <a:solidFill>
                      <a:schemeClr val="accent2">
                        <a:lumMod val="50000"/>
                      </a:schemeClr>
                    </a:solidFill>
                  </a:tcPr>
                </a:tc>
                <a:tc>
                  <a:txBody>
                    <a:bodyPr/>
                    <a:lstStyle/>
                    <a:p>
                      <a:endParaRPr lang="en-AU" dirty="0"/>
                    </a:p>
                  </a:txBody>
                  <a:tcPr>
                    <a:solidFill>
                      <a:schemeClr val="accent2">
                        <a:lumMod val="50000"/>
                      </a:schemeClr>
                    </a:solidFill>
                  </a:tcPr>
                </a:tc>
                <a:extLst>
                  <a:ext uri="{0D108BD9-81ED-4DB2-BD59-A6C34878D82A}">
                    <a16:rowId xmlns:a16="http://schemas.microsoft.com/office/drawing/2014/main" val="3314419130"/>
                  </a:ext>
                </a:extLst>
              </a:tr>
            </a:tbl>
          </a:graphicData>
        </a:graphic>
      </p:graphicFrame>
    </p:spTree>
    <p:extLst>
      <p:ext uri="{BB962C8B-B14F-4D97-AF65-F5344CB8AC3E}">
        <p14:creationId xmlns:p14="http://schemas.microsoft.com/office/powerpoint/2010/main" val="24432415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Exercise 2</a:t>
            </a:r>
          </a:p>
        </p:txBody>
      </p:sp>
      <p:sp>
        <p:nvSpPr>
          <p:cNvPr id="3" name="Content Placeholder 2"/>
          <p:cNvSpPr>
            <a:spLocks noGrp="1"/>
          </p:cNvSpPr>
          <p:nvPr>
            <p:ph idx="1"/>
          </p:nvPr>
        </p:nvSpPr>
        <p:spPr/>
        <p:txBody>
          <a:bodyPr/>
          <a:lstStyle/>
          <a:p>
            <a:r>
              <a:rPr lang="en-AU"/>
              <a:t>Given the information below for the table “pens”,</a:t>
            </a:r>
          </a:p>
          <a:p>
            <a:r>
              <a:rPr lang="en-AU"/>
              <a:t>Create the SQL to create the table:</a:t>
            </a:r>
          </a:p>
        </p:txBody>
      </p:sp>
      <p:graphicFrame>
        <p:nvGraphicFramePr>
          <p:cNvPr id="4" name="Table 3"/>
          <p:cNvGraphicFramePr>
            <a:graphicFrameLocks noGrp="1"/>
          </p:cNvGraphicFramePr>
          <p:nvPr>
            <p:extLst>
              <p:ext uri="{D42A27DB-BD31-4B8C-83A1-F6EECF244321}">
                <p14:modId xmlns:p14="http://schemas.microsoft.com/office/powerpoint/2010/main" val="1491689639"/>
              </p:ext>
            </p:extLst>
          </p:nvPr>
        </p:nvGraphicFramePr>
        <p:xfrm>
          <a:off x="609600" y="3187444"/>
          <a:ext cx="10972799" cy="2595880"/>
        </p:xfrm>
        <a:graphic>
          <a:graphicData uri="http://schemas.openxmlformats.org/drawingml/2006/table">
            <a:tbl>
              <a:tblPr firstRow="1" bandRow="1">
                <a:tableStyleId>{21E4AEA4-8DFA-4A89-87EB-49C32662AFE0}</a:tableStyleId>
              </a:tblPr>
              <a:tblGrid>
                <a:gridCol w="1781759">
                  <a:extLst>
                    <a:ext uri="{9D8B030D-6E8A-4147-A177-3AD203B41FA5}">
                      <a16:colId xmlns:a16="http://schemas.microsoft.com/office/drawing/2014/main" val="4070237601"/>
                    </a:ext>
                  </a:extLst>
                </a:gridCol>
                <a:gridCol w="1771308">
                  <a:extLst>
                    <a:ext uri="{9D8B030D-6E8A-4147-A177-3AD203B41FA5}">
                      <a16:colId xmlns:a16="http://schemas.microsoft.com/office/drawing/2014/main" val="2176141039"/>
                    </a:ext>
                  </a:extLst>
                </a:gridCol>
                <a:gridCol w="787157">
                  <a:extLst>
                    <a:ext uri="{9D8B030D-6E8A-4147-A177-3AD203B41FA5}">
                      <a16:colId xmlns:a16="http://schemas.microsoft.com/office/drawing/2014/main" val="1279049190"/>
                    </a:ext>
                  </a:extLst>
                </a:gridCol>
                <a:gridCol w="1534529">
                  <a:extLst>
                    <a:ext uri="{9D8B030D-6E8A-4147-A177-3AD203B41FA5}">
                      <a16:colId xmlns:a16="http://schemas.microsoft.com/office/drawing/2014/main" val="360597995"/>
                    </a:ext>
                  </a:extLst>
                </a:gridCol>
                <a:gridCol w="758739">
                  <a:extLst>
                    <a:ext uri="{9D8B030D-6E8A-4147-A177-3AD203B41FA5}">
                      <a16:colId xmlns:a16="http://schemas.microsoft.com/office/drawing/2014/main" val="3021564120"/>
                    </a:ext>
                  </a:extLst>
                </a:gridCol>
                <a:gridCol w="1270249">
                  <a:extLst>
                    <a:ext uri="{9D8B030D-6E8A-4147-A177-3AD203B41FA5}">
                      <a16:colId xmlns:a16="http://schemas.microsoft.com/office/drawing/2014/main" val="1813909588"/>
                    </a:ext>
                  </a:extLst>
                </a:gridCol>
                <a:gridCol w="1534529">
                  <a:extLst>
                    <a:ext uri="{9D8B030D-6E8A-4147-A177-3AD203B41FA5}">
                      <a16:colId xmlns:a16="http://schemas.microsoft.com/office/drawing/2014/main" val="1278746662"/>
                    </a:ext>
                  </a:extLst>
                </a:gridCol>
                <a:gridCol w="1534529">
                  <a:extLst>
                    <a:ext uri="{9D8B030D-6E8A-4147-A177-3AD203B41FA5}">
                      <a16:colId xmlns:a16="http://schemas.microsoft.com/office/drawing/2014/main" val="539335442"/>
                    </a:ext>
                  </a:extLst>
                </a:gridCol>
              </a:tblGrid>
              <a:tr h="370840">
                <a:tc>
                  <a:txBody>
                    <a:bodyPr/>
                    <a:lstStyle/>
                    <a:p>
                      <a:r>
                        <a:rPr lang="en-AU"/>
                        <a:t>Field Name</a:t>
                      </a:r>
                    </a:p>
                  </a:txBody>
                  <a:tcPr/>
                </a:tc>
                <a:tc>
                  <a:txBody>
                    <a:bodyPr/>
                    <a:lstStyle/>
                    <a:p>
                      <a:r>
                        <a:rPr lang="en-AU"/>
                        <a:t>Data Type</a:t>
                      </a:r>
                    </a:p>
                  </a:txBody>
                  <a:tcPr/>
                </a:tc>
                <a:tc>
                  <a:txBody>
                    <a:bodyPr/>
                    <a:lstStyle/>
                    <a:p>
                      <a:r>
                        <a:rPr lang="en-AU"/>
                        <a:t>Size</a:t>
                      </a:r>
                    </a:p>
                  </a:txBody>
                  <a:tcPr/>
                </a:tc>
                <a:tc>
                  <a:txBody>
                    <a:bodyPr/>
                    <a:lstStyle/>
                    <a:p>
                      <a:r>
                        <a:rPr lang="en-AU"/>
                        <a:t>Unsigned</a:t>
                      </a:r>
                    </a:p>
                  </a:txBody>
                  <a:tcPr/>
                </a:tc>
                <a:tc>
                  <a:txBody>
                    <a:bodyPr/>
                    <a:lstStyle/>
                    <a:p>
                      <a:r>
                        <a:rPr lang="en-AU"/>
                        <a:t>Null</a:t>
                      </a:r>
                    </a:p>
                  </a:txBody>
                  <a:tcPr>
                    <a:solidFill>
                      <a:schemeClr val="accent2">
                        <a:lumMod val="50000"/>
                      </a:schemeClr>
                    </a:solidFill>
                  </a:tcPr>
                </a:tc>
                <a:tc>
                  <a:txBody>
                    <a:bodyPr/>
                    <a:lstStyle/>
                    <a:p>
                      <a:r>
                        <a:rPr lang="en-AU"/>
                        <a:t>Zero Fill</a:t>
                      </a:r>
                    </a:p>
                  </a:txBody>
                  <a:tcPr>
                    <a:solidFill>
                      <a:schemeClr val="accent2">
                        <a:lumMod val="50000"/>
                      </a:schemeClr>
                    </a:solidFill>
                  </a:tcPr>
                </a:tc>
                <a:tc>
                  <a:txBody>
                    <a:bodyPr/>
                    <a:lstStyle/>
                    <a:p>
                      <a:r>
                        <a:rPr lang="en-AU"/>
                        <a:t>Default</a:t>
                      </a:r>
                    </a:p>
                  </a:txBody>
                  <a:tcPr>
                    <a:solidFill>
                      <a:schemeClr val="accent2">
                        <a:lumMod val="50000"/>
                      </a:schemeClr>
                    </a:solidFill>
                  </a:tcPr>
                </a:tc>
                <a:tc>
                  <a:txBody>
                    <a:bodyPr/>
                    <a:lstStyle/>
                    <a:p>
                      <a:r>
                        <a:rPr lang="en-AU"/>
                        <a:t>Primary Key</a:t>
                      </a:r>
                    </a:p>
                  </a:txBody>
                  <a:tcPr>
                    <a:solidFill>
                      <a:schemeClr val="accent2">
                        <a:lumMod val="50000"/>
                      </a:schemeClr>
                    </a:solidFill>
                  </a:tcPr>
                </a:tc>
                <a:extLst>
                  <a:ext uri="{0D108BD9-81ED-4DB2-BD59-A6C34878D82A}">
                    <a16:rowId xmlns:a16="http://schemas.microsoft.com/office/drawing/2014/main" val="4204937884"/>
                  </a:ext>
                </a:extLst>
              </a:tr>
              <a:tr h="370840">
                <a:tc>
                  <a:txBody>
                    <a:bodyPr/>
                    <a:lstStyle/>
                    <a:p>
                      <a:r>
                        <a:rPr lang="en-AU"/>
                        <a:t>Name</a:t>
                      </a:r>
                    </a:p>
                  </a:txBody>
                  <a:tcPr/>
                </a:tc>
                <a:tc>
                  <a:txBody>
                    <a:bodyPr/>
                    <a:lstStyle/>
                    <a:p>
                      <a:r>
                        <a:rPr lang="en-AU" err="1"/>
                        <a:t>varcahr</a:t>
                      </a:r>
                      <a:endParaRPr lang="en-AU"/>
                    </a:p>
                  </a:txBody>
                  <a:tcPr/>
                </a:tc>
                <a:tc>
                  <a:txBody>
                    <a:bodyPr/>
                    <a:lstStyle/>
                    <a:p>
                      <a:r>
                        <a:rPr lang="en-AU"/>
                        <a:t>128</a:t>
                      </a:r>
                    </a:p>
                  </a:txBody>
                  <a:tcPr/>
                </a:tc>
                <a:tc>
                  <a:txBody>
                    <a:bodyPr/>
                    <a:lstStyle/>
                    <a:p>
                      <a:endParaRPr lang="en-AU"/>
                    </a:p>
                  </a:txBody>
                  <a:tcPr/>
                </a:tc>
                <a:tc>
                  <a:txBody>
                    <a:bodyPr/>
                    <a:lstStyle/>
                    <a:p>
                      <a:endParaRPr lang="en-AU"/>
                    </a:p>
                  </a:txBody>
                  <a:tcPr>
                    <a:solidFill>
                      <a:schemeClr val="accent2">
                        <a:lumMod val="50000"/>
                      </a:schemeClr>
                    </a:solidFill>
                  </a:tcPr>
                </a:tc>
                <a:tc>
                  <a:txBody>
                    <a:bodyPr/>
                    <a:lstStyle/>
                    <a:p>
                      <a:endParaRPr lang="en-AU"/>
                    </a:p>
                  </a:txBody>
                  <a:tcPr>
                    <a:solidFill>
                      <a:schemeClr val="accent2">
                        <a:lumMod val="50000"/>
                      </a:schemeClr>
                    </a:solidFill>
                  </a:tcPr>
                </a:tc>
                <a:tc>
                  <a:txBody>
                    <a:bodyPr/>
                    <a:lstStyle/>
                    <a:p>
                      <a:endParaRPr lang="en-AU"/>
                    </a:p>
                  </a:txBody>
                  <a:tcPr>
                    <a:solidFill>
                      <a:schemeClr val="accent2">
                        <a:lumMod val="50000"/>
                      </a:schemeClr>
                    </a:solidFill>
                  </a:tcPr>
                </a:tc>
                <a:tc>
                  <a:txBody>
                    <a:bodyPr/>
                    <a:lstStyle/>
                    <a:p>
                      <a:endParaRPr lang="en-AU"/>
                    </a:p>
                  </a:txBody>
                  <a:tcPr>
                    <a:solidFill>
                      <a:schemeClr val="accent2">
                        <a:lumMod val="50000"/>
                      </a:schemeClr>
                    </a:solidFill>
                  </a:tcPr>
                </a:tc>
                <a:extLst>
                  <a:ext uri="{0D108BD9-81ED-4DB2-BD59-A6C34878D82A}">
                    <a16:rowId xmlns:a16="http://schemas.microsoft.com/office/drawing/2014/main" val="1664324930"/>
                  </a:ext>
                </a:extLst>
              </a:tr>
              <a:tr h="370840">
                <a:tc>
                  <a:txBody>
                    <a:bodyPr/>
                    <a:lstStyle/>
                    <a:p>
                      <a:r>
                        <a:rPr lang="en-AU"/>
                        <a:t>EAN</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a:t>varchar</a:t>
                      </a:r>
                    </a:p>
                  </a:txBody>
                  <a:tcPr/>
                </a:tc>
                <a:tc>
                  <a:txBody>
                    <a:bodyPr/>
                    <a:lstStyle/>
                    <a:p>
                      <a:r>
                        <a:rPr lang="en-AU"/>
                        <a:t>24</a:t>
                      </a:r>
                    </a:p>
                  </a:txBody>
                  <a:tcPr/>
                </a:tc>
                <a:tc>
                  <a:txBody>
                    <a:bodyPr/>
                    <a:lstStyle/>
                    <a:p>
                      <a:endParaRPr lang="en-AU"/>
                    </a:p>
                  </a:txBody>
                  <a:tcPr/>
                </a:tc>
                <a:tc>
                  <a:txBody>
                    <a:bodyPr/>
                    <a:lstStyle/>
                    <a:p>
                      <a:endParaRPr lang="en-AU"/>
                    </a:p>
                  </a:txBody>
                  <a:tcPr>
                    <a:solidFill>
                      <a:schemeClr val="accent2">
                        <a:lumMod val="50000"/>
                      </a:schemeClr>
                    </a:solidFill>
                  </a:tcPr>
                </a:tc>
                <a:tc>
                  <a:txBody>
                    <a:bodyPr/>
                    <a:lstStyle/>
                    <a:p>
                      <a:endParaRPr lang="en-AU"/>
                    </a:p>
                  </a:txBody>
                  <a:tcPr>
                    <a:solidFill>
                      <a:schemeClr val="accent2">
                        <a:lumMod val="50000"/>
                      </a:schemeClr>
                    </a:solidFill>
                  </a:tcPr>
                </a:tc>
                <a:tc>
                  <a:txBody>
                    <a:bodyPr/>
                    <a:lstStyle/>
                    <a:p>
                      <a:endParaRPr lang="en-AU"/>
                    </a:p>
                  </a:txBody>
                  <a:tcPr>
                    <a:solidFill>
                      <a:schemeClr val="accent2">
                        <a:lumMod val="50000"/>
                      </a:schemeClr>
                    </a:solidFill>
                  </a:tcPr>
                </a:tc>
                <a:tc>
                  <a:txBody>
                    <a:bodyPr/>
                    <a:lstStyle/>
                    <a:p>
                      <a:endParaRPr lang="en-AU"/>
                    </a:p>
                  </a:txBody>
                  <a:tcPr>
                    <a:solidFill>
                      <a:schemeClr val="accent2">
                        <a:lumMod val="50000"/>
                      </a:schemeClr>
                    </a:solidFill>
                  </a:tcPr>
                </a:tc>
                <a:extLst>
                  <a:ext uri="{0D108BD9-81ED-4DB2-BD59-A6C34878D82A}">
                    <a16:rowId xmlns:a16="http://schemas.microsoft.com/office/drawing/2014/main" val="3442888030"/>
                  </a:ext>
                </a:extLst>
              </a:tr>
              <a:tr h="370840">
                <a:tc>
                  <a:txBody>
                    <a:bodyPr/>
                    <a:lstStyle/>
                    <a:p>
                      <a:r>
                        <a:rPr lang="en-AU"/>
                        <a:t>Type</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a:t>varchar</a:t>
                      </a:r>
                    </a:p>
                  </a:txBody>
                  <a:tcPr/>
                </a:tc>
                <a:tc>
                  <a:txBody>
                    <a:bodyPr/>
                    <a:lstStyle/>
                    <a:p>
                      <a:r>
                        <a:rPr lang="en-AU"/>
                        <a:t>16</a:t>
                      </a:r>
                    </a:p>
                  </a:txBody>
                  <a:tcPr/>
                </a:tc>
                <a:tc>
                  <a:txBody>
                    <a:bodyPr/>
                    <a:lstStyle/>
                    <a:p>
                      <a:endParaRPr lang="en-AU"/>
                    </a:p>
                  </a:txBody>
                  <a:tcPr/>
                </a:tc>
                <a:tc>
                  <a:txBody>
                    <a:bodyPr/>
                    <a:lstStyle/>
                    <a:p>
                      <a:endParaRPr lang="en-AU"/>
                    </a:p>
                  </a:txBody>
                  <a:tcPr>
                    <a:solidFill>
                      <a:schemeClr val="accent2">
                        <a:lumMod val="50000"/>
                      </a:schemeClr>
                    </a:solidFill>
                  </a:tcPr>
                </a:tc>
                <a:tc>
                  <a:txBody>
                    <a:bodyPr/>
                    <a:lstStyle/>
                    <a:p>
                      <a:endParaRPr lang="en-AU"/>
                    </a:p>
                  </a:txBody>
                  <a:tcPr>
                    <a:solidFill>
                      <a:schemeClr val="accent2">
                        <a:lumMod val="50000"/>
                      </a:schemeClr>
                    </a:solidFill>
                  </a:tcPr>
                </a:tc>
                <a:tc>
                  <a:txBody>
                    <a:bodyPr/>
                    <a:lstStyle/>
                    <a:p>
                      <a:endParaRPr lang="en-AU"/>
                    </a:p>
                  </a:txBody>
                  <a:tcPr>
                    <a:solidFill>
                      <a:schemeClr val="accent2">
                        <a:lumMod val="50000"/>
                      </a:schemeClr>
                    </a:solidFill>
                  </a:tcPr>
                </a:tc>
                <a:tc>
                  <a:txBody>
                    <a:bodyPr/>
                    <a:lstStyle/>
                    <a:p>
                      <a:endParaRPr lang="en-AU"/>
                    </a:p>
                  </a:txBody>
                  <a:tcPr>
                    <a:solidFill>
                      <a:schemeClr val="accent2">
                        <a:lumMod val="50000"/>
                      </a:schemeClr>
                    </a:solidFill>
                  </a:tcPr>
                </a:tc>
                <a:extLst>
                  <a:ext uri="{0D108BD9-81ED-4DB2-BD59-A6C34878D82A}">
                    <a16:rowId xmlns:a16="http://schemas.microsoft.com/office/drawing/2014/main" val="1067306469"/>
                  </a:ext>
                </a:extLst>
              </a:tr>
              <a:tr h="370840">
                <a:tc>
                  <a:txBody>
                    <a:bodyPr/>
                    <a:lstStyle/>
                    <a:p>
                      <a:r>
                        <a:rPr lang="en-AU"/>
                        <a:t>Colour</a:t>
                      </a:r>
                    </a:p>
                  </a:txBody>
                  <a:tcPr/>
                </a:tc>
                <a:tc>
                  <a:txBody>
                    <a:bodyPr/>
                    <a:lstStyle/>
                    <a:p>
                      <a:r>
                        <a:rPr lang="en-AU"/>
                        <a:t>varchar</a:t>
                      </a:r>
                    </a:p>
                  </a:txBody>
                  <a:tcPr/>
                </a:tc>
                <a:tc>
                  <a:txBody>
                    <a:bodyPr/>
                    <a:lstStyle/>
                    <a:p>
                      <a:r>
                        <a:rPr lang="en-AU"/>
                        <a:t>32</a:t>
                      </a:r>
                    </a:p>
                  </a:txBody>
                  <a:tcPr/>
                </a:tc>
                <a:tc>
                  <a:txBody>
                    <a:bodyPr/>
                    <a:lstStyle/>
                    <a:p>
                      <a:endParaRPr lang="en-AU"/>
                    </a:p>
                  </a:txBody>
                  <a:tcPr/>
                </a:tc>
                <a:tc>
                  <a:txBody>
                    <a:bodyPr/>
                    <a:lstStyle/>
                    <a:p>
                      <a:endParaRPr lang="en-AU"/>
                    </a:p>
                  </a:txBody>
                  <a:tcPr>
                    <a:solidFill>
                      <a:schemeClr val="accent2">
                        <a:lumMod val="50000"/>
                      </a:schemeClr>
                    </a:solidFill>
                  </a:tcPr>
                </a:tc>
                <a:tc>
                  <a:txBody>
                    <a:bodyPr/>
                    <a:lstStyle/>
                    <a:p>
                      <a:endParaRPr lang="en-AU"/>
                    </a:p>
                  </a:txBody>
                  <a:tcPr>
                    <a:solidFill>
                      <a:schemeClr val="accent2">
                        <a:lumMod val="50000"/>
                      </a:schemeClr>
                    </a:solidFill>
                  </a:tcPr>
                </a:tc>
                <a:tc>
                  <a:txBody>
                    <a:bodyPr/>
                    <a:lstStyle/>
                    <a:p>
                      <a:endParaRPr lang="en-AU"/>
                    </a:p>
                  </a:txBody>
                  <a:tcPr>
                    <a:solidFill>
                      <a:schemeClr val="accent2">
                        <a:lumMod val="50000"/>
                      </a:schemeClr>
                    </a:solidFill>
                  </a:tcPr>
                </a:tc>
                <a:tc>
                  <a:txBody>
                    <a:bodyPr/>
                    <a:lstStyle/>
                    <a:p>
                      <a:endParaRPr lang="en-AU"/>
                    </a:p>
                  </a:txBody>
                  <a:tcPr>
                    <a:solidFill>
                      <a:schemeClr val="accent2">
                        <a:lumMod val="50000"/>
                      </a:schemeClr>
                    </a:solidFill>
                  </a:tcPr>
                </a:tc>
                <a:extLst>
                  <a:ext uri="{0D108BD9-81ED-4DB2-BD59-A6C34878D82A}">
                    <a16:rowId xmlns:a16="http://schemas.microsoft.com/office/drawing/2014/main" val="1144237521"/>
                  </a:ext>
                </a:extLst>
              </a:tr>
              <a:tr h="370840">
                <a:tc>
                  <a:txBody>
                    <a:bodyPr/>
                    <a:lstStyle/>
                    <a:p>
                      <a:r>
                        <a:rPr lang="en-AU"/>
                        <a:t>Notes</a:t>
                      </a:r>
                    </a:p>
                  </a:txBody>
                  <a:tcPr/>
                </a:tc>
                <a:tc>
                  <a:txBody>
                    <a:bodyPr/>
                    <a:lstStyle/>
                    <a:p>
                      <a:r>
                        <a:rPr lang="en-AU"/>
                        <a:t>Text</a:t>
                      </a:r>
                    </a:p>
                  </a:txBody>
                  <a:tcPr/>
                </a:tc>
                <a:tc>
                  <a:txBody>
                    <a:bodyPr/>
                    <a:lstStyle/>
                    <a:p>
                      <a:endParaRPr lang="en-AU"/>
                    </a:p>
                  </a:txBody>
                  <a:tcPr/>
                </a:tc>
                <a:tc>
                  <a:txBody>
                    <a:bodyPr/>
                    <a:lstStyle/>
                    <a:p>
                      <a:endParaRPr lang="en-AU"/>
                    </a:p>
                  </a:txBody>
                  <a:tcPr/>
                </a:tc>
                <a:tc>
                  <a:txBody>
                    <a:bodyPr/>
                    <a:lstStyle/>
                    <a:p>
                      <a:endParaRPr lang="en-AU"/>
                    </a:p>
                  </a:txBody>
                  <a:tcPr>
                    <a:solidFill>
                      <a:schemeClr val="accent2">
                        <a:lumMod val="50000"/>
                      </a:schemeClr>
                    </a:solidFill>
                  </a:tcPr>
                </a:tc>
                <a:tc>
                  <a:txBody>
                    <a:bodyPr/>
                    <a:lstStyle/>
                    <a:p>
                      <a:endParaRPr lang="en-AU"/>
                    </a:p>
                  </a:txBody>
                  <a:tcPr>
                    <a:solidFill>
                      <a:schemeClr val="accent2">
                        <a:lumMod val="50000"/>
                      </a:schemeClr>
                    </a:solidFill>
                  </a:tcPr>
                </a:tc>
                <a:tc>
                  <a:txBody>
                    <a:bodyPr/>
                    <a:lstStyle/>
                    <a:p>
                      <a:endParaRPr lang="en-AU"/>
                    </a:p>
                  </a:txBody>
                  <a:tcPr>
                    <a:solidFill>
                      <a:schemeClr val="accent2">
                        <a:lumMod val="50000"/>
                      </a:schemeClr>
                    </a:solidFill>
                  </a:tcPr>
                </a:tc>
                <a:tc>
                  <a:txBody>
                    <a:bodyPr/>
                    <a:lstStyle/>
                    <a:p>
                      <a:endParaRPr lang="en-AU"/>
                    </a:p>
                  </a:txBody>
                  <a:tcPr>
                    <a:solidFill>
                      <a:schemeClr val="accent2">
                        <a:lumMod val="50000"/>
                      </a:schemeClr>
                    </a:solidFill>
                  </a:tcPr>
                </a:tc>
                <a:extLst>
                  <a:ext uri="{0D108BD9-81ED-4DB2-BD59-A6C34878D82A}">
                    <a16:rowId xmlns:a16="http://schemas.microsoft.com/office/drawing/2014/main" val="2763584230"/>
                  </a:ext>
                </a:extLst>
              </a:tr>
              <a:tr h="370840">
                <a:tc>
                  <a:txBody>
                    <a:bodyPr/>
                    <a:lstStyle/>
                    <a:p>
                      <a:endParaRPr lang="en-AU"/>
                    </a:p>
                  </a:txBody>
                  <a:tcPr/>
                </a:tc>
                <a:tc>
                  <a:txBody>
                    <a:bodyPr/>
                    <a:lstStyle/>
                    <a:p>
                      <a:endParaRPr lang="en-AU"/>
                    </a:p>
                  </a:txBody>
                  <a:tcPr/>
                </a:tc>
                <a:tc>
                  <a:txBody>
                    <a:bodyPr/>
                    <a:lstStyle/>
                    <a:p>
                      <a:endParaRPr lang="en-AU"/>
                    </a:p>
                  </a:txBody>
                  <a:tcPr/>
                </a:tc>
                <a:tc>
                  <a:txBody>
                    <a:bodyPr/>
                    <a:lstStyle/>
                    <a:p>
                      <a:endParaRPr lang="en-AU"/>
                    </a:p>
                  </a:txBody>
                  <a:tcPr/>
                </a:tc>
                <a:tc>
                  <a:txBody>
                    <a:bodyPr/>
                    <a:lstStyle/>
                    <a:p>
                      <a:endParaRPr lang="en-AU"/>
                    </a:p>
                  </a:txBody>
                  <a:tcPr>
                    <a:solidFill>
                      <a:schemeClr val="accent2">
                        <a:lumMod val="50000"/>
                      </a:schemeClr>
                    </a:solidFill>
                  </a:tcPr>
                </a:tc>
                <a:tc>
                  <a:txBody>
                    <a:bodyPr/>
                    <a:lstStyle/>
                    <a:p>
                      <a:endParaRPr lang="en-AU"/>
                    </a:p>
                  </a:txBody>
                  <a:tcPr>
                    <a:solidFill>
                      <a:schemeClr val="accent2">
                        <a:lumMod val="50000"/>
                      </a:schemeClr>
                    </a:solidFill>
                  </a:tcPr>
                </a:tc>
                <a:tc>
                  <a:txBody>
                    <a:bodyPr/>
                    <a:lstStyle/>
                    <a:p>
                      <a:endParaRPr lang="en-AU"/>
                    </a:p>
                  </a:txBody>
                  <a:tcPr>
                    <a:solidFill>
                      <a:schemeClr val="accent2">
                        <a:lumMod val="50000"/>
                      </a:schemeClr>
                    </a:solidFill>
                  </a:tcPr>
                </a:tc>
                <a:tc>
                  <a:txBody>
                    <a:bodyPr/>
                    <a:lstStyle/>
                    <a:p>
                      <a:endParaRPr lang="en-AU"/>
                    </a:p>
                  </a:txBody>
                  <a:tcPr>
                    <a:solidFill>
                      <a:schemeClr val="accent2">
                        <a:lumMod val="50000"/>
                      </a:schemeClr>
                    </a:solidFill>
                  </a:tcPr>
                </a:tc>
                <a:extLst>
                  <a:ext uri="{0D108BD9-81ED-4DB2-BD59-A6C34878D82A}">
                    <a16:rowId xmlns:a16="http://schemas.microsoft.com/office/drawing/2014/main" val="3137393036"/>
                  </a:ext>
                </a:extLst>
              </a:tr>
            </a:tbl>
          </a:graphicData>
        </a:graphic>
      </p:graphicFrame>
    </p:spTree>
    <p:extLst>
      <p:ext uri="{BB962C8B-B14F-4D97-AF65-F5344CB8AC3E}">
        <p14:creationId xmlns:p14="http://schemas.microsoft.com/office/powerpoint/2010/main" val="20258349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Basic Select Queries</a:t>
            </a:r>
          </a:p>
        </p:txBody>
      </p:sp>
      <p:sp>
        <p:nvSpPr>
          <p:cNvPr id="3" name="Text Placeholder 2"/>
          <p:cNvSpPr>
            <a:spLocks noGrp="1"/>
          </p:cNvSpPr>
          <p:nvPr>
            <p:ph type="body" idx="1"/>
          </p:nvPr>
        </p:nvSpPr>
        <p:spPr/>
        <p:txBody>
          <a:bodyPr/>
          <a:lstStyle/>
          <a:p>
            <a:r>
              <a:rPr lang="en-AU"/>
              <a:t>SQL Queries Part 1</a:t>
            </a:r>
          </a:p>
        </p:txBody>
      </p:sp>
    </p:spTree>
    <p:extLst>
      <p:ext uri="{BB962C8B-B14F-4D97-AF65-F5344CB8AC3E}">
        <p14:creationId xmlns:p14="http://schemas.microsoft.com/office/powerpoint/2010/main" val="1486113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Select Query Basics</a:t>
            </a:r>
          </a:p>
        </p:txBody>
      </p:sp>
      <p:sp>
        <p:nvSpPr>
          <p:cNvPr id="3" name="Content Placeholder 2"/>
          <p:cNvSpPr>
            <a:spLocks noGrp="1"/>
          </p:cNvSpPr>
          <p:nvPr>
            <p:ph idx="1"/>
          </p:nvPr>
        </p:nvSpPr>
        <p:spPr/>
        <p:txBody>
          <a:bodyPr>
            <a:normAutofit/>
          </a:bodyPr>
          <a:lstStyle/>
          <a:p>
            <a:r>
              <a:rPr lang="en-AU"/>
              <a:t>Once data in the database we are able to ask questions</a:t>
            </a:r>
          </a:p>
          <a:p>
            <a:r>
              <a:rPr lang="en-AU"/>
              <a:t>The questions are known as QUERIES</a:t>
            </a:r>
          </a:p>
          <a:p>
            <a:endParaRPr lang="en-AU"/>
          </a:p>
          <a:p>
            <a:r>
              <a:rPr lang="en-AU"/>
              <a:t>SQL command for asking questions is </a:t>
            </a:r>
            <a:r>
              <a:rPr lang="en-AU">
                <a:solidFill>
                  <a:srgbClr val="92D050"/>
                </a:solidFill>
                <a:latin typeface="Fira Code" panose="020B0809050000020004" pitchFamily="49" charset="0"/>
                <a:ea typeface="Fira Code" panose="020B0809050000020004" pitchFamily="49" charset="0"/>
                <a:cs typeface="Fira Code" panose="020B0809050000020004" pitchFamily="49" charset="0"/>
              </a:rPr>
              <a:t>SELECT</a:t>
            </a:r>
            <a:endParaRPr lang="en-AU"/>
          </a:p>
        </p:txBody>
      </p:sp>
    </p:spTree>
    <p:extLst>
      <p:ext uri="{BB962C8B-B14F-4D97-AF65-F5344CB8AC3E}">
        <p14:creationId xmlns:p14="http://schemas.microsoft.com/office/powerpoint/2010/main" val="12792609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Select Query Basics</a:t>
            </a:r>
          </a:p>
        </p:txBody>
      </p:sp>
      <p:sp>
        <p:nvSpPr>
          <p:cNvPr id="3" name="Content Placeholder 2"/>
          <p:cNvSpPr>
            <a:spLocks noGrp="1"/>
          </p:cNvSpPr>
          <p:nvPr>
            <p:ph idx="1"/>
          </p:nvPr>
        </p:nvSpPr>
        <p:spPr/>
        <p:txBody>
          <a:bodyPr>
            <a:normAutofit/>
          </a:bodyPr>
          <a:lstStyle/>
          <a:p>
            <a:r>
              <a:rPr lang="en-AU" dirty="0"/>
              <a:t>Retrieving ALL the data from ALL fields:</a:t>
            </a:r>
          </a:p>
          <a:p>
            <a:pPr lvl="1"/>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SELECT * FROM </a:t>
            </a:r>
            <a:r>
              <a:rPr lang="en-AU" dirty="0" err="1">
                <a:solidFill>
                  <a:schemeClr val="bg1"/>
                </a:solidFill>
                <a:latin typeface="Fira Code" panose="020B0809050000020004" pitchFamily="49" charset="0"/>
                <a:ea typeface="Fira Code" panose="020B0809050000020004" pitchFamily="49" charset="0"/>
                <a:cs typeface="Fira Code" panose="020B0809050000020004" pitchFamily="49" charset="0"/>
              </a:rPr>
              <a:t>table_name</a:t>
            </a:r>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a:t>
            </a:r>
          </a:p>
          <a:p>
            <a:endParaRPr lang="en-AU" dirty="0">
              <a:solidFill>
                <a:schemeClr val="bg1"/>
              </a:solidFill>
            </a:endParaRPr>
          </a:p>
          <a:p>
            <a:r>
              <a:rPr lang="en-AU" dirty="0" err="1">
                <a:solidFill>
                  <a:schemeClr val="bg1"/>
                </a:solidFill>
              </a:rPr>
              <a:t>Eg</a:t>
            </a:r>
            <a:r>
              <a:rPr lang="en-AU" dirty="0">
                <a:solidFill>
                  <a:schemeClr val="bg1"/>
                </a:solidFill>
              </a:rPr>
              <a:t>:</a:t>
            </a:r>
          </a:p>
          <a:p>
            <a:pPr lvl="1"/>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SELECT * FROM Customers; </a:t>
            </a:r>
          </a:p>
        </p:txBody>
      </p:sp>
    </p:spTree>
    <p:extLst>
      <p:ext uri="{BB962C8B-B14F-4D97-AF65-F5344CB8AC3E}">
        <p14:creationId xmlns:p14="http://schemas.microsoft.com/office/powerpoint/2010/main" val="25840317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Select Query Basics</a:t>
            </a:r>
          </a:p>
        </p:txBody>
      </p:sp>
      <p:sp>
        <p:nvSpPr>
          <p:cNvPr id="3" name="Content Placeholder 2"/>
          <p:cNvSpPr>
            <a:spLocks noGrp="1"/>
          </p:cNvSpPr>
          <p:nvPr>
            <p:ph idx="1"/>
          </p:nvPr>
        </p:nvSpPr>
        <p:spPr/>
        <p:txBody>
          <a:bodyPr>
            <a:normAutofit/>
          </a:bodyPr>
          <a:lstStyle/>
          <a:p>
            <a:r>
              <a:rPr lang="en-AU" dirty="0"/>
              <a:t>Retrieving ALL the data from SELECTED fields:</a:t>
            </a:r>
          </a:p>
          <a:p>
            <a:pPr lvl="1"/>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SELECT </a:t>
            </a:r>
            <a:b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br>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    </a:t>
            </a:r>
            <a:r>
              <a:rPr lang="en-AU" dirty="0" err="1">
                <a:solidFill>
                  <a:schemeClr val="bg1"/>
                </a:solidFill>
                <a:latin typeface="Fira Code" panose="020B0809050000020004" pitchFamily="49" charset="0"/>
                <a:ea typeface="Fira Code" panose="020B0809050000020004" pitchFamily="49" charset="0"/>
                <a:cs typeface="Fira Code" panose="020B0809050000020004" pitchFamily="49" charset="0"/>
              </a:rPr>
              <a:t>field_name</a:t>
            </a:r>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 </a:t>
            </a:r>
            <a:r>
              <a:rPr lang="en-AU" dirty="0" err="1">
                <a:solidFill>
                  <a:schemeClr val="bg1"/>
                </a:solidFill>
                <a:latin typeface="Fira Code" panose="020B0809050000020004" pitchFamily="49" charset="0"/>
                <a:ea typeface="Fira Code" panose="020B0809050000020004" pitchFamily="49" charset="0"/>
                <a:cs typeface="Fira Code" panose="020B0809050000020004" pitchFamily="49" charset="0"/>
              </a:rPr>
              <a:t>field_name</a:t>
            </a:r>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 … </a:t>
            </a:r>
            <a:b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br>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FROM </a:t>
            </a:r>
            <a:r>
              <a:rPr lang="en-AU" dirty="0" err="1">
                <a:solidFill>
                  <a:schemeClr val="bg1"/>
                </a:solidFill>
                <a:latin typeface="Fira Code" panose="020B0809050000020004" pitchFamily="49" charset="0"/>
                <a:ea typeface="Fira Code" panose="020B0809050000020004" pitchFamily="49" charset="0"/>
                <a:cs typeface="Fira Code" panose="020B0809050000020004" pitchFamily="49" charset="0"/>
              </a:rPr>
              <a:t>table_name</a:t>
            </a:r>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a:t>
            </a:r>
          </a:p>
          <a:p>
            <a:endParaRPr lang="en-AU" dirty="0">
              <a:solidFill>
                <a:schemeClr val="bg1"/>
              </a:solidFill>
            </a:endParaRPr>
          </a:p>
          <a:p>
            <a:r>
              <a:rPr lang="en-AU" dirty="0" err="1">
                <a:solidFill>
                  <a:schemeClr val="bg1"/>
                </a:solidFill>
              </a:rPr>
              <a:t>Eg</a:t>
            </a:r>
            <a:r>
              <a:rPr lang="en-AU" dirty="0">
                <a:solidFill>
                  <a:schemeClr val="bg1"/>
                </a:solidFill>
              </a:rPr>
              <a:t>:</a:t>
            </a:r>
          </a:p>
          <a:p>
            <a:pPr lvl="1"/>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SELECT </a:t>
            </a:r>
            <a:b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br>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    </a:t>
            </a:r>
            <a:r>
              <a:rPr lang="en-AU" dirty="0" err="1">
                <a:solidFill>
                  <a:schemeClr val="bg1"/>
                </a:solidFill>
                <a:latin typeface="Fira Code" panose="020B0809050000020004" pitchFamily="49" charset="0"/>
                <a:ea typeface="Fira Code" panose="020B0809050000020004" pitchFamily="49" charset="0"/>
                <a:cs typeface="Fira Code" panose="020B0809050000020004" pitchFamily="49" charset="0"/>
              </a:rPr>
              <a:t>given_name</a:t>
            </a:r>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 </a:t>
            </a:r>
            <a:r>
              <a:rPr lang="en-AU" dirty="0" err="1">
                <a:solidFill>
                  <a:schemeClr val="bg1"/>
                </a:solidFill>
                <a:latin typeface="Fira Code" panose="020B0809050000020004" pitchFamily="49" charset="0"/>
                <a:ea typeface="Fira Code" panose="020B0809050000020004" pitchFamily="49" charset="0"/>
                <a:cs typeface="Fira Code" panose="020B0809050000020004" pitchFamily="49" charset="0"/>
              </a:rPr>
              <a:t>family_name</a:t>
            </a:r>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 </a:t>
            </a:r>
            <a:b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br>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FROM Customers</a:t>
            </a:r>
            <a:r>
              <a:rPr lang="en-AU" dirty="0">
                <a:solidFill>
                  <a:srgbClr val="00B0F0"/>
                </a:solidFill>
                <a:latin typeface="Fira Code" panose="020B0809050000020004" pitchFamily="49" charset="0"/>
                <a:ea typeface="Fira Code" panose="020B0809050000020004" pitchFamily="49" charset="0"/>
                <a:cs typeface="Fira Code" panose="020B0809050000020004" pitchFamily="49" charset="0"/>
              </a:rPr>
              <a:t>; </a:t>
            </a:r>
          </a:p>
        </p:txBody>
      </p:sp>
    </p:spTree>
    <p:extLst>
      <p:ext uri="{BB962C8B-B14F-4D97-AF65-F5344CB8AC3E}">
        <p14:creationId xmlns:p14="http://schemas.microsoft.com/office/powerpoint/2010/main" val="1571976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WHERE Conditions</a:t>
            </a:r>
          </a:p>
        </p:txBody>
      </p:sp>
      <p:sp>
        <p:nvSpPr>
          <p:cNvPr id="3" name="Text Placeholder 2"/>
          <p:cNvSpPr>
            <a:spLocks noGrp="1"/>
          </p:cNvSpPr>
          <p:nvPr>
            <p:ph type="body" idx="1"/>
          </p:nvPr>
        </p:nvSpPr>
        <p:spPr/>
        <p:txBody>
          <a:bodyPr/>
          <a:lstStyle/>
          <a:p>
            <a:r>
              <a:rPr lang="en-AU"/>
              <a:t>SQL Queries Part 1</a:t>
            </a:r>
          </a:p>
        </p:txBody>
      </p:sp>
    </p:spTree>
    <p:extLst>
      <p:ext uri="{BB962C8B-B14F-4D97-AF65-F5344CB8AC3E}">
        <p14:creationId xmlns:p14="http://schemas.microsoft.com/office/powerpoint/2010/main" val="35507897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Select Query Basics</a:t>
            </a:r>
          </a:p>
        </p:txBody>
      </p:sp>
      <p:sp>
        <p:nvSpPr>
          <p:cNvPr id="3" name="Content Placeholder 2"/>
          <p:cNvSpPr>
            <a:spLocks noGrp="1"/>
          </p:cNvSpPr>
          <p:nvPr>
            <p:ph idx="1"/>
          </p:nvPr>
        </p:nvSpPr>
        <p:spPr/>
        <p:txBody>
          <a:bodyPr>
            <a:normAutofit/>
          </a:bodyPr>
          <a:lstStyle/>
          <a:p>
            <a:r>
              <a:rPr lang="en-AU" dirty="0"/>
              <a:t>To obtain SOME of the data we need to use conditions</a:t>
            </a:r>
          </a:p>
          <a:p>
            <a:r>
              <a:rPr lang="en-AU" dirty="0"/>
              <a:t>Conditions include:</a:t>
            </a:r>
          </a:p>
          <a:p>
            <a:pPr lvl="1"/>
            <a:r>
              <a:rPr lang="en-AU" dirty="0">
                <a:solidFill>
                  <a:srgbClr val="00B0F0"/>
                </a:solidFill>
                <a:latin typeface="Fira Code" panose="020B0809050000020004" pitchFamily="49" charset="0"/>
                <a:ea typeface="Fira Code" panose="020B0809050000020004" pitchFamily="49" charset="0"/>
                <a:cs typeface="Fira Code" panose="020B0809050000020004" pitchFamily="49" charset="0"/>
              </a:rPr>
              <a:t>  &gt;  </a:t>
            </a:r>
            <a:r>
              <a:rPr lang="en-AU" dirty="0"/>
              <a:t>Greater than</a:t>
            </a:r>
          </a:p>
          <a:p>
            <a:pPr lvl="1"/>
            <a:r>
              <a:rPr lang="en-AU" dirty="0">
                <a:solidFill>
                  <a:srgbClr val="00B0F0"/>
                </a:solidFill>
                <a:latin typeface="Fira Code" panose="020B0809050000020004" pitchFamily="49" charset="0"/>
                <a:ea typeface="Fira Code" panose="020B0809050000020004" pitchFamily="49" charset="0"/>
                <a:cs typeface="Fira Code" panose="020B0809050000020004" pitchFamily="49" charset="0"/>
              </a:rPr>
              <a:t>  &lt;  </a:t>
            </a:r>
            <a:r>
              <a:rPr lang="en-AU" dirty="0"/>
              <a:t>Less than</a:t>
            </a:r>
          </a:p>
          <a:p>
            <a:pPr lvl="1"/>
            <a:r>
              <a:rPr lang="en-AU" dirty="0">
                <a:solidFill>
                  <a:srgbClr val="00B0F0"/>
                </a:solidFill>
                <a:latin typeface="Fira Code" panose="020B0809050000020004" pitchFamily="49" charset="0"/>
                <a:ea typeface="Fira Code" panose="020B0809050000020004" pitchFamily="49" charset="0"/>
                <a:cs typeface="Fira Code" panose="020B0809050000020004" pitchFamily="49" charset="0"/>
              </a:rPr>
              <a:t>  =  </a:t>
            </a:r>
            <a:r>
              <a:rPr lang="en-AU" dirty="0"/>
              <a:t>Equal to</a:t>
            </a:r>
          </a:p>
          <a:p>
            <a:pPr lvl="1"/>
            <a:r>
              <a:rPr lang="en-AU" dirty="0">
                <a:solidFill>
                  <a:srgbClr val="00B0F0"/>
                </a:solidFill>
                <a:latin typeface="Fira Code" panose="020B0809050000020004" pitchFamily="49" charset="0"/>
                <a:ea typeface="Fira Code" panose="020B0809050000020004" pitchFamily="49" charset="0"/>
                <a:cs typeface="Fira Code" panose="020B0809050000020004" pitchFamily="49" charset="0"/>
              </a:rPr>
              <a:t>  &gt;= </a:t>
            </a:r>
            <a:r>
              <a:rPr lang="en-AU" dirty="0"/>
              <a:t>Greater than or equal to</a:t>
            </a:r>
          </a:p>
          <a:p>
            <a:pPr lvl="1"/>
            <a:r>
              <a:rPr lang="en-AU" dirty="0">
                <a:solidFill>
                  <a:srgbClr val="00B0F0"/>
                </a:solidFill>
                <a:latin typeface="Fira Code" panose="020B0809050000020004" pitchFamily="49" charset="0"/>
                <a:ea typeface="Fira Code" panose="020B0809050000020004" pitchFamily="49" charset="0"/>
                <a:cs typeface="Fira Code" panose="020B0809050000020004" pitchFamily="49" charset="0"/>
              </a:rPr>
              <a:t>  &lt;= </a:t>
            </a:r>
            <a:r>
              <a:rPr lang="en-AU" dirty="0"/>
              <a:t>Less than or equal to</a:t>
            </a:r>
          </a:p>
          <a:p>
            <a:pPr lvl="1"/>
            <a:r>
              <a:rPr lang="en-AU" dirty="0">
                <a:solidFill>
                  <a:srgbClr val="4F81BD"/>
                </a:solidFill>
                <a:latin typeface="Fira Code" panose="020B0809050000020004" pitchFamily="49" charset="0"/>
                <a:ea typeface="Fira Code" panose="020B0809050000020004" pitchFamily="49" charset="0"/>
                <a:cs typeface="Fira Code" panose="020B0809050000020004" pitchFamily="49" charset="0"/>
              </a:rPr>
              <a:t>  &lt;&gt;</a:t>
            </a:r>
            <a:r>
              <a:rPr lang="en-AU" dirty="0">
                <a:latin typeface="Fira Code" panose="020B0809050000020004" pitchFamily="49" charset="0"/>
                <a:ea typeface="Fira Code" panose="020B0809050000020004" pitchFamily="49" charset="0"/>
                <a:cs typeface="Fira Code" panose="020B0809050000020004" pitchFamily="49" charset="0"/>
              </a:rPr>
              <a:t> Not equal  to</a:t>
            </a:r>
          </a:p>
        </p:txBody>
      </p:sp>
    </p:spTree>
    <p:extLst>
      <p:ext uri="{BB962C8B-B14F-4D97-AF65-F5344CB8AC3E}">
        <p14:creationId xmlns:p14="http://schemas.microsoft.com/office/powerpoint/2010/main" val="13118703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Select Query Basics</a:t>
            </a:r>
          </a:p>
        </p:txBody>
      </p:sp>
      <p:sp>
        <p:nvSpPr>
          <p:cNvPr id="3" name="Content Placeholder 2"/>
          <p:cNvSpPr>
            <a:spLocks noGrp="1"/>
          </p:cNvSpPr>
          <p:nvPr>
            <p:ph idx="1"/>
          </p:nvPr>
        </p:nvSpPr>
        <p:spPr/>
        <p:txBody>
          <a:bodyPr>
            <a:normAutofit lnSpcReduction="10000"/>
          </a:bodyPr>
          <a:lstStyle/>
          <a:p>
            <a:r>
              <a:rPr lang="en-AU" dirty="0"/>
              <a:t>For example, </a:t>
            </a:r>
            <a:br>
              <a:rPr lang="en-AU" dirty="0"/>
            </a:br>
            <a:r>
              <a:rPr lang="en-AU" dirty="0"/>
              <a:t>    to return the records for everyone who is </a:t>
            </a:r>
            <a:r>
              <a:rPr lang="en-AU" dirty="0">
                <a:solidFill>
                  <a:srgbClr val="00B0F0"/>
                </a:solidFill>
              </a:rPr>
              <a:t>over 18</a:t>
            </a:r>
            <a:r>
              <a:rPr lang="en-AU" dirty="0"/>
              <a:t>:</a:t>
            </a:r>
          </a:p>
          <a:p>
            <a:endParaRPr lang="en-AU" dirty="0"/>
          </a:p>
          <a:p>
            <a:pPr lvl="1"/>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SELECT * </a:t>
            </a:r>
            <a:b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br>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FROM Customers </a:t>
            </a:r>
            <a:b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br>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WHERE Age &gt;= 18; </a:t>
            </a:r>
          </a:p>
          <a:p>
            <a:pPr lvl="1"/>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SELECT </a:t>
            </a:r>
            <a:r>
              <a:rPr lang="en-AU" dirty="0" err="1">
                <a:solidFill>
                  <a:schemeClr val="bg1"/>
                </a:solidFill>
                <a:latin typeface="Fira Code" panose="020B0809050000020004" pitchFamily="49" charset="0"/>
                <a:ea typeface="Fira Code" panose="020B0809050000020004" pitchFamily="49" charset="0"/>
                <a:cs typeface="Fira Code" panose="020B0809050000020004" pitchFamily="49" charset="0"/>
              </a:rPr>
              <a:t>given_name,last_name,age</a:t>
            </a:r>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  </a:t>
            </a:r>
            <a:b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br>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FROM Customers </a:t>
            </a:r>
            <a:b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br>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WHERE Age &lt; 65;</a:t>
            </a:r>
          </a:p>
          <a:p>
            <a:pPr lvl="1"/>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 </a:t>
            </a:r>
          </a:p>
          <a:p>
            <a:pPr lvl="1"/>
            <a:endParaRPr lang="en-AU" dirty="0">
              <a:solidFill>
                <a:srgbClr val="FFC000"/>
              </a:solidFill>
              <a:latin typeface="Fira Code" panose="020B0809050000020004" pitchFamily="49" charset="0"/>
              <a:ea typeface="Fira Code" panose="020B0809050000020004" pitchFamily="49" charset="0"/>
              <a:cs typeface="Fira Code" panose="020B0809050000020004" pitchFamily="49" charset="0"/>
            </a:endParaRPr>
          </a:p>
        </p:txBody>
      </p:sp>
    </p:spTree>
    <p:extLst>
      <p:ext uri="{BB962C8B-B14F-4D97-AF65-F5344CB8AC3E}">
        <p14:creationId xmlns:p14="http://schemas.microsoft.com/office/powerpoint/2010/main" val="5927381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Select Query Basics</a:t>
            </a:r>
          </a:p>
        </p:txBody>
      </p:sp>
      <p:sp>
        <p:nvSpPr>
          <p:cNvPr id="3" name="Content Placeholder 2"/>
          <p:cNvSpPr>
            <a:spLocks noGrp="1"/>
          </p:cNvSpPr>
          <p:nvPr>
            <p:ph idx="1"/>
          </p:nvPr>
        </p:nvSpPr>
        <p:spPr/>
        <p:txBody>
          <a:bodyPr>
            <a:normAutofit/>
          </a:bodyPr>
          <a:lstStyle/>
          <a:p>
            <a:r>
              <a:rPr lang="en-AU" dirty="0"/>
              <a:t>For example, </a:t>
            </a:r>
            <a:br>
              <a:rPr lang="en-AU" dirty="0"/>
            </a:br>
            <a:r>
              <a:rPr lang="en-AU" dirty="0"/>
              <a:t>    to return the records for everyone whose name starts with  ‘A’  or ends with ‘a’</a:t>
            </a:r>
          </a:p>
          <a:p>
            <a:endParaRPr lang="en-AU" dirty="0"/>
          </a:p>
          <a:p>
            <a:pPr lvl="1"/>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SELECT * </a:t>
            </a:r>
            <a:b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br>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FROM Customers </a:t>
            </a:r>
            <a:b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br>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WHERE </a:t>
            </a:r>
            <a:r>
              <a:rPr lang="en-AU" dirty="0" err="1">
                <a:solidFill>
                  <a:schemeClr val="bg1"/>
                </a:solidFill>
                <a:latin typeface="Fira Code" panose="020B0809050000020004" pitchFamily="49" charset="0"/>
                <a:ea typeface="Fira Code" panose="020B0809050000020004" pitchFamily="49" charset="0"/>
                <a:cs typeface="Fira Code" panose="020B0809050000020004" pitchFamily="49" charset="0"/>
              </a:rPr>
              <a:t>given_name</a:t>
            </a:r>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 like  ’A%’ ; </a:t>
            </a:r>
          </a:p>
          <a:p>
            <a:pPr lvl="1"/>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SELECT * FROM Customers</a:t>
            </a:r>
          </a:p>
          <a:p>
            <a:pPr marL="457200" lvl="1" indent="0">
              <a:buNone/>
            </a:pPr>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  where </a:t>
            </a:r>
            <a:r>
              <a:rPr lang="en-AU" dirty="0" err="1">
                <a:solidFill>
                  <a:schemeClr val="bg1"/>
                </a:solidFill>
                <a:latin typeface="Fira Code" panose="020B0809050000020004" pitchFamily="49" charset="0"/>
                <a:ea typeface="Fira Code" panose="020B0809050000020004" pitchFamily="49" charset="0"/>
                <a:cs typeface="Fira Code" panose="020B0809050000020004" pitchFamily="49" charset="0"/>
              </a:rPr>
              <a:t>last_name</a:t>
            </a:r>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 like  ’%g’; </a:t>
            </a:r>
          </a:p>
        </p:txBody>
      </p:sp>
    </p:spTree>
    <p:extLst>
      <p:ext uri="{BB962C8B-B14F-4D97-AF65-F5344CB8AC3E}">
        <p14:creationId xmlns:p14="http://schemas.microsoft.com/office/powerpoint/2010/main" val="17950163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WHERE Conditions with</a:t>
            </a:r>
            <a:br>
              <a:rPr lang="en-AU"/>
            </a:br>
            <a:r>
              <a:rPr lang="en-AU"/>
              <a:t>Boolean Expressions</a:t>
            </a:r>
          </a:p>
        </p:txBody>
      </p:sp>
      <p:sp>
        <p:nvSpPr>
          <p:cNvPr id="3" name="Text Placeholder 2"/>
          <p:cNvSpPr>
            <a:spLocks noGrp="1"/>
          </p:cNvSpPr>
          <p:nvPr>
            <p:ph type="body" idx="1"/>
          </p:nvPr>
        </p:nvSpPr>
        <p:spPr/>
        <p:txBody>
          <a:bodyPr/>
          <a:lstStyle/>
          <a:p>
            <a:r>
              <a:rPr lang="en-AU"/>
              <a:t>SQL Queries Part 1</a:t>
            </a:r>
          </a:p>
        </p:txBody>
      </p:sp>
    </p:spTree>
    <p:extLst>
      <p:ext uri="{BB962C8B-B14F-4D97-AF65-F5344CB8AC3E}">
        <p14:creationId xmlns:p14="http://schemas.microsoft.com/office/powerpoint/2010/main" val="9772087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Select Query Basics</a:t>
            </a:r>
          </a:p>
        </p:txBody>
      </p:sp>
      <p:sp>
        <p:nvSpPr>
          <p:cNvPr id="3" name="Content Placeholder 2"/>
          <p:cNvSpPr>
            <a:spLocks noGrp="1"/>
          </p:cNvSpPr>
          <p:nvPr>
            <p:ph idx="1"/>
          </p:nvPr>
        </p:nvSpPr>
        <p:spPr/>
        <p:txBody>
          <a:bodyPr>
            <a:normAutofit fontScale="92500" lnSpcReduction="20000"/>
          </a:bodyPr>
          <a:lstStyle/>
          <a:p>
            <a:r>
              <a:rPr lang="en-AU" dirty="0"/>
              <a:t>Combine conditions with the Boolean operations:</a:t>
            </a:r>
          </a:p>
          <a:p>
            <a:pPr lvl="1"/>
            <a:r>
              <a:rPr lang="en-AU" dirty="0">
                <a:solidFill>
                  <a:srgbClr val="00B0F0"/>
                </a:solidFill>
                <a:latin typeface="Fira Code" panose="020B0809050000020004" pitchFamily="49" charset="0"/>
                <a:ea typeface="Fira Code" panose="020B0809050000020004" pitchFamily="49" charset="0"/>
                <a:cs typeface="Fira Code" panose="020B0809050000020004" pitchFamily="49" charset="0"/>
              </a:rPr>
              <a:t>  </a:t>
            </a:r>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AND</a:t>
            </a:r>
          </a:p>
          <a:p>
            <a:pPr lvl="1"/>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  OR</a:t>
            </a:r>
            <a:endParaRPr lang="en-AU" dirty="0">
              <a:solidFill>
                <a:schemeClr val="bg1"/>
              </a:solidFill>
            </a:endParaRPr>
          </a:p>
          <a:p>
            <a:pPr lvl="1"/>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  NOT</a:t>
            </a:r>
          </a:p>
          <a:p>
            <a:pPr lvl="1"/>
            <a:endPar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endParaRPr>
          </a:p>
          <a:p>
            <a:pPr lvl="1"/>
            <a:endPar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endParaRPr>
          </a:p>
          <a:p>
            <a:pPr marL="457200" lvl="1" indent="0">
              <a:buNone/>
            </a:pPr>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 SELECT * </a:t>
            </a:r>
            <a:b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br>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  FROM Customers </a:t>
            </a:r>
            <a:b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br>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  WHERE </a:t>
            </a:r>
            <a:r>
              <a:rPr lang="en-AU" dirty="0" err="1">
                <a:solidFill>
                  <a:schemeClr val="bg1"/>
                </a:solidFill>
                <a:latin typeface="Fira Code" panose="020B0809050000020004" pitchFamily="49" charset="0"/>
                <a:ea typeface="Fira Code" panose="020B0809050000020004" pitchFamily="49" charset="0"/>
                <a:cs typeface="Fira Code" panose="020B0809050000020004" pitchFamily="49" charset="0"/>
              </a:rPr>
              <a:t>given_name</a:t>
            </a:r>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 like  ’A%’ OR </a:t>
            </a:r>
            <a:r>
              <a:rPr lang="en-AU" dirty="0" err="1">
                <a:solidFill>
                  <a:schemeClr val="bg1"/>
                </a:solidFill>
                <a:latin typeface="Fira Code" panose="020B0809050000020004" pitchFamily="49" charset="0"/>
                <a:ea typeface="Fira Code" panose="020B0809050000020004" pitchFamily="49" charset="0"/>
                <a:cs typeface="Fira Code" panose="020B0809050000020004" pitchFamily="49" charset="0"/>
              </a:rPr>
              <a:t>family_name</a:t>
            </a:r>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 like          ’%g’; </a:t>
            </a:r>
          </a:p>
          <a:p>
            <a:pPr marL="457200" lvl="1" indent="0">
              <a:buNone/>
            </a:pPr>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
            </a:r>
            <a:b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br>
            <a:endParaRPr lang="en-AU" dirty="0">
              <a:solidFill>
                <a:srgbClr val="FFC000"/>
              </a:solidFill>
              <a:latin typeface="Fira Code" panose="020B0809050000020004" pitchFamily="49" charset="0"/>
              <a:ea typeface="Fira Code" panose="020B0809050000020004" pitchFamily="49" charset="0"/>
              <a:cs typeface="Fira Code" panose="020B0809050000020004" pitchFamily="49" charset="0"/>
            </a:endParaRPr>
          </a:p>
          <a:p>
            <a:pPr lvl="1"/>
            <a:endParaRPr lang="en-AU" dirty="0">
              <a:solidFill>
                <a:schemeClr val="bg1"/>
              </a:solidFill>
            </a:endParaRPr>
          </a:p>
        </p:txBody>
      </p:sp>
    </p:spTree>
    <p:extLst>
      <p:ext uri="{BB962C8B-B14F-4D97-AF65-F5344CB8AC3E}">
        <p14:creationId xmlns:p14="http://schemas.microsoft.com/office/powerpoint/2010/main" val="15835313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Select Query Basics</a:t>
            </a:r>
          </a:p>
        </p:txBody>
      </p:sp>
      <p:sp>
        <p:nvSpPr>
          <p:cNvPr id="3" name="Content Placeholder 2"/>
          <p:cNvSpPr>
            <a:spLocks noGrp="1"/>
          </p:cNvSpPr>
          <p:nvPr>
            <p:ph idx="1"/>
          </p:nvPr>
        </p:nvSpPr>
        <p:spPr/>
        <p:txBody>
          <a:bodyPr>
            <a:normAutofit lnSpcReduction="10000"/>
          </a:bodyPr>
          <a:lstStyle/>
          <a:p>
            <a:r>
              <a:rPr lang="en-AU" dirty="0"/>
              <a:t>For example:</a:t>
            </a:r>
          </a:p>
          <a:p>
            <a:pPr lvl="1"/>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SELECT * </a:t>
            </a:r>
            <a:b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br>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FROM Customers </a:t>
            </a:r>
            <a:b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br>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WHERE Age &gt; 18 AND </a:t>
            </a:r>
            <a:r>
              <a:rPr lang="en-AU" dirty="0" err="1">
                <a:solidFill>
                  <a:schemeClr val="bg1"/>
                </a:solidFill>
                <a:latin typeface="Fira Code" panose="020B0809050000020004" pitchFamily="49" charset="0"/>
                <a:ea typeface="Fira Code" panose="020B0809050000020004" pitchFamily="49" charset="0"/>
                <a:cs typeface="Fira Code" panose="020B0809050000020004" pitchFamily="49" charset="0"/>
              </a:rPr>
              <a:t>given_name</a:t>
            </a:r>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 = ‘Sue’; </a:t>
            </a:r>
          </a:p>
          <a:p>
            <a:pPr lvl="1"/>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SELECT * </a:t>
            </a:r>
            <a:b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br>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FROM Customers </a:t>
            </a:r>
            <a:b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br>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WHERE Age &lt; 65 OR </a:t>
            </a:r>
            <a:r>
              <a:rPr lang="en-AU" dirty="0" err="1">
                <a:solidFill>
                  <a:schemeClr val="bg1"/>
                </a:solidFill>
                <a:latin typeface="Fira Code" panose="020B0809050000020004" pitchFamily="49" charset="0"/>
                <a:ea typeface="Fira Code" panose="020B0809050000020004" pitchFamily="49" charset="0"/>
                <a:cs typeface="Fira Code" panose="020B0809050000020004" pitchFamily="49" charset="0"/>
              </a:rPr>
              <a:t>last_name</a:t>
            </a:r>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 = ‘Hardy’; </a:t>
            </a:r>
          </a:p>
          <a:p>
            <a:pPr lvl="1"/>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SELECT * </a:t>
            </a:r>
            <a:b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br>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FROM Customers </a:t>
            </a:r>
            <a:b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br>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WHERE NOT </a:t>
            </a:r>
            <a:r>
              <a:rPr lang="en-AU" dirty="0" err="1">
                <a:solidFill>
                  <a:schemeClr val="bg1"/>
                </a:solidFill>
                <a:latin typeface="Fira Code" panose="020B0809050000020004" pitchFamily="49" charset="0"/>
                <a:ea typeface="Fira Code" panose="020B0809050000020004" pitchFamily="49" charset="0"/>
                <a:cs typeface="Fira Code" panose="020B0809050000020004" pitchFamily="49" charset="0"/>
              </a:rPr>
              <a:t>given_name</a:t>
            </a:r>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 ‘Ann’; </a:t>
            </a:r>
          </a:p>
          <a:p>
            <a:pPr marL="457200" lvl="1" indent="0">
              <a:buNone/>
            </a:pPr>
            <a:endParaRPr lang="en-AU" dirty="0">
              <a:solidFill>
                <a:srgbClr val="00B0F0"/>
              </a:solidFill>
              <a:latin typeface="Fira Code" panose="020B0809050000020004" pitchFamily="49" charset="0"/>
              <a:ea typeface="Fira Code" panose="020B0809050000020004" pitchFamily="49" charset="0"/>
              <a:cs typeface="Fira Code" panose="020B0809050000020004" pitchFamily="49" charset="0"/>
            </a:endParaRPr>
          </a:p>
        </p:txBody>
      </p:sp>
    </p:spTree>
    <p:extLst>
      <p:ext uri="{BB962C8B-B14F-4D97-AF65-F5344CB8AC3E}">
        <p14:creationId xmlns:p14="http://schemas.microsoft.com/office/powerpoint/2010/main" val="5449669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Deleting tables</a:t>
            </a:r>
          </a:p>
        </p:txBody>
      </p:sp>
      <p:sp>
        <p:nvSpPr>
          <p:cNvPr id="3" name="Text Placeholder 2"/>
          <p:cNvSpPr>
            <a:spLocks noGrp="1"/>
          </p:cNvSpPr>
          <p:nvPr>
            <p:ph type="body" idx="1"/>
          </p:nvPr>
        </p:nvSpPr>
        <p:spPr/>
        <p:txBody>
          <a:bodyPr/>
          <a:lstStyle/>
          <a:p>
            <a:r>
              <a:rPr lang="en-AU"/>
              <a:t>SQL Queries Part 1</a:t>
            </a:r>
          </a:p>
        </p:txBody>
      </p:sp>
    </p:spTree>
    <p:extLst>
      <p:ext uri="{BB962C8B-B14F-4D97-AF65-F5344CB8AC3E}">
        <p14:creationId xmlns:p14="http://schemas.microsoft.com/office/powerpoint/2010/main" val="15475330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98908-DAC8-EA92-AB87-E73D383B7748}"/>
              </a:ext>
            </a:extLst>
          </p:cNvPr>
          <p:cNvSpPr>
            <a:spLocks noGrp="1"/>
          </p:cNvSpPr>
          <p:nvPr>
            <p:ph type="title"/>
          </p:nvPr>
        </p:nvSpPr>
        <p:spPr/>
        <p:txBody>
          <a:bodyPr/>
          <a:lstStyle/>
          <a:p>
            <a:r>
              <a:rPr lang="en-AU"/>
              <a:t>Create Table dummy</a:t>
            </a:r>
          </a:p>
        </p:txBody>
      </p:sp>
      <p:sp>
        <p:nvSpPr>
          <p:cNvPr id="3" name="Content Placeholder 2">
            <a:extLst>
              <a:ext uri="{FF2B5EF4-FFF2-40B4-BE49-F238E27FC236}">
                <a16:creationId xmlns:a16="http://schemas.microsoft.com/office/drawing/2014/main" id="{47B1AEAF-5664-2A2E-0CD6-1F9C239E6BF6}"/>
              </a:ext>
            </a:extLst>
          </p:cNvPr>
          <p:cNvSpPr>
            <a:spLocks noGrp="1"/>
          </p:cNvSpPr>
          <p:nvPr>
            <p:ph idx="1"/>
          </p:nvPr>
        </p:nvSpPr>
        <p:spPr/>
        <p:txBody>
          <a:bodyPr/>
          <a:lstStyle/>
          <a:p>
            <a:pPr lvl="1"/>
            <a:r>
              <a:rPr lang="en-AU" dirty="0">
                <a:solidFill>
                  <a:srgbClr val="92D050"/>
                </a:solidFill>
                <a:latin typeface="Fira Code" panose="020B0809050000020004" pitchFamily="49" charset="0"/>
                <a:ea typeface="Fira Code" panose="020B0809050000020004" pitchFamily="49" charset="0"/>
                <a:cs typeface="Fira Code" panose="020B0809050000020004" pitchFamily="49" charset="0"/>
              </a:rPr>
              <a:t>CREATE TABLE dummy (</a:t>
            </a:r>
          </a:p>
          <a:p>
            <a:pPr lvl="1"/>
            <a:r>
              <a:rPr lang="en-AU" dirty="0">
                <a:solidFill>
                  <a:srgbClr val="92D050"/>
                </a:solidFill>
                <a:latin typeface="Fira Code" panose="020B0809050000020004" pitchFamily="49" charset="0"/>
                <a:ea typeface="Fira Code" panose="020B0809050000020004" pitchFamily="49" charset="0"/>
                <a:cs typeface="Fira Code" panose="020B0809050000020004" pitchFamily="49" charset="0"/>
              </a:rPr>
              <a:t>    name VARCHAR(255),</a:t>
            </a:r>
          </a:p>
          <a:p>
            <a:pPr lvl="1"/>
            <a:r>
              <a:rPr lang="en-AU" dirty="0">
                <a:solidFill>
                  <a:srgbClr val="92D050"/>
                </a:solidFill>
                <a:latin typeface="Fira Code" panose="020B0809050000020004" pitchFamily="49" charset="0"/>
                <a:ea typeface="Fira Code" panose="020B0809050000020004" pitchFamily="49" charset="0"/>
                <a:cs typeface="Fira Code" panose="020B0809050000020004" pitchFamily="49" charset="0"/>
              </a:rPr>
              <a:t>    age UNSIGNED TINYINT,</a:t>
            </a:r>
          </a:p>
          <a:p>
            <a:pPr lvl="1"/>
            <a:r>
              <a:rPr lang="en-AU" dirty="0">
                <a:solidFill>
                  <a:srgbClr val="92D050"/>
                </a:solidFill>
                <a:latin typeface="Fira Code" panose="020B0809050000020004" pitchFamily="49" charset="0"/>
                <a:ea typeface="Fira Code" panose="020B0809050000020004" pitchFamily="49" charset="0"/>
                <a:cs typeface="Fira Code" panose="020B0809050000020004" pitchFamily="49" charset="0"/>
              </a:rPr>
              <a:t>    gender CHAR(1)</a:t>
            </a:r>
          </a:p>
          <a:p>
            <a:pPr lvl="1"/>
            <a:r>
              <a:rPr lang="en-AU" dirty="0">
                <a:solidFill>
                  <a:srgbClr val="92D050"/>
                </a:solidFill>
                <a:latin typeface="Fira Code" panose="020B0809050000020004" pitchFamily="49" charset="0"/>
                <a:ea typeface="Fira Code" panose="020B0809050000020004" pitchFamily="49" charset="0"/>
                <a:cs typeface="Fira Code" panose="020B0809050000020004" pitchFamily="49" charset="0"/>
              </a:rPr>
              <a:t>);</a:t>
            </a:r>
          </a:p>
          <a:p>
            <a:endParaRPr lang="en-AU" dirty="0"/>
          </a:p>
        </p:txBody>
      </p:sp>
    </p:spTree>
    <p:extLst>
      <p:ext uri="{BB962C8B-B14F-4D97-AF65-F5344CB8AC3E}">
        <p14:creationId xmlns:p14="http://schemas.microsoft.com/office/powerpoint/2010/main" val="37649556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7746F-F59E-E1C3-08EA-24D4572ED52A}"/>
              </a:ext>
            </a:extLst>
          </p:cNvPr>
          <p:cNvSpPr>
            <a:spLocks noGrp="1"/>
          </p:cNvSpPr>
          <p:nvPr>
            <p:ph type="title"/>
          </p:nvPr>
        </p:nvSpPr>
        <p:spPr/>
        <p:txBody>
          <a:bodyPr/>
          <a:lstStyle/>
          <a:p>
            <a:r>
              <a:rPr lang="en-AU"/>
              <a:t>Creating </a:t>
            </a:r>
            <a:r>
              <a:rPr lang="en-AU" err="1"/>
              <a:t>another_dummy</a:t>
            </a:r>
            <a:r>
              <a:rPr lang="en-AU"/>
              <a:t> table</a:t>
            </a:r>
          </a:p>
        </p:txBody>
      </p:sp>
      <p:sp>
        <p:nvSpPr>
          <p:cNvPr id="3" name="Content Placeholder 2">
            <a:extLst>
              <a:ext uri="{FF2B5EF4-FFF2-40B4-BE49-F238E27FC236}">
                <a16:creationId xmlns:a16="http://schemas.microsoft.com/office/drawing/2014/main" id="{5F3AEBA8-63F2-ACFC-4C56-6BC40EF2DE61}"/>
              </a:ext>
            </a:extLst>
          </p:cNvPr>
          <p:cNvSpPr>
            <a:spLocks noGrp="1"/>
          </p:cNvSpPr>
          <p:nvPr>
            <p:ph idx="1"/>
          </p:nvPr>
        </p:nvSpPr>
        <p:spPr/>
        <p:txBody>
          <a:bodyPr vert="horz" lIns="91440" tIns="45720" rIns="91440" bIns="45720" rtlCol="0" anchor="t">
            <a:normAutofit/>
          </a:bodyPr>
          <a:lstStyle/>
          <a:p>
            <a:pPr lvl="1"/>
            <a:r>
              <a:rPr lang="en-AU" dirty="0">
                <a:solidFill>
                  <a:schemeClr val="bg1"/>
                </a:solidFill>
                <a:latin typeface="Fira Code"/>
                <a:ea typeface="Fira Code"/>
                <a:cs typeface="Fira Code"/>
              </a:rPr>
              <a:t>CREATE TABLE </a:t>
            </a:r>
            <a:r>
              <a:rPr lang="en-AU" dirty="0" err="1">
                <a:solidFill>
                  <a:schemeClr val="bg1"/>
                </a:solidFill>
                <a:latin typeface="Fira Code"/>
                <a:ea typeface="Fira Code"/>
                <a:cs typeface="Fira Code"/>
              </a:rPr>
              <a:t>another_dummy</a:t>
            </a:r>
            <a:r>
              <a:rPr lang="en-AU" dirty="0">
                <a:solidFill>
                  <a:schemeClr val="bg1"/>
                </a:solidFill>
                <a:latin typeface="Fira Code"/>
                <a:ea typeface="Fira Code"/>
                <a:cs typeface="Fira Code"/>
              </a:rPr>
              <a:t> (</a:t>
            </a:r>
          </a:p>
          <a:p>
            <a:pPr lvl="1"/>
            <a:r>
              <a:rPr lang="en-AU" dirty="0">
                <a:solidFill>
                  <a:schemeClr val="bg1"/>
                </a:solidFill>
                <a:latin typeface="Fira Code"/>
                <a:ea typeface="Fira Code"/>
                <a:cs typeface="Fira Code"/>
              </a:rPr>
              <a:t>    </a:t>
            </a:r>
            <a:r>
              <a:rPr lang="en-AU" dirty="0" err="1">
                <a:solidFill>
                  <a:schemeClr val="bg1"/>
                </a:solidFill>
                <a:latin typeface="Fira Code"/>
                <a:ea typeface="Fira Code"/>
                <a:cs typeface="Fira Code"/>
              </a:rPr>
              <a:t>given_name</a:t>
            </a:r>
            <a:r>
              <a:rPr lang="en-AU" dirty="0">
                <a:solidFill>
                  <a:schemeClr val="bg1"/>
                </a:solidFill>
                <a:latin typeface="Fira Code"/>
                <a:ea typeface="Fira Code"/>
                <a:cs typeface="Fira Code"/>
              </a:rPr>
              <a:t> VARCHAR(255),</a:t>
            </a:r>
          </a:p>
          <a:p>
            <a:pPr lvl="1"/>
            <a:r>
              <a:rPr lang="en-AU" dirty="0">
                <a:solidFill>
                  <a:schemeClr val="bg1"/>
                </a:solidFill>
                <a:latin typeface="Fira Code"/>
                <a:ea typeface="Fira Code"/>
                <a:cs typeface="Fira Code"/>
              </a:rPr>
              <a:t>    </a:t>
            </a:r>
            <a:r>
              <a:rPr lang="en-AU" dirty="0" err="1">
                <a:solidFill>
                  <a:schemeClr val="bg1"/>
                </a:solidFill>
                <a:latin typeface="Fira Code"/>
                <a:ea typeface="Fira Code"/>
                <a:cs typeface="Fira Code"/>
              </a:rPr>
              <a:t>family_name</a:t>
            </a:r>
            <a:r>
              <a:rPr lang="en-AU" dirty="0">
                <a:solidFill>
                  <a:schemeClr val="bg1"/>
                </a:solidFill>
                <a:latin typeface="Fira Code"/>
                <a:ea typeface="Fira Code"/>
                <a:cs typeface="Fira Code"/>
              </a:rPr>
              <a:t> VARCHAR(255),</a:t>
            </a:r>
          </a:p>
          <a:p>
            <a:pPr lvl="1"/>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a:t>
            </a:r>
          </a:p>
          <a:p>
            <a:pPr lvl="1"/>
            <a:endParaRPr lang="en-AU" dirty="0">
              <a:solidFill>
                <a:schemeClr val="bg1"/>
              </a:solidFill>
              <a:latin typeface="Fira Code"/>
              <a:ea typeface="Fira Code"/>
              <a:cs typeface="Fira Code"/>
            </a:endParaRPr>
          </a:p>
          <a:p>
            <a:pPr lvl="1"/>
            <a:endParaRPr lang="en-AU" dirty="0">
              <a:solidFill>
                <a:srgbClr val="92D050"/>
              </a:solidFill>
              <a:latin typeface="Fira Code"/>
              <a:ea typeface="Fira Code"/>
              <a:cs typeface="Fira Code"/>
            </a:endParaRPr>
          </a:p>
          <a:p>
            <a:endParaRPr lang="en-AU" dirty="0">
              <a:cs typeface="Arial"/>
            </a:endParaRPr>
          </a:p>
        </p:txBody>
      </p:sp>
    </p:spTree>
    <p:extLst>
      <p:ext uri="{BB962C8B-B14F-4D97-AF65-F5344CB8AC3E}">
        <p14:creationId xmlns:p14="http://schemas.microsoft.com/office/powerpoint/2010/main" val="38204294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Deleting Tables</a:t>
            </a:r>
          </a:p>
        </p:txBody>
      </p:sp>
      <p:sp>
        <p:nvSpPr>
          <p:cNvPr id="3" name="Content Placeholder 2"/>
          <p:cNvSpPr>
            <a:spLocks noGrp="1"/>
          </p:cNvSpPr>
          <p:nvPr>
            <p:ph idx="1"/>
          </p:nvPr>
        </p:nvSpPr>
        <p:spPr>
          <a:xfrm>
            <a:off x="599768" y="1794617"/>
            <a:ext cx="10972800" cy="4563491"/>
          </a:xfrm>
        </p:spPr>
        <p:txBody>
          <a:bodyPr>
            <a:normAutofit/>
          </a:bodyPr>
          <a:lstStyle/>
          <a:p>
            <a:r>
              <a:rPr lang="en-AU" dirty="0"/>
              <a:t>To delete a table we use the SQL command:</a:t>
            </a:r>
          </a:p>
          <a:p>
            <a:pPr lvl="1"/>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DROP TABLE </a:t>
            </a:r>
          </a:p>
          <a:p>
            <a:r>
              <a:rPr lang="en-AU" dirty="0">
                <a:solidFill>
                  <a:schemeClr val="bg1"/>
                </a:solidFill>
              </a:rPr>
              <a:t>The general structure of this command is:</a:t>
            </a:r>
          </a:p>
          <a:p>
            <a:pPr lvl="1"/>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DROP TABLE dummy;</a:t>
            </a:r>
          </a:p>
          <a:p>
            <a:pPr lvl="1"/>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DROP TABLE </a:t>
            </a:r>
            <a:r>
              <a:rPr lang="en-AU" dirty="0" err="1">
                <a:solidFill>
                  <a:schemeClr val="bg1"/>
                </a:solidFill>
                <a:latin typeface="Fira Code" panose="020B0809050000020004" pitchFamily="49" charset="0"/>
                <a:ea typeface="Fira Code" panose="020B0809050000020004" pitchFamily="49" charset="0"/>
                <a:cs typeface="Fira Code" panose="020B0809050000020004" pitchFamily="49" charset="0"/>
              </a:rPr>
              <a:t>another_dummy</a:t>
            </a:r>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a:t>
            </a:r>
          </a:p>
          <a:p>
            <a:pPr lvl="1"/>
            <a:endPar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endParaRPr>
          </a:p>
          <a:p>
            <a:pPr lvl="1"/>
            <a:endParaRPr lang="en-AU" dirty="0">
              <a:solidFill>
                <a:srgbClr val="92D050"/>
              </a:solidFill>
              <a:latin typeface="Fira Code" panose="020B0809050000020004" pitchFamily="49" charset="0"/>
              <a:ea typeface="Fira Code" panose="020B0809050000020004" pitchFamily="49" charset="0"/>
              <a:cs typeface="Fira Code" panose="020B0809050000020004" pitchFamily="49" charset="0"/>
            </a:endParaRPr>
          </a:p>
        </p:txBody>
      </p:sp>
      <p:grpSp>
        <p:nvGrpSpPr>
          <p:cNvPr id="6" name="Group 5"/>
          <p:cNvGrpSpPr/>
          <p:nvPr/>
        </p:nvGrpSpPr>
        <p:grpSpPr>
          <a:xfrm>
            <a:off x="5396977" y="4756748"/>
            <a:ext cx="6185423" cy="1569660"/>
            <a:chOff x="4885699" y="4543418"/>
            <a:chExt cx="6185423" cy="1569660"/>
          </a:xfrm>
        </p:grpSpPr>
        <p:sp>
          <p:nvSpPr>
            <p:cNvPr id="4" name="TextBox 3"/>
            <p:cNvSpPr txBox="1"/>
            <p:nvPr/>
          </p:nvSpPr>
          <p:spPr>
            <a:xfrm>
              <a:off x="4885699" y="4543418"/>
              <a:ext cx="6185423" cy="1569660"/>
            </a:xfrm>
            <a:prstGeom prst="rect">
              <a:avLst/>
            </a:prstGeom>
            <a:solidFill>
              <a:srgbClr val="CC0000"/>
            </a:solidFill>
          </p:spPr>
          <p:txBody>
            <a:bodyPr wrap="square" rtlCol="0">
              <a:spAutoFit/>
            </a:bodyPr>
            <a:lstStyle/>
            <a:p>
              <a:r>
                <a:rPr lang="en-AU" sz="2400" b="1">
                  <a:solidFill>
                    <a:schemeClr val="bg1"/>
                  </a:solidFill>
                </a:rPr>
                <a:t/>
              </a:r>
              <a:br>
                <a:rPr lang="en-AU" sz="2400" b="1">
                  <a:solidFill>
                    <a:schemeClr val="bg1"/>
                  </a:solidFill>
                </a:rPr>
              </a:br>
              <a:r>
                <a:rPr lang="en-AU" sz="2400" b="1">
                  <a:solidFill>
                    <a:schemeClr val="bg1"/>
                  </a:solidFill>
                </a:rPr>
                <a:t>DANGER!</a:t>
              </a:r>
              <a:br>
                <a:rPr lang="en-AU" sz="2400" b="1">
                  <a:solidFill>
                    <a:schemeClr val="bg1"/>
                  </a:solidFill>
                </a:rPr>
              </a:br>
              <a:r>
                <a:rPr lang="en-AU" sz="2400" b="1">
                  <a:solidFill>
                    <a:schemeClr val="bg1"/>
                  </a:solidFill>
                </a:rPr>
                <a:t>	Drop cannot be undone!</a:t>
              </a:r>
              <a:br>
                <a:rPr lang="en-AU" sz="2400" b="1">
                  <a:solidFill>
                    <a:schemeClr val="bg1"/>
                  </a:solidFill>
                </a:rPr>
              </a:br>
              <a:endParaRPr lang="en-AU" sz="2400" b="1">
                <a:solidFill>
                  <a:schemeClr val="bg1"/>
                </a:solidFill>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42540" y="4756748"/>
              <a:ext cx="1143000" cy="1143000"/>
            </a:xfrm>
            <a:prstGeom prst="rect">
              <a:avLst/>
            </a:prstGeom>
          </p:spPr>
        </p:pic>
      </p:grpSp>
    </p:spTree>
    <p:extLst>
      <p:ext uri="{BB962C8B-B14F-4D97-AF65-F5344CB8AC3E}">
        <p14:creationId xmlns:p14="http://schemas.microsoft.com/office/powerpoint/2010/main" val="21251484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Exercise 1</a:t>
            </a:r>
          </a:p>
        </p:txBody>
      </p:sp>
      <p:sp>
        <p:nvSpPr>
          <p:cNvPr id="3" name="Content Placeholder 2"/>
          <p:cNvSpPr>
            <a:spLocks noGrp="1"/>
          </p:cNvSpPr>
          <p:nvPr>
            <p:ph idx="1"/>
          </p:nvPr>
        </p:nvSpPr>
        <p:spPr/>
        <p:txBody>
          <a:bodyPr/>
          <a:lstStyle/>
          <a:p>
            <a:r>
              <a:rPr lang="en-AU"/>
              <a:t>Use the correct SQL to delete the</a:t>
            </a:r>
          </a:p>
          <a:p>
            <a:pPr lvl="1"/>
            <a:r>
              <a:rPr lang="en-AU"/>
              <a:t>Dummy</a:t>
            </a:r>
          </a:p>
          <a:p>
            <a:r>
              <a:rPr lang="en-AU"/>
              <a:t>and</a:t>
            </a:r>
          </a:p>
          <a:p>
            <a:pPr lvl="1"/>
            <a:r>
              <a:rPr lang="en-AU"/>
              <a:t>Another Dummy </a:t>
            </a:r>
          </a:p>
          <a:p>
            <a:r>
              <a:rPr lang="en-AU"/>
              <a:t>tables.</a:t>
            </a:r>
          </a:p>
        </p:txBody>
      </p:sp>
    </p:spTree>
    <p:extLst>
      <p:ext uri="{BB962C8B-B14F-4D97-AF65-F5344CB8AC3E}">
        <p14:creationId xmlns:p14="http://schemas.microsoft.com/office/powerpoint/2010/main" val="13945811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64069-D5B1-2F99-D125-958499ED2256}"/>
              </a:ext>
            </a:extLst>
          </p:cNvPr>
          <p:cNvSpPr>
            <a:spLocks noGrp="1"/>
          </p:cNvSpPr>
          <p:nvPr>
            <p:ph type="title"/>
          </p:nvPr>
        </p:nvSpPr>
        <p:spPr/>
        <p:txBody>
          <a:bodyPr/>
          <a:lstStyle/>
          <a:p>
            <a:r>
              <a:rPr lang="en-AU"/>
              <a:t>Altering Tables</a:t>
            </a:r>
          </a:p>
        </p:txBody>
      </p:sp>
      <p:sp>
        <p:nvSpPr>
          <p:cNvPr id="3" name="Text Placeholder 2">
            <a:extLst>
              <a:ext uri="{FF2B5EF4-FFF2-40B4-BE49-F238E27FC236}">
                <a16:creationId xmlns:a16="http://schemas.microsoft.com/office/drawing/2014/main" id="{E89557D1-4F43-4027-4638-2EDD53CADDF3}"/>
              </a:ext>
            </a:extLst>
          </p:cNvPr>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10194401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38E1E-4968-612E-B834-8CDBBF8451E4}"/>
              </a:ext>
            </a:extLst>
          </p:cNvPr>
          <p:cNvSpPr>
            <a:spLocks noGrp="1"/>
          </p:cNvSpPr>
          <p:nvPr>
            <p:ph type="title"/>
          </p:nvPr>
        </p:nvSpPr>
        <p:spPr/>
        <p:txBody>
          <a:bodyPr/>
          <a:lstStyle/>
          <a:p>
            <a:r>
              <a:rPr lang="en-AU"/>
              <a:t>Altering Tables</a:t>
            </a:r>
          </a:p>
        </p:txBody>
      </p:sp>
      <p:sp>
        <p:nvSpPr>
          <p:cNvPr id="3" name="Content Placeholder 2">
            <a:extLst>
              <a:ext uri="{FF2B5EF4-FFF2-40B4-BE49-F238E27FC236}">
                <a16:creationId xmlns:a16="http://schemas.microsoft.com/office/drawing/2014/main" id="{1D1843DF-B7C3-536A-F240-457BB94E6C86}"/>
              </a:ext>
            </a:extLst>
          </p:cNvPr>
          <p:cNvSpPr>
            <a:spLocks noGrp="1"/>
          </p:cNvSpPr>
          <p:nvPr>
            <p:ph idx="1"/>
          </p:nvPr>
        </p:nvSpPr>
        <p:spPr/>
        <p:txBody>
          <a:bodyPr/>
          <a:lstStyle/>
          <a:p>
            <a:r>
              <a:rPr lang="en-AU" dirty="0"/>
              <a:t>Alter Table Command gives us more control over Table </a:t>
            </a:r>
          </a:p>
          <a:p>
            <a:r>
              <a:rPr lang="en-AU" dirty="0"/>
              <a:t>we can add new columns and fieldnames.</a:t>
            </a:r>
          </a:p>
          <a:p>
            <a:r>
              <a:rPr lang="en-AU" dirty="0"/>
              <a:t>We can drop columns too by using  command Alter Table</a:t>
            </a:r>
          </a:p>
          <a:p>
            <a:pPr marL="0" indent="0">
              <a:buNone/>
            </a:pPr>
            <a:r>
              <a:rPr lang="en-AU" dirty="0">
                <a:solidFill>
                  <a:srgbClr val="92D050"/>
                </a:solidFill>
                <a:latin typeface="Fira Code" panose="020B0809050000020004" pitchFamily="49" charset="0"/>
                <a:ea typeface="Fira Code" panose="020B0809050000020004" pitchFamily="49" charset="0"/>
                <a:cs typeface="Fira Code" panose="020B0809050000020004" pitchFamily="49" charset="0"/>
              </a:rPr>
              <a:t>-</a:t>
            </a:r>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Alter TABLE </a:t>
            </a:r>
            <a:r>
              <a:rPr lang="en-AU" dirty="0" err="1">
                <a:solidFill>
                  <a:schemeClr val="bg1"/>
                </a:solidFill>
                <a:latin typeface="Fira Code" panose="020B0809050000020004" pitchFamily="49" charset="0"/>
                <a:ea typeface="Fira Code" panose="020B0809050000020004" pitchFamily="49" charset="0"/>
                <a:cs typeface="Fira Code" panose="020B0809050000020004" pitchFamily="49" charset="0"/>
              </a:rPr>
              <a:t>table_name</a:t>
            </a:r>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  add column/drop</a:t>
            </a:r>
          </a:p>
          <a:p>
            <a:pPr marL="0" indent="0">
              <a:buNone/>
            </a:pPr>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   </a:t>
            </a:r>
            <a:r>
              <a:rPr lang="en-AU" dirty="0" err="1">
                <a:solidFill>
                  <a:schemeClr val="bg1"/>
                </a:solidFill>
                <a:latin typeface="Fira Code" panose="020B0809050000020004" pitchFamily="49" charset="0"/>
                <a:ea typeface="Fira Code" panose="020B0809050000020004" pitchFamily="49" charset="0"/>
                <a:cs typeface="Fira Code" panose="020B0809050000020004" pitchFamily="49" charset="0"/>
              </a:rPr>
              <a:t>field_name</a:t>
            </a:r>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 </a:t>
            </a:r>
            <a:r>
              <a:rPr lang="en-AU" dirty="0" err="1">
                <a:solidFill>
                  <a:schemeClr val="bg1"/>
                </a:solidFill>
                <a:latin typeface="Fira Code" panose="020B0809050000020004" pitchFamily="49" charset="0"/>
                <a:ea typeface="Fira Code" panose="020B0809050000020004" pitchFamily="49" charset="0"/>
                <a:cs typeface="Fira Code" panose="020B0809050000020004" pitchFamily="49" charset="0"/>
              </a:rPr>
              <a:t>data_type</a:t>
            </a:r>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a:t>
            </a:r>
          </a:p>
          <a:p>
            <a:pPr marL="0" indent="0">
              <a:buNone/>
            </a:pPr>
            <a:r>
              <a:rPr lang="en-AU" dirty="0">
                <a:solidFill>
                  <a:schemeClr val="bg1"/>
                </a:solidFill>
              </a:rPr>
              <a:t>You can try the Alter command given in next slide.</a:t>
            </a:r>
          </a:p>
          <a:p>
            <a:pPr marL="0" indent="0">
              <a:buNone/>
            </a:pPr>
            <a:endPar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endParaRPr>
          </a:p>
          <a:p>
            <a:endParaRPr lang="en-AU" dirty="0"/>
          </a:p>
          <a:p>
            <a:endParaRPr lang="en-AU" dirty="0"/>
          </a:p>
        </p:txBody>
      </p:sp>
    </p:spTree>
    <p:extLst>
      <p:ext uri="{BB962C8B-B14F-4D97-AF65-F5344CB8AC3E}">
        <p14:creationId xmlns:p14="http://schemas.microsoft.com/office/powerpoint/2010/main" val="24884564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C23802-9B2F-7770-1A4F-5F213D78C0E1}"/>
              </a:ext>
            </a:extLst>
          </p:cNvPr>
          <p:cNvSpPr>
            <a:spLocks noGrp="1"/>
          </p:cNvSpPr>
          <p:nvPr>
            <p:ph type="title"/>
          </p:nvPr>
        </p:nvSpPr>
        <p:spPr/>
        <p:txBody>
          <a:bodyPr/>
          <a:lstStyle/>
          <a:p>
            <a:r>
              <a:rPr lang="en-AU"/>
              <a:t>Alter Table</a:t>
            </a:r>
          </a:p>
        </p:txBody>
      </p:sp>
      <p:sp>
        <p:nvSpPr>
          <p:cNvPr id="3" name="Content Placeholder 2">
            <a:extLst>
              <a:ext uri="{FF2B5EF4-FFF2-40B4-BE49-F238E27FC236}">
                <a16:creationId xmlns:a16="http://schemas.microsoft.com/office/drawing/2014/main" id="{4BD0F07B-75EE-E0E2-769A-E023A02C3441}"/>
              </a:ext>
            </a:extLst>
          </p:cNvPr>
          <p:cNvSpPr>
            <a:spLocks noGrp="1"/>
          </p:cNvSpPr>
          <p:nvPr>
            <p:ph idx="1"/>
          </p:nvPr>
        </p:nvSpPr>
        <p:spPr/>
        <p:txBody>
          <a:bodyPr/>
          <a:lstStyle/>
          <a:p>
            <a:pPr lvl="1"/>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Alter TABLE Customers Add Column  Salary float(10,2);</a:t>
            </a:r>
          </a:p>
          <a:p>
            <a:pPr lvl="1"/>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 Alter TABLE Customers Add Column  Notes VARCHAR(255);</a:t>
            </a:r>
          </a:p>
          <a:p>
            <a:pPr lvl="1"/>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 Alter TABLE Customers drop  Notes; </a:t>
            </a:r>
          </a:p>
          <a:p>
            <a:pPr lvl="1"/>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 Alter TABLE Customers drop Salary;</a:t>
            </a:r>
          </a:p>
          <a:p>
            <a:endParaRPr lang="en-AU" dirty="0"/>
          </a:p>
        </p:txBody>
      </p:sp>
    </p:spTree>
    <p:extLst>
      <p:ext uri="{BB962C8B-B14F-4D97-AF65-F5344CB8AC3E}">
        <p14:creationId xmlns:p14="http://schemas.microsoft.com/office/powerpoint/2010/main" val="8773455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Querying Tables with </a:t>
            </a:r>
            <a:r>
              <a:rPr lang="en-AU" dirty="0" err="1"/>
              <a:t>concat</a:t>
            </a:r>
            <a:r>
              <a:rPr lang="en-AU" dirty="0"/>
              <a:t> function</a:t>
            </a:r>
          </a:p>
        </p:txBody>
      </p:sp>
      <p:sp>
        <p:nvSpPr>
          <p:cNvPr id="3" name="Content Placeholder 2"/>
          <p:cNvSpPr>
            <a:spLocks noGrp="1"/>
          </p:cNvSpPr>
          <p:nvPr>
            <p:ph idx="1"/>
          </p:nvPr>
        </p:nvSpPr>
        <p:spPr/>
        <p:txBody>
          <a:bodyPr>
            <a:normAutofit/>
          </a:bodyPr>
          <a:lstStyle/>
          <a:p>
            <a:r>
              <a:rPr lang="en-AU" dirty="0"/>
              <a:t>Long string of text?</a:t>
            </a:r>
          </a:p>
          <a:p>
            <a:r>
              <a:rPr lang="en-AU" dirty="0"/>
              <a:t>Split into multiple lines</a:t>
            </a:r>
          </a:p>
          <a:p>
            <a:r>
              <a:rPr lang="en-AU" dirty="0">
                <a:solidFill>
                  <a:schemeClr val="bg1"/>
                </a:solidFill>
              </a:rPr>
              <a:t>Use CONCAT to join together:</a:t>
            </a:r>
          </a:p>
          <a:p>
            <a:pPr lvl="1"/>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SELECT CONCAT(first_name,’’,</a:t>
            </a:r>
            <a:r>
              <a:rPr lang="en-AU" dirty="0" err="1">
                <a:solidFill>
                  <a:schemeClr val="bg1"/>
                </a:solidFill>
                <a:latin typeface="Fira Code" panose="020B0809050000020004" pitchFamily="49" charset="0"/>
                <a:ea typeface="Fira Code" panose="020B0809050000020004" pitchFamily="49" charset="0"/>
                <a:cs typeface="Fira Code" panose="020B0809050000020004" pitchFamily="49" charset="0"/>
              </a:rPr>
              <a:t>family_name</a:t>
            </a:r>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 AS name </a:t>
            </a:r>
            <a:b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br>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FROM Customers </a:t>
            </a:r>
            <a:b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br>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 </a:t>
            </a:r>
          </a:p>
          <a:p>
            <a:pPr marL="457200" lvl="1" indent="0">
              <a:buNone/>
            </a:pPr>
            <a:endParaRPr lang="en-AU" dirty="0">
              <a:solidFill>
                <a:srgbClr val="92D050"/>
              </a:solidFill>
              <a:latin typeface="Fira Code" panose="020B0809050000020004" pitchFamily="49" charset="0"/>
              <a:ea typeface="Fira Code" panose="020B0809050000020004" pitchFamily="49" charset="0"/>
              <a:cs typeface="Fira Code" panose="020B0809050000020004" pitchFamily="49" charset="0"/>
            </a:endParaRPr>
          </a:p>
          <a:p>
            <a:endParaRPr lang="en-AU" dirty="0">
              <a:solidFill>
                <a:srgbClr val="92D050"/>
              </a:solidFill>
              <a:latin typeface="Fira Code" panose="020B0809050000020004" pitchFamily="49" charset="0"/>
              <a:ea typeface="Fira Code" panose="020B0809050000020004" pitchFamily="49" charset="0"/>
              <a:cs typeface="Fira Code" panose="020B0809050000020004" pitchFamily="49" charset="0"/>
            </a:endParaRPr>
          </a:p>
        </p:txBody>
      </p:sp>
    </p:spTree>
    <p:extLst>
      <p:ext uri="{BB962C8B-B14F-4D97-AF65-F5344CB8AC3E}">
        <p14:creationId xmlns:p14="http://schemas.microsoft.com/office/powerpoint/2010/main" val="33494092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err="1"/>
              <a:t>UpDating</a:t>
            </a:r>
            <a:r>
              <a:rPr lang="en-AU"/>
              <a:t> tables</a:t>
            </a:r>
          </a:p>
        </p:txBody>
      </p:sp>
      <p:sp>
        <p:nvSpPr>
          <p:cNvPr id="3" name="Text Placeholder 2"/>
          <p:cNvSpPr>
            <a:spLocks noGrp="1"/>
          </p:cNvSpPr>
          <p:nvPr>
            <p:ph type="body" idx="1"/>
          </p:nvPr>
        </p:nvSpPr>
        <p:spPr/>
        <p:txBody>
          <a:bodyPr/>
          <a:lstStyle/>
          <a:p>
            <a:r>
              <a:rPr lang="en-AU"/>
              <a:t>SQL Queries Part 1</a:t>
            </a:r>
          </a:p>
        </p:txBody>
      </p:sp>
    </p:spTree>
    <p:extLst>
      <p:ext uri="{BB962C8B-B14F-4D97-AF65-F5344CB8AC3E}">
        <p14:creationId xmlns:p14="http://schemas.microsoft.com/office/powerpoint/2010/main" val="9604601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EFA68-DC27-0136-EB8A-A26C3B49BC88}"/>
              </a:ext>
            </a:extLst>
          </p:cNvPr>
          <p:cNvSpPr>
            <a:spLocks noGrp="1"/>
          </p:cNvSpPr>
          <p:nvPr>
            <p:ph type="title"/>
          </p:nvPr>
        </p:nvSpPr>
        <p:spPr>
          <a:xfrm>
            <a:off x="609600" y="467234"/>
            <a:ext cx="10972800" cy="1003205"/>
          </a:xfrm>
        </p:spPr>
        <p:txBody>
          <a:bodyPr>
            <a:normAutofit fontScale="90000"/>
          </a:bodyPr>
          <a:lstStyle/>
          <a:p>
            <a:r>
              <a:rPr lang="en-AU" sz="3100" dirty="0"/>
              <a:t>To Update table by adding a new column and values.</a:t>
            </a:r>
            <a:br>
              <a:rPr lang="en-AU" sz="3100" dirty="0"/>
            </a:br>
            <a:r>
              <a:rPr lang="en-AU" sz="3100" dirty="0"/>
              <a:t>To update the values in the table Set command is used</a:t>
            </a:r>
            <a:r>
              <a:rPr lang="en-AU" dirty="0"/>
              <a:t/>
            </a:r>
            <a:br>
              <a:rPr lang="en-AU" dirty="0"/>
            </a:br>
            <a:endParaRPr lang="en-AU" dirty="0"/>
          </a:p>
        </p:txBody>
      </p:sp>
      <p:sp>
        <p:nvSpPr>
          <p:cNvPr id="3" name="Content Placeholder 2">
            <a:extLst>
              <a:ext uri="{FF2B5EF4-FFF2-40B4-BE49-F238E27FC236}">
                <a16:creationId xmlns:a16="http://schemas.microsoft.com/office/drawing/2014/main" id="{0ABBDF99-126F-45F1-1B6D-68AFC81C3A38}"/>
              </a:ext>
            </a:extLst>
          </p:cNvPr>
          <p:cNvSpPr>
            <a:spLocks noGrp="1"/>
          </p:cNvSpPr>
          <p:nvPr>
            <p:ph idx="1"/>
          </p:nvPr>
        </p:nvSpPr>
        <p:spPr/>
        <p:txBody>
          <a:bodyPr>
            <a:normAutofit/>
          </a:bodyPr>
          <a:lstStyle/>
          <a:p>
            <a:pPr lvl="1"/>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Alter Table customers add column salary float(10,2);</a:t>
            </a:r>
          </a:p>
          <a:p>
            <a:pPr lvl="1"/>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Update customers</a:t>
            </a:r>
          </a:p>
          <a:p>
            <a:pPr lvl="1"/>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Set Salary= 5,000;</a:t>
            </a:r>
          </a:p>
          <a:p>
            <a:pPr lvl="1"/>
            <a:endPar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endParaRPr>
          </a:p>
          <a:p>
            <a:pPr lvl="1"/>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Update customers</a:t>
            </a:r>
          </a:p>
          <a:p>
            <a:pPr lvl="1"/>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Set Salary=6,000 where age&gt;35;</a:t>
            </a:r>
          </a:p>
          <a:p>
            <a:pPr lvl="1"/>
            <a:endPar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endParaRPr>
          </a:p>
          <a:p>
            <a:pPr lvl="1"/>
            <a:endPar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endParaRPr>
          </a:p>
          <a:p>
            <a:pPr lvl="1"/>
            <a:endParaRPr lang="en-AU" dirty="0">
              <a:solidFill>
                <a:srgbClr val="92D050"/>
              </a:solidFill>
              <a:latin typeface="Fira Code" panose="020B0809050000020004" pitchFamily="49" charset="0"/>
              <a:ea typeface="Fira Code" panose="020B0809050000020004" pitchFamily="49" charset="0"/>
              <a:cs typeface="Fira Code" panose="020B0809050000020004" pitchFamily="49" charset="0"/>
            </a:endParaRPr>
          </a:p>
          <a:p>
            <a:pPr lvl="1"/>
            <a:endParaRPr lang="en-AU" dirty="0">
              <a:solidFill>
                <a:srgbClr val="92D050"/>
              </a:solidFill>
              <a:latin typeface="Fira Code" panose="020B0809050000020004" pitchFamily="49" charset="0"/>
              <a:ea typeface="Fira Code" panose="020B0809050000020004" pitchFamily="49" charset="0"/>
              <a:cs typeface="Fira Code" panose="020B0809050000020004" pitchFamily="49" charset="0"/>
            </a:endParaRPr>
          </a:p>
          <a:p>
            <a:endParaRPr lang="en-AU" dirty="0"/>
          </a:p>
        </p:txBody>
      </p:sp>
    </p:spTree>
    <p:extLst>
      <p:ext uri="{BB962C8B-B14F-4D97-AF65-F5344CB8AC3E}">
        <p14:creationId xmlns:p14="http://schemas.microsoft.com/office/powerpoint/2010/main" val="106960324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AB32E9-E17E-F748-FB8C-7256F34C1C6C}"/>
              </a:ext>
            </a:extLst>
          </p:cNvPr>
          <p:cNvSpPr>
            <a:spLocks noGrp="1"/>
          </p:cNvSpPr>
          <p:nvPr>
            <p:ph type="title"/>
          </p:nvPr>
        </p:nvSpPr>
        <p:spPr/>
        <p:txBody>
          <a:bodyPr>
            <a:noAutofit/>
          </a:bodyPr>
          <a:lstStyle/>
          <a:p>
            <a:r>
              <a:rPr lang="en-AU" sz="3200"/>
              <a:t>Update table by adding null value </a:t>
            </a:r>
          </a:p>
        </p:txBody>
      </p:sp>
      <p:sp>
        <p:nvSpPr>
          <p:cNvPr id="3" name="Content Placeholder 2">
            <a:extLst>
              <a:ext uri="{FF2B5EF4-FFF2-40B4-BE49-F238E27FC236}">
                <a16:creationId xmlns:a16="http://schemas.microsoft.com/office/drawing/2014/main" id="{49EE88EE-3E34-EA96-B10A-456A34DC0CE7}"/>
              </a:ext>
            </a:extLst>
          </p:cNvPr>
          <p:cNvSpPr>
            <a:spLocks noGrp="1"/>
          </p:cNvSpPr>
          <p:nvPr>
            <p:ph idx="1"/>
          </p:nvPr>
        </p:nvSpPr>
        <p:spPr/>
        <p:txBody>
          <a:bodyPr/>
          <a:lstStyle/>
          <a:p>
            <a:pPr lvl="1"/>
            <a:r>
              <a:rPr lang="en-AU">
                <a:solidFill>
                  <a:srgbClr val="92D050"/>
                </a:solidFill>
                <a:latin typeface="Fira Code" panose="020B0809050000020004" pitchFamily="49" charset="0"/>
                <a:ea typeface="Fira Code" panose="020B0809050000020004" pitchFamily="49" charset="0"/>
                <a:cs typeface="Fira Code" panose="020B0809050000020004" pitchFamily="49" charset="0"/>
              </a:rPr>
              <a:t>Alter Table customers add column dummy varchar(10);</a:t>
            </a:r>
          </a:p>
          <a:p>
            <a:pPr lvl="1"/>
            <a:r>
              <a:rPr lang="en-AU">
                <a:solidFill>
                  <a:srgbClr val="92D050"/>
                </a:solidFill>
                <a:latin typeface="Fira Code" panose="020B0809050000020004" pitchFamily="49" charset="0"/>
                <a:ea typeface="Fira Code" panose="020B0809050000020004" pitchFamily="49" charset="0"/>
                <a:cs typeface="Fira Code" panose="020B0809050000020004" pitchFamily="49" charset="0"/>
              </a:rPr>
              <a:t>Update customer</a:t>
            </a:r>
          </a:p>
          <a:p>
            <a:pPr lvl="1"/>
            <a:r>
              <a:rPr lang="en-AU">
                <a:solidFill>
                  <a:srgbClr val="92D050"/>
                </a:solidFill>
                <a:latin typeface="Fira Code" panose="020B0809050000020004" pitchFamily="49" charset="0"/>
                <a:ea typeface="Fira Code" panose="020B0809050000020004" pitchFamily="49" charset="0"/>
                <a:cs typeface="Fira Code" panose="020B0809050000020004" pitchFamily="49" charset="0"/>
              </a:rPr>
              <a:t>Set dummy=Null;</a:t>
            </a:r>
          </a:p>
          <a:p>
            <a:pPr lvl="1"/>
            <a:r>
              <a:rPr lang="en-AU">
                <a:solidFill>
                  <a:srgbClr val="92D050"/>
                </a:solidFill>
                <a:latin typeface="Fira Code" panose="020B0809050000020004" pitchFamily="49" charset="0"/>
                <a:ea typeface="Fira Code" panose="020B0809050000020004" pitchFamily="49" charset="0"/>
                <a:cs typeface="Fira Code" panose="020B0809050000020004" pitchFamily="49" charset="0"/>
              </a:rPr>
              <a:t>Alter Table customers drop dummy;</a:t>
            </a:r>
          </a:p>
          <a:p>
            <a:pPr lvl="1"/>
            <a:endParaRPr lang="en-AU">
              <a:solidFill>
                <a:srgbClr val="92D050"/>
              </a:solidFill>
              <a:latin typeface="Fira Code" panose="020B0809050000020004" pitchFamily="49" charset="0"/>
              <a:ea typeface="Fira Code" panose="020B0809050000020004" pitchFamily="49" charset="0"/>
              <a:cs typeface="Fira Code" panose="020B0809050000020004" pitchFamily="49" charset="0"/>
            </a:endParaRPr>
          </a:p>
          <a:p>
            <a:endParaRPr lang="en-AU"/>
          </a:p>
        </p:txBody>
      </p:sp>
    </p:spTree>
    <p:extLst>
      <p:ext uri="{BB962C8B-B14F-4D97-AF65-F5344CB8AC3E}">
        <p14:creationId xmlns:p14="http://schemas.microsoft.com/office/powerpoint/2010/main" val="128850887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7DCD71-9F98-E149-5574-8E3241DF44B5}"/>
              </a:ext>
            </a:extLst>
          </p:cNvPr>
          <p:cNvSpPr>
            <a:spLocks noGrp="1"/>
          </p:cNvSpPr>
          <p:nvPr>
            <p:ph type="title"/>
          </p:nvPr>
        </p:nvSpPr>
        <p:spPr/>
        <p:txBody>
          <a:bodyPr/>
          <a:lstStyle/>
          <a:p>
            <a:r>
              <a:rPr lang="en-AU"/>
              <a:t>Exercise</a:t>
            </a:r>
          </a:p>
        </p:txBody>
      </p:sp>
      <p:sp>
        <p:nvSpPr>
          <p:cNvPr id="3" name="Content Placeholder 2">
            <a:extLst>
              <a:ext uri="{FF2B5EF4-FFF2-40B4-BE49-F238E27FC236}">
                <a16:creationId xmlns:a16="http://schemas.microsoft.com/office/drawing/2014/main" id="{2BFB41DA-2C49-2427-F903-C9FF11CD1FDB}"/>
              </a:ext>
            </a:extLst>
          </p:cNvPr>
          <p:cNvSpPr>
            <a:spLocks noGrp="1"/>
          </p:cNvSpPr>
          <p:nvPr>
            <p:ph idx="1"/>
          </p:nvPr>
        </p:nvSpPr>
        <p:spPr/>
        <p:txBody>
          <a:bodyPr>
            <a:normAutofit fontScale="92500" lnSpcReduction="20000"/>
          </a:bodyPr>
          <a:lstStyle/>
          <a:p>
            <a:r>
              <a:rPr lang="en-AU" dirty="0"/>
              <a:t>Add a column </a:t>
            </a:r>
            <a:r>
              <a:rPr lang="en-AU" dirty="0" err="1"/>
              <a:t>Amounttobepaid</a:t>
            </a:r>
            <a:r>
              <a:rPr lang="en-AU" dirty="0"/>
              <a:t> with float data type</a:t>
            </a:r>
          </a:p>
          <a:p>
            <a:r>
              <a:rPr lang="en-AU" dirty="0"/>
              <a:t>Set different values for </a:t>
            </a:r>
            <a:r>
              <a:rPr lang="en-AU" dirty="0" err="1"/>
              <a:t>Amounttobepaid</a:t>
            </a:r>
            <a:r>
              <a:rPr lang="en-AU" dirty="0"/>
              <a:t> using Update and set Commands</a:t>
            </a:r>
          </a:p>
          <a:p>
            <a:r>
              <a:rPr lang="en-AU" dirty="0"/>
              <a:t>Add a column Discount with float data type in the table customers</a:t>
            </a:r>
          </a:p>
          <a:p>
            <a:r>
              <a:rPr lang="en-AU" dirty="0"/>
              <a:t>Set  different values of Discount into each record using Update &amp; set command</a:t>
            </a:r>
          </a:p>
          <a:p>
            <a:r>
              <a:rPr lang="en-AU" dirty="0"/>
              <a:t>Add a column </a:t>
            </a:r>
            <a:r>
              <a:rPr lang="en-AU" dirty="0" err="1"/>
              <a:t>Paid_Amount</a:t>
            </a:r>
            <a:endParaRPr lang="en-AU" dirty="0"/>
          </a:p>
          <a:p>
            <a:r>
              <a:rPr lang="en-AU" dirty="0"/>
              <a:t>Subtract as Discount from </a:t>
            </a:r>
            <a:r>
              <a:rPr lang="en-AU" dirty="0" err="1"/>
              <a:t>Amounttobepaid</a:t>
            </a:r>
            <a:r>
              <a:rPr lang="en-AU" dirty="0"/>
              <a:t> using update and  set command </a:t>
            </a:r>
          </a:p>
        </p:txBody>
      </p:sp>
    </p:spTree>
    <p:extLst>
      <p:ext uri="{BB962C8B-B14F-4D97-AF65-F5344CB8AC3E}">
        <p14:creationId xmlns:p14="http://schemas.microsoft.com/office/powerpoint/2010/main" val="37177297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Ordering Results</a:t>
            </a:r>
          </a:p>
        </p:txBody>
      </p:sp>
      <p:sp>
        <p:nvSpPr>
          <p:cNvPr id="3" name="Text Placeholder 2"/>
          <p:cNvSpPr>
            <a:spLocks noGrp="1"/>
          </p:cNvSpPr>
          <p:nvPr>
            <p:ph type="body" idx="1"/>
          </p:nvPr>
        </p:nvSpPr>
        <p:spPr/>
        <p:txBody>
          <a:bodyPr/>
          <a:lstStyle/>
          <a:p>
            <a:r>
              <a:rPr lang="en-AU"/>
              <a:t>SQL Queries Part 1</a:t>
            </a:r>
          </a:p>
        </p:txBody>
      </p:sp>
    </p:spTree>
    <p:extLst>
      <p:ext uri="{BB962C8B-B14F-4D97-AF65-F5344CB8AC3E}">
        <p14:creationId xmlns:p14="http://schemas.microsoft.com/office/powerpoint/2010/main" val="209331711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Select Query Basics</a:t>
            </a:r>
          </a:p>
        </p:txBody>
      </p:sp>
      <p:sp>
        <p:nvSpPr>
          <p:cNvPr id="3" name="Content Placeholder 2"/>
          <p:cNvSpPr>
            <a:spLocks noGrp="1"/>
          </p:cNvSpPr>
          <p:nvPr>
            <p:ph idx="1"/>
          </p:nvPr>
        </p:nvSpPr>
        <p:spPr/>
        <p:txBody>
          <a:bodyPr>
            <a:normAutofit/>
          </a:bodyPr>
          <a:lstStyle/>
          <a:p>
            <a:r>
              <a:rPr lang="en-AU" dirty="0"/>
              <a:t>Retrieving data in a different order</a:t>
            </a:r>
          </a:p>
          <a:p>
            <a:r>
              <a:rPr lang="en-AU" dirty="0"/>
              <a:t>Use the </a:t>
            </a:r>
            <a:r>
              <a:rPr lang="en-AU" dirty="0">
                <a:solidFill>
                  <a:srgbClr val="FFC000"/>
                </a:solidFill>
                <a:latin typeface="Fira Code" panose="020B0809050000020004" pitchFamily="49" charset="0"/>
                <a:ea typeface="Fira Code" panose="020B0809050000020004" pitchFamily="49" charset="0"/>
                <a:cs typeface="Fira Code" panose="020B0809050000020004" pitchFamily="49" charset="0"/>
              </a:rPr>
              <a:t>ORDER BY </a:t>
            </a:r>
            <a:r>
              <a:rPr lang="en-AU" dirty="0"/>
              <a:t>clarifier</a:t>
            </a:r>
          </a:p>
          <a:p>
            <a:endParaRPr lang="en-AU" dirty="0"/>
          </a:p>
          <a:p>
            <a:r>
              <a:rPr lang="en-AU" dirty="0"/>
              <a:t>For example:</a:t>
            </a:r>
          </a:p>
          <a:p>
            <a:pPr lvl="1"/>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SELECT * </a:t>
            </a:r>
            <a:b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br>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FROM customers </a:t>
            </a:r>
            <a:b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br>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ORDER BY </a:t>
            </a:r>
            <a:r>
              <a:rPr lang="en-AU" dirty="0" err="1">
                <a:solidFill>
                  <a:schemeClr val="bg1"/>
                </a:solidFill>
                <a:latin typeface="Fira Code" panose="020B0809050000020004" pitchFamily="49" charset="0"/>
                <a:ea typeface="Fira Code" panose="020B0809050000020004" pitchFamily="49" charset="0"/>
                <a:cs typeface="Fira Code" panose="020B0809050000020004" pitchFamily="49" charset="0"/>
              </a:rPr>
              <a:t>family_name</a:t>
            </a:r>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a:t>
            </a:r>
          </a:p>
        </p:txBody>
      </p:sp>
    </p:spTree>
    <p:extLst>
      <p:ext uri="{BB962C8B-B14F-4D97-AF65-F5344CB8AC3E}">
        <p14:creationId xmlns:p14="http://schemas.microsoft.com/office/powerpoint/2010/main" val="288220620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Select Query Basics</a:t>
            </a:r>
          </a:p>
        </p:txBody>
      </p:sp>
      <p:sp>
        <p:nvSpPr>
          <p:cNvPr id="3" name="Content Placeholder 2"/>
          <p:cNvSpPr>
            <a:spLocks noGrp="1"/>
          </p:cNvSpPr>
          <p:nvPr>
            <p:ph idx="1"/>
          </p:nvPr>
        </p:nvSpPr>
        <p:spPr/>
        <p:txBody>
          <a:bodyPr>
            <a:normAutofit/>
          </a:bodyPr>
          <a:lstStyle/>
          <a:p>
            <a:r>
              <a:rPr lang="en-AU"/>
              <a:t>Direction of Ordering</a:t>
            </a:r>
          </a:p>
          <a:p>
            <a:r>
              <a:rPr lang="en-AU"/>
              <a:t>Ordering is done:</a:t>
            </a:r>
          </a:p>
          <a:p>
            <a:pPr lvl="1"/>
            <a:r>
              <a:rPr lang="en-AU"/>
              <a:t>Alpha-numerically (strings)</a:t>
            </a:r>
          </a:p>
          <a:p>
            <a:pPr lvl="1"/>
            <a:r>
              <a:rPr lang="en-AU"/>
              <a:t>Numerically (numbers)</a:t>
            </a:r>
          </a:p>
          <a:p>
            <a:pPr lvl="1"/>
            <a:r>
              <a:rPr lang="en-AU"/>
              <a:t>By date (date/time)</a:t>
            </a:r>
          </a:p>
          <a:p>
            <a:pPr lvl="1"/>
            <a:r>
              <a:rPr lang="en-AU"/>
              <a:t>Default is Ascending</a:t>
            </a:r>
          </a:p>
          <a:p>
            <a:pPr lvl="1"/>
            <a:r>
              <a:rPr lang="en-AU"/>
              <a:t>Reverse Order is Descending</a:t>
            </a:r>
          </a:p>
        </p:txBody>
      </p:sp>
    </p:spTree>
    <p:extLst>
      <p:ext uri="{BB962C8B-B14F-4D97-AF65-F5344CB8AC3E}">
        <p14:creationId xmlns:p14="http://schemas.microsoft.com/office/powerpoint/2010/main" val="290744018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Select Query Basics</a:t>
            </a:r>
          </a:p>
        </p:txBody>
      </p:sp>
      <p:sp>
        <p:nvSpPr>
          <p:cNvPr id="3" name="Content Placeholder 2"/>
          <p:cNvSpPr>
            <a:spLocks noGrp="1"/>
          </p:cNvSpPr>
          <p:nvPr>
            <p:ph idx="1"/>
          </p:nvPr>
        </p:nvSpPr>
        <p:spPr/>
        <p:txBody>
          <a:bodyPr>
            <a:normAutofit/>
          </a:bodyPr>
          <a:lstStyle/>
          <a:p>
            <a:r>
              <a:rPr lang="en-AU"/>
              <a:t>To use ascending order, leave blank or add ASC</a:t>
            </a:r>
          </a:p>
          <a:p>
            <a:pPr lvl="1"/>
            <a:r>
              <a:rPr lang="en-AU">
                <a:solidFill>
                  <a:srgbClr val="FFC000"/>
                </a:solidFill>
                <a:latin typeface="Fira Code" panose="020B0809050000020004" pitchFamily="49" charset="0"/>
                <a:ea typeface="Fira Code" panose="020B0809050000020004" pitchFamily="49" charset="0"/>
                <a:cs typeface="Fira Code" panose="020B0809050000020004" pitchFamily="49" charset="0"/>
              </a:rPr>
              <a:t>ASC</a:t>
            </a:r>
            <a:r>
              <a:rPr lang="en-AU"/>
              <a:t> is ascending</a:t>
            </a:r>
          </a:p>
          <a:p>
            <a:pPr lvl="1"/>
            <a:r>
              <a:rPr lang="en-AU"/>
              <a:t>Default order</a:t>
            </a:r>
          </a:p>
          <a:p>
            <a:r>
              <a:rPr lang="en-AU"/>
              <a:t>To reverse the sort order, use </a:t>
            </a:r>
            <a:r>
              <a:rPr lang="en-AU">
                <a:solidFill>
                  <a:srgbClr val="FFC000"/>
                </a:solidFill>
                <a:latin typeface="Fira Code" panose="020B0809050000020004" pitchFamily="49" charset="0"/>
                <a:ea typeface="Fira Code" panose="020B0809050000020004" pitchFamily="49" charset="0"/>
                <a:cs typeface="Fira Code" panose="020B0809050000020004" pitchFamily="49" charset="0"/>
              </a:rPr>
              <a:t>DESC</a:t>
            </a:r>
          </a:p>
          <a:p>
            <a:pPr lvl="1"/>
            <a:r>
              <a:rPr lang="en-AU">
                <a:solidFill>
                  <a:srgbClr val="FFC000"/>
                </a:solidFill>
                <a:latin typeface="Fira Code" panose="020B0809050000020004" pitchFamily="49" charset="0"/>
                <a:ea typeface="Fira Code" panose="020B0809050000020004" pitchFamily="49" charset="0"/>
                <a:cs typeface="Fira Code" panose="020B0809050000020004" pitchFamily="49" charset="0"/>
              </a:rPr>
              <a:t>DESC</a:t>
            </a:r>
            <a:r>
              <a:rPr lang="en-AU"/>
              <a:t> stands for descending</a:t>
            </a:r>
          </a:p>
        </p:txBody>
      </p:sp>
    </p:spTree>
    <p:extLst>
      <p:ext uri="{BB962C8B-B14F-4D97-AF65-F5344CB8AC3E}">
        <p14:creationId xmlns:p14="http://schemas.microsoft.com/office/powerpoint/2010/main" val="358820796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Select Query Basics</a:t>
            </a:r>
          </a:p>
        </p:txBody>
      </p:sp>
      <p:sp>
        <p:nvSpPr>
          <p:cNvPr id="3" name="Content Placeholder 2"/>
          <p:cNvSpPr>
            <a:spLocks noGrp="1"/>
          </p:cNvSpPr>
          <p:nvPr>
            <p:ph idx="1"/>
          </p:nvPr>
        </p:nvSpPr>
        <p:spPr/>
        <p:txBody>
          <a:bodyPr>
            <a:normAutofit/>
          </a:bodyPr>
          <a:lstStyle/>
          <a:p>
            <a:r>
              <a:rPr lang="en-AU" dirty="0"/>
              <a:t>Example:</a:t>
            </a:r>
          </a:p>
          <a:p>
            <a:r>
              <a:rPr lang="en-AU" dirty="0">
                <a:solidFill>
                  <a:schemeClr val="bg1"/>
                </a:solidFill>
              </a:rPr>
              <a:t>To show all customers sorted by </a:t>
            </a:r>
            <a:r>
              <a:rPr lang="en-AU" dirty="0" err="1">
                <a:solidFill>
                  <a:schemeClr val="bg1"/>
                </a:solidFill>
              </a:rPr>
              <a:t>family_name</a:t>
            </a:r>
            <a:r>
              <a:rPr lang="en-AU" dirty="0">
                <a:solidFill>
                  <a:schemeClr val="bg1"/>
                </a:solidFill>
              </a:rPr>
              <a:t/>
            </a:r>
            <a:br>
              <a:rPr lang="en-AU" dirty="0">
                <a:solidFill>
                  <a:schemeClr val="bg1"/>
                </a:solidFill>
              </a:rPr>
            </a:br>
            <a:r>
              <a:rPr lang="en-AU" dirty="0">
                <a:solidFill>
                  <a:schemeClr val="bg1"/>
                </a:solidFill>
              </a:rPr>
              <a:t>then by </a:t>
            </a:r>
            <a:r>
              <a:rPr lang="en-AU" dirty="0" err="1">
                <a:solidFill>
                  <a:schemeClr val="bg1"/>
                </a:solidFill>
              </a:rPr>
              <a:t>given_name</a:t>
            </a:r>
            <a:r>
              <a:rPr lang="en-AU" dirty="0">
                <a:solidFill>
                  <a:schemeClr val="bg1"/>
                </a:solidFill>
              </a:rPr>
              <a:t> in reverse order</a:t>
            </a:r>
          </a:p>
          <a:p>
            <a:pPr lvl="1"/>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SELECT * </a:t>
            </a:r>
            <a:b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br>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FROM customers </a:t>
            </a:r>
            <a:b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br>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ORDER BY  </a:t>
            </a:r>
            <a:r>
              <a:rPr lang="en-AU" dirty="0" err="1">
                <a:solidFill>
                  <a:schemeClr val="bg1"/>
                </a:solidFill>
                <a:latin typeface="Fira Code" panose="020B0809050000020004" pitchFamily="49" charset="0"/>
                <a:ea typeface="Fira Code" panose="020B0809050000020004" pitchFamily="49" charset="0"/>
                <a:cs typeface="Fira Code" panose="020B0809050000020004" pitchFamily="49" charset="0"/>
              </a:rPr>
              <a:t>given_name</a:t>
            </a:r>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 DESC</a:t>
            </a:r>
            <a:r>
              <a:rPr lang="en-AU" dirty="0">
                <a:solidFill>
                  <a:srgbClr val="92D050"/>
                </a:solidFill>
                <a:latin typeface="Fira Code" panose="020B0809050000020004" pitchFamily="49" charset="0"/>
                <a:ea typeface="Fira Code" panose="020B0809050000020004" pitchFamily="49" charset="0"/>
                <a:cs typeface="Fira Code" panose="020B0809050000020004" pitchFamily="49" charset="0"/>
              </a:rPr>
              <a:t>;</a:t>
            </a:r>
            <a:endParaRPr lang="en-AU" dirty="0">
              <a:solidFill>
                <a:srgbClr val="FFC000"/>
              </a:solidFill>
              <a:latin typeface="Fira Code" panose="020B0809050000020004" pitchFamily="49" charset="0"/>
              <a:ea typeface="Fira Code" panose="020B0809050000020004" pitchFamily="49" charset="0"/>
              <a:cs typeface="Fira Code" panose="020B0809050000020004" pitchFamily="49" charset="0"/>
            </a:endParaRPr>
          </a:p>
        </p:txBody>
      </p:sp>
    </p:spTree>
    <p:extLst>
      <p:ext uri="{BB962C8B-B14F-4D97-AF65-F5344CB8AC3E}">
        <p14:creationId xmlns:p14="http://schemas.microsoft.com/office/powerpoint/2010/main" val="54377724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Select Query Basics</a:t>
            </a:r>
          </a:p>
        </p:txBody>
      </p:sp>
      <p:sp>
        <p:nvSpPr>
          <p:cNvPr id="3" name="Content Placeholder 2"/>
          <p:cNvSpPr>
            <a:spLocks noGrp="1"/>
          </p:cNvSpPr>
          <p:nvPr>
            <p:ph idx="1"/>
          </p:nvPr>
        </p:nvSpPr>
        <p:spPr/>
        <p:txBody>
          <a:bodyPr>
            <a:normAutofit/>
          </a:bodyPr>
          <a:lstStyle/>
          <a:p>
            <a:r>
              <a:rPr lang="en-AU"/>
              <a:t>Problem:</a:t>
            </a:r>
            <a:br>
              <a:rPr lang="en-AU"/>
            </a:br>
            <a:endParaRPr lang="en-AU"/>
          </a:p>
          <a:p>
            <a:pPr lvl="1"/>
            <a:r>
              <a:rPr lang="en-AU"/>
              <a:t>With another class member, work out how to…</a:t>
            </a:r>
            <a:br>
              <a:rPr lang="en-AU"/>
            </a:br>
            <a:endParaRPr lang="en-AU"/>
          </a:p>
          <a:p>
            <a:pPr lvl="1"/>
            <a:r>
              <a:rPr lang="en-AU"/>
              <a:t>Show only the unique surnames from the customers table</a:t>
            </a:r>
          </a:p>
        </p:txBody>
      </p:sp>
    </p:spTree>
    <p:extLst>
      <p:ext uri="{BB962C8B-B14F-4D97-AF65-F5344CB8AC3E}">
        <p14:creationId xmlns:p14="http://schemas.microsoft.com/office/powerpoint/2010/main" val="272700623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Select Query Basics</a:t>
            </a:r>
          </a:p>
        </p:txBody>
      </p:sp>
      <p:sp>
        <p:nvSpPr>
          <p:cNvPr id="3" name="Content Placeholder 2"/>
          <p:cNvSpPr>
            <a:spLocks noGrp="1"/>
          </p:cNvSpPr>
          <p:nvPr>
            <p:ph idx="1"/>
          </p:nvPr>
        </p:nvSpPr>
        <p:spPr/>
        <p:txBody>
          <a:bodyPr>
            <a:normAutofit/>
          </a:bodyPr>
          <a:lstStyle/>
          <a:p>
            <a:r>
              <a:rPr lang="en-AU" dirty="0"/>
              <a:t>Solution</a:t>
            </a:r>
          </a:p>
          <a:p>
            <a:endParaRPr lang="en-AU" dirty="0"/>
          </a:p>
          <a:p>
            <a:r>
              <a:rPr lang="en-AU" dirty="0"/>
              <a:t>We need to use the DISTINCT keyword</a:t>
            </a:r>
          </a:p>
          <a:p>
            <a:pPr lvl="1"/>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SELECT DISTINCT </a:t>
            </a:r>
            <a:r>
              <a:rPr lang="en-AU" dirty="0" err="1">
                <a:solidFill>
                  <a:schemeClr val="bg1"/>
                </a:solidFill>
                <a:latin typeface="Fira Code" panose="020B0809050000020004" pitchFamily="49" charset="0"/>
                <a:ea typeface="Fira Code" panose="020B0809050000020004" pitchFamily="49" charset="0"/>
                <a:cs typeface="Fira Code" panose="020B0809050000020004" pitchFamily="49" charset="0"/>
              </a:rPr>
              <a:t>family_name</a:t>
            </a:r>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 </a:t>
            </a:r>
            <a:b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br>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FROM customers </a:t>
            </a:r>
            <a:b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br>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ORDER BY </a:t>
            </a:r>
            <a:r>
              <a:rPr lang="en-AU" dirty="0" err="1">
                <a:solidFill>
                  <a:schemeClr val="bg1"/>
                </a:solidFill>
                <a:latin typeface="Fira Code" panose="020B0809050000020004" pitchFamily="49" charset="0"/>
                <a:ea typeface="Fira Code" panose="020B0809050000020004" pitchFamily="49" charset="0"/>
                <a:cs typeface="Fira Code" panose="020B0809050000020004" pitchFamily="49" charset="0"/>
              </a:rPr>
              <a:t>family_name</a:t>
            </a:r>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a:t>
            </a:r>
          </a:p>
        </p:txBody>
      </p:sp>
    </p:spTree>
    <p:extLst>
      <p:ext uri="{BB962C8B-B14F-4D97-AF65-F5344CB8AC3E}">
        <p14:creationId xmlns:p14="http://schemas.microsoft.com/office/powerpoint/2010/main" val="65559952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Limiting Results</a:t>
            </a:r>
          </a:p>
        </p:txBody>
      </p:sp>
      <p:sp>
        <p:nvSpPr>
          <p:cNvPr id="3" name="Text Placeholder 2"/>
          <p:cNvSpPr>
            <a:spLocks noGrp="1"/>
          </p:cNvSpPr>
          <p:nvPr>
            <p:ph type="body" idx="1"/>
          </p:nvPr>
        </p:nvSpPr>
        <p:spPr/>
        <p:txBody>
          <a:bodyPr/>
          <a:lstStyle/>
          <a:p>
            <a:r>
              <a:rPr lang="en-AU"/>
              <a:t>SQL Queries Part 1</a:t>
            </a:r>
          </a:p>
        </p:txBody>
      </p:sp>
    </p:spTree>
    <p:extLst>
      <p:ext uri="{BB962C8B-B14F-4D97-AF65-F5344CB8AC3E}">
        <p14:creationId xmlns:p14="http://schemas.microsoft.com/office/powerpoint/2010/main" val="814154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499892"/>
            <a:ext cx="10972800" cy="1003205"/>
          </a:xfrm>
        </p:spPr>
        <p:txBody>
          <a:bodyPr/>
          <a:lstStyle/>
          <a:p>
            <a:r>
              <a:rPr lang="en-AU"/>
              <a:t>Limiting Results</a:t>
            </a:r>
          </a:p>
        </p:txBody>
      </p:sp>
      <p:sp>
        <p:nvSpPr>
          <p:cNvPr id="3" name="Content Placeholder 2"/>
          <p:cNvSpPr>
            <a:spLocks noGrp="1"/>
          </p:cNvSpPr>
          <p:nvPr>
            <p:ph idx="1"/>
          </p:nvPr>
        </p:nvSpPr>
        <p:spPr>
          <a:xfrm>
            <a:off x="609600" y="1794617"/>
            <a:ext cx="10972800" cy="4563491"/>
          </a:xfrm>
        </p:spPr>
        <p:txBody>
          <a:bodyPr>
            <a:normAutofit/>
          </a:bodyPr>
          <a:lstStyle/>
          <a:p>
            <a:r>
              <a:rPr lang="en-AU" dirty="0"/>
              <a:t>We have already seen:</a:t>
            </a:r>
            <a:br>
              <a:rPr lang="en-AU" dirty="0"/>
            </a:br>
            <a:endParaRPr lang="en-AU" dirty="0"/>
          </a:p>
          <a:p>
            <a:pPr lvl="1"/>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SELECT field(s) FROM table</a:t>
            </a:r>
            <a:b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br>
            <a:endPar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endParaRPr>
          </a:p>
          <a:p>
            <a:pPr lvl="1"/>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SELECT field(s) FROM table WHERE condition</a:t>
            </a:r>
            <a:b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br>
            <a:endPar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endParaRPr>
          </a:p>
          <a:p>
            <a:pPr lvl="1"/>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SELECT DISTINCT field(s) FROM table </a:t>
            </a:r>
          </a:p>
          <a:p>
            <a:endParaRPr lang="en-AU" dirty="0"/>
          </a:p>
          <a:p>
            <a:endParaRPr lang="en-AU" dirty="0"/>
          </a:p>
          <a:p>
            <a:endParaRPr lang="en-AU" dirty="0"/>
          </a:p>
        </p:txBody>
      </p:sp>
    </p:spTree>
    <p:extLst>
      <p:ext uri="{BB962C8B-B14F-4D97-AF65-F5344CB8AC3E}">
        <p14:creationId xmlns:p14="http://schemas.microsoft.com/office/powerpoint/2010/main" val="87702245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97DAE-2794-2A48-B881-72AD9F2E19E6}"/>
              </a:ext>
            </a:extLst>
          </p:cNvPr>
          <p:cNvSpPr>
            <a:spLocks noGrp="1"/>
          </p:cNvSpPr>
          <p:nvPr>
            <p:ph type="title"/>
          </p:nvPr>
        </p:nvSpPr>
        <p:spPr/>
        <p:txBody>
          <a:bodyPr/>
          <a:lstStyle/>
          <a:p>
            <a:r>
              <a:rPr lang="en-AU"/>
              <a:t>Limiting Results</a:t>
            </a:r>
          </a:p>
        </p:txBody>
      </p:sp>
      <p:sp>
        <p:nvSpPr>
          <p:cNvPr id="3" name="Content Placeholder 2">
            <a:extLst>
              <a:ext uri="{FF2B5EF4-FFF2-40B4-BE49-F238E27FC236}">
                <a16:creationId xmlns:a16="http://schemas.microsoft.com/office/drawing/2014/main" id="{47654F44-B3B5-5746-93E9-8536EF5C9CF8}"/>
              </a:ext>
            </a:extLst>
          </p:cNvPr>
          <p:cNvSpPr>
            <a:spLocks noGrp="1"/>
          </p:cNvSpPr>
          <p:nvPr>
            <p:ph idx="1"/>
          </p:nvPr>
        </p:nvSpPr>
        <p:spPr/>
        <p:txBody>
          <a:bodyPr>
            <a:normAutofit lnSpcReduction="10000"/>
          </a:bodyPr>
          <a:lstStyle/>
          <a:p>
            <a:r>
              <a:rPr lang="en-AU" dirty="0"/>
              <a:t>To limit the number of results:</a:t>
            </a:r>
          </a:p>
          <a:p>
            <a:pPr lvl="1"/>
            <a:r>
              <a:rPr lang="en-AU" dirty="0">
                <a:solidFill>
                  <a:srgbClr val="FFC000"/>
                </a:solidFill>
                <a:latin typeface="Fira Code" panose="020B0809050000020004" pitchFamily="49" charset="0"/>
                <a:ea typeface="Fira Code" panose="020B0809050000020004" pitchFamily="49" charset="0"/>
                <a:cs typeface="Fira Code" panose="020B0809050000020004" pitchFamily="49" charset="0"/>
              </a:rPr>
              <a:t>LIMIT</a:t>
            </a:r>
            <a:r>
              <a:rPr lang="en-AU" dirty="0">
                <a:solidFill>
                  <a:srgbClr val="92D050"/>
                </a:solidFill>
                <a:latin typeface="Fira Code" panose="020B0809050000020004" pitchFamily="49" charset="0"/>
                <a:ea typeface="Fira Code" panose="020B0809050000020004" pitchFamily="49" charset="0"/>
                <a:cs typeface="Fira Code" panose="020B0809050000020004" pitchFamily="49" charset="0"/>
              </a:rPr>
              <a:t> </a:t>
            </a:r>
            <a:r>
              <a:rPr lang="en-AU" dirty="0">
                <a:solidFill>
                  <a:srgbClr val="FFC000"/>
                </a:solidFill>
                <a:latin typeface="Fira Code" panose="020B0809050000020004" pitchFamily="49" charset="0"/>
                <a:ea typeface="Fira Code" panose="020B0809050000020004" pitchFamily="49" charset="0"/>
                <a:cs typeface="Fira Code" panose="020B0809050000020004" pitchFamily="49" charset="0"/>
              </a:rPr>
              <a:t>number</a:t>
            </a:r>
            <a:br>
              <a:rPr lang="en-AU" dirty="0">
                <a:solidFill>
                  <a:srgbClr val="FFC000"/>
                </a:solidFill>
                <a:latin typeface="Fira Code" panose="020B0809050000020004" pitchFamily="49" charset="0"/>
                <a:ea typeface="Fira Code" panose="020B0809050000020004" pitchFamily="49" charset="0"/>
                <a:cs typeface="Fira Code" panose="020B0809050000020004" pitchFamily="49" charset="0"/>
              </a:rPr>
            </a:br>
            <a:endParaRPr lang="en-AU" dirty="0">
              <a:solidFill>
                <a:srgbClr val="FFC000"/>
              </a:solidFill>
              <a:latin typeface="Fira Code" panose="020B0809050000020004" pitchFamily="49" charset="0"/>
              <a:ea typeface="Fira Code" panose="020B0809050000020004" pitchFamily="49" charset="0"/>
              <a:cs typeface="Fira Code" panose="020B0809050000020004" pitchFamily="49" charset="0"/>
            </a:endParaRPr>
          </a:p>
          <a:p>
            <a:r>
              <a:rPr lang="en-AU" dirty="0"/>
              <a:t>Examples:</a:t>
            </a:r>
          </a:p>
          <a:p>
            <a:pPr lvl="1"/>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SELECT * FROM sets LIMIT 5</a:t>
            </a:r>
            <a:b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br>
            <a:endPar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endParaRPr>
          </a:p>
          <a:p>
            <a:pPr lvl="1"/>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SELECT * </a:t>
            </a:r>
            <a:b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br>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  FROM customers </a:t>
            </a:r>
            <a:b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br>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    WHERE age &gt; 25 </a:t>
            </a:r>
            <a:b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br>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    LIMIT 5;</a:t>
            </a:r>
          </a:p>
          <a:p>
            <a:endParaRPr lang="en-AU" dirty="0"/>
          </a:p>
        </p:txBody>
      </p:sp>
    </p:spTree>
    <p:extLst>
      <p:ext uri="{BB962C8B-B14F-4D97-AF65-F5344CB8AC3E}">
        <p14:creationId xmlns:p14="http://schemas.microsoft.com/office/powerpoint/2010/main" val="254813015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97DAE-2794-2A48-B881-72AD9F2E19E6}"/>
              </a:ext>
            </a:extLst>
          </p:cNvPr>
          <p:cNvSpPr>
            <a:spLocks noGrp="1"/>
          </p:cNvSpPr>
          <p:nvPr>
            <p:ph type="title"/>
          </p:nvPr>
        </p:nvSpPr>
        <p:spPr/>
        <p:txBody>
          <a:bodyPr/>
          <a:lstStyle/>
          <a:p>
            <a:r>
              <a:rPr lang="en-AU"/>
              <a:t>Limiting Results</a:t>
            </a:r>
          </a:p>
        </p:txBody>
      </p:sp>
      <p:sp>
        <p:nvSpPr>
          <p:cNvPr id="3" name="Content Placeholder 2">
            <a:extLst>
              <a:ext uri="{FF2B5EF4-FFF2-40B4-BE49-F238E27FC236}">
                <a16:creationId xmlns:a16="http://schemas.microsoft.com/office/drawing/2014/main" id="{47654F44-B3B5-5746-93E9-8536EF5C9CF8}"/>
              </a:ext>
            </a:extLst>
          </p:cNvPr>
          <p:cNvSpPr>
            <a:spLocks noGrp="1"/>
          </p:cNvSpPr>
          <p:nvPr>
            <p:ph idx="1"/>
          </p:nvPr>
        </p:nvSpPr>
        <p:spPr/>
        <p:txBody>
          <a:bodyPr/>
          <a:lstStyle/>
          <a:p>
            <a:r>
              <a:rPr lang="en-AU" dirty="0"/>
              <a:t>Also possible to say starting from a result:</a:t>
            </a:r>
          </a:p>
          <a:p>
            <a:pPr lvl="1"/>
            <a:r>
              <a:rPr lang="en-AU" dirty="0">
                <a:solidFill>
                  <a:srgbClr val="92D050"/>
                </a:solidFill>
                <a:latin typeface="Fira Code" panose="020B0809050000020004" pitchFamily="49" charset="0"/>
                <a:ea typeface="Fira Code" panose="020B0809050000020004" pitchFamily="49" charset="0"/>
                <a:cs typeface="Fira Code" panose="020B0809050000020004" pitchFamily="49" charset="0"/>
              </a:rPr>
              <a:t>LIMIT </a:t>
            </a:r>
            <a:r>
              <a:rPr lang="en-AU" dirty="0" err="1">
                <a:solidFill>
                  <a:srgbClr val="00B0F0"/>
                </a:solidFill>
                <a:latin typeface="Fira Code" panose="020B0809050000020004" pitchFamily="49" charset="0"/>
                <a:ea typeface="Fira Code" panose="020B0809050000020004" pitchFamily="49" charset="0"/>
                <a:cs typeface="Fira Code" panose="020B0809050000020004" pitchFamily="49" charset="0"/>
              </a:rPr>
              <a:t>starting_at</a:t>
            </a:r>
            <a:r>
              <a:rPr lang="en-AU" dirty="0">
                <a:solidFill>
                  <a:srgbClr val="92D050"/>
                </a:solidFill>
                <a:latin typeface="Fira Code" panose="020B0809050000020004" pitchFamily="49" charset="0"/>
                <a:ea typeface="Fira Code" panose="020B0809050000020004" pitchFamily="49" charset="0"/>
                <a:cs typeface="Fira Code" panose="020B0809050000020004" pitchFamily="49" charset="0"/>
              </a:rPr>
              <a:t>, </a:t>
            </a:r>
            <a:r>
              <a:rPr lang="en-AU" dirty="0">
                <a:solidFill>
                  <a:srgbClr val="00B0F0"/>
                </a:solidFill>
                <a:latin typeface="Fira Code" panose="020B0809050000020004" pitchFamily="49" charset="0"/>
                <a:ea typeface="Fira Code" panose="020B0809050000020004" pitchFamily="49" charset="0"/>
                <a:cs typeface="Fira Code" panose="020B0809050000020004" pitchFamily="49" charset="0"/>
              </a:rPr>
              <a:t>number</a:t>
            </a:r>
            <a:br>
              <a:rPr lang="en-AU" dirty="0">
                <a:solidFill>
                  <a:srgbClr val="00B0F0"/>
                </a:solidFill>
                <a:latin typeface="Fira Code" panose="020B0809050000020004" pitchFamily="49" charset="0"/>
                <a:ea typeface="Fira Code" panose="020B0809050000020004" pitchFamily="49" charset="0"/>
                <a:cs typeface="Fira Code" panose="020B0809050000020004" pitchFamily="49" charset="0"/>
              </a:rPr>
            </a:br>
            <a:endParaRPr lang="en-AU" dirty="0">
              <a:solidFill>
                <a:srgbClr val="00B0F0"/>
              </a:solidFill>
              <a:latin typeface="Fira Code" panose="020B0809050000020004" pitchFamily="49" charset="0"/>
              <a:ea typeface="Fira Code" panose="020B0809050000020004" pitchFamily="49" charset="0"/>
              <a:cs typeface="Fira Code" panose="020B0809050000020004" pitchFamily="49" charset="0"/>
            </a:endParaRPr>
          </a:p>
          <a:p>
            <a:r>
              <a:rPr lang="en-AU" dirty="0"/>
              <a:t>Example:</a:t>
            </a:r>
          </a:p>
          <a:p>
            <a:pPr lvl="1"/>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SELECT * </a:t>
            </a:r>
            <a:b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br>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  FROM customers </a:t>
            </a:r>
            <a:b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br>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    WHERE age &gt; 25 </a:t>
            </a:r>
            <a:b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br>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    ORDER BY </a:t>
            </a:r>
            <a:r>
              <a:rPr lang="en-AU" dirty="0" err="1">
                <a:solidFill>
                  <a:schemeClr val="bg1"/>
                </a:solidFill>
                <a:latin typeface="Fira Code" panose="020B0809050000020004" pitchFamily="49" charset="0"/>
                <a:ea typeface="Fira Code" panose="020B0809050000020004" pitchFamily="49" charset="0"/>
                <a:cs typeface="Fira Code" panose="020B0809050000020004" pitchFamily="49" charset="0"/>
              </a:rPr>
              <a:t>family_name</a:t>
            </a:r>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 DESC</a:t>
            </a:r>
            <a:b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br>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    LIMIT 4, 1</a:t>
            </a:r>
          </a:p>
          <a:p>
            <a:endParaRPr lang="en-AU" dirty="0"/>
          </a:p>
        </p:txBody>
      </p:sp>
    </p:spTree>
    <p:extLst>
      <p:ext uri="{BB962C8B-B14F-4D97-AF65-F5344CB8AC3E}">
        <p14:creationId xmlns:p14="http://schemas.microsoft.com/office/powerpoint/2010/main" val="217762520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Mathematical/Statistical functions</a:t>
            </a:r>
          </a:p>
        </p:txBody>
      </p:sp>
      <p:sp>
        <p:nvSpPr>
          <p:cNvPr id="3" name="Text Placeholder 2"/>
          <p:cNvSpPr>
            <a:spLocks noGrp="1"/>
          </p:cNvSpPr>
          <p:nvPr>
            <p:ph type="body" idx="1"/>
          </p:nvPr>
        </p:nvSpPr>
        <p:spPr/>
        <p:txBody>
          <a:bodyPr/>
          <a:lstStyle/>
          <a:p>
            <a:r>
              <a:rPr lang="en-AU"/>
              <a:t>SQL Queries Part 1</a:t>
            </a:r>
          </a:p>
        </p:txBody>
      </p:sp>
    </p:spTree>
    <p:extLst>
      <p:ext uri="{BB962C8B-B14F-4D97-AF65-F5344CB8AC3E}">
        <p14:creationId xmlns:p14="http://schemas.microsoft.com/office/powerpoint/2010/main" val="136374159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97DAE-2794-2A48-B881-72AD9F2E19E6}"/>
              </a:ext>
            </a:extLst>
          </p:cNvPr>
          <p:cNvSpPr>
            <a:spLocks noGrp="1"/>
          </p:cNvSpPr>
          <p:nvPr>
            <p:ph type="title"/>
          </p:nvPr>
        </p:nvSpPr>
        <p:spPr/>
        <p:txBody>
          <a:bodyPr/>
          <a:lstStyle/>
          <a:p>
            <a:r>
              <a:rPr lang="en-AU" dirty="0"/>
              <a:t>Functions</a:t>
            </a:r>
          </a:p>
        </p:txBody>
      </p:sp>
      <p:sp>
        <p:nvSpPr>
          <p:cNvPr id="3" name="Content Placeholder 2">
            <a:extLst>
              <a:ext uri="{FF2B5EF4-FFF2-40B4-BE49-F238E27FC236}">
                <a16:creationId xmlns:a16="http://schemas.microsoft.com/office/drawing/2014/main" id="{47654F44-B3B5-5746-93E9-8536EF5C9CF8}"/>
              </a:ext>
            </a:extLst>
          </p:cNvPr>
          <p:cNvSpPr>
            <a:spLocks noGrp="1"/>
          </p:cNvSpPr>
          <p:nvPr>
            <p:ph idx="1"/>
          </p:nvPr>
        </p:nvSpPr>
        <p:spPr/>
        <p:txBody>
          <a:bodyPr>
            <a:normAutofit/>
          </a:bodyPr>
          <a:lstStyle/>
          <a:p>
            <a:r>
              <a:rPr lang="en-AU" dirty="0"/>
              <a:t>Example:</a:t>
            </a:r>
          </a:p>
          <a:p>
            <a:pPr lvl="1"/>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SELECT Sum(age) </a:t>
            </a:r>
            <a:b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br>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  FROM customers; </a:t>
            </a:r>
            <a:b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br>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    </a:t>
            </a:r>
            <a:endParaRPr lang="en-AU" dirty="0"/>
          </a:p>
          <a:p>
            <a:pPr marL="457200" lvl="1" indent="0">
              <a:buNone/>
            </a:pPr>
            <a:endPar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endParaRPr>
          </a:p>
        </p:txBody>
      </p:sp>
    </p:spTree>
    <p:extLst>
      <p:ext uri="{BB962C8B-B14F-4D97-AF65-F5344CB8AC3E}">
        <p14:creationId xmlns:p14="http://schemas.microsoft.com/office/powerpoint/2010/main" val="106839132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97DAE-2794-2A48-B881-72AD9F2E19E6}"/>
              </a:ext>
            </a:extLst>
          </p:cNvPr>
          <p:cNvSpPr>
            <a:spLocks noGrp="1"/>
          </p:cNvSpPr>
          <p:nvPr>
            <p:ph type="title"/>
          </p:nvPr>
        </p:nvSpPr>
        <p:spPr/>
        <p:txBody>
          <a:bodyPr/>
          <a:lstStyle/>
          <a:p>
            <a:r>
              <a:rPr lang="en-AU" dirty="0"/>
              <a:t>Functions</a:t>
            </a:r>
          </a:p>
        </p:txBody>
      </p:sp>
      <p:sp>
        <p:nvSpPr>
          <p:cNvPr id="3" name="Content Placeholder 2">
            <a:extLst>
              <a:ext uri="{FF2B5EF4-FFF2-40B4-BE49-F238E27FC236}">
                <a16:creationId xmlns:a16="http://schemas.microsoft.com/office/drawing/2014/main" id="{47654F44-B3B5-5746-93E9-8536EF5C9CF8}"/>
              </a:ext>
            </a:extLst>
          </p:cNvPr>
          <p:cNvSpPr>
            <a:spLocks noGrp="1"/>
          </p:cNvSpPr>
          <p:nvPr>
            <p:ph idx="1"/>
          </p:nvPr>
        </p:nvSpPr>
        <p:spPr/>
        <p:txBody>
          <a:bodyPr>
            <a:normAutofit/>
          </a:bodyPr>
          <a:lstStyle/>
          <a:p>
            <a:r>
              <a:rPr lang="en-AU" dirty="0"/>
              <a:t>Example:</a:t>
            </a:r>
          </a:p>
          <a:p>
            <a:pPr lvl="1"/>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SELECT Avg(age) </a:t>
            </a:r>
            <a:b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br>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  FROM customers; </a:t>
            </a:r>
            <a:b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br>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    </a:t>
            </a:r>
            <a:endParaRPr lang="en-AU" dirty="0"/>
          </a:p>
          <a:p>
            <a:pPr lvl="1"/>
            <a:endPar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endParaRPr>
          </a:p>
          <a:p>
            <a:pPr marL="457200" lvl="1" indent="0">
              <a:buNone/>
            </a:pPr>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
            </a:r>
            <a:b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br>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    </a:t>
            </a:r>
            <a:endParaRPr lang="en-AU" dirty="0"/>
          </a:p>
        </p:txBody>
      </p:sp>
    </p:spTree>
    <p:extLst>
      <p:ext uri="{BB962C8B-B14F-4D97-AF65-F5344CB8AC3E}">
        <p14:creationId xmlns:p14="http://schemas.microsoft.com/office/powerpoint/2010/main" val="35228961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97DAE-2794-2A48-B881-72AD9F2E19E6}"/>
              </a:ext>
            </a:extLst>
          </p:cNvPr>
          <p:cNvSpPr>
            <a:spLocks noGrp="1"/>
          </p:cNvSpPr>
          <p:nvPr>
            <p:ph type="title"/>
          </p:nvPr>
        </p:nvSpPr>
        <p:spPr/>
        <p:txBody>
          <a:bodyPr/>
          <a:lstStyle/>
          <a:p>
            <a:r>
              <a:rPr lang="en-AU" dirty="0"/>
              <a:t>Functions</a:t>
            </a:r>
          </a:p>
        </p:txBody>
      </p:sp>
      <p:sp>
        <p:nvSpPr>
          <p:cNvPr id="3" name="Content Placeholder 2">
            <a:extLst>
              <a:ext uri="{FF2B5EF4-FFF2-40B4-BE49-F238E27FC236}">
                <a16:creationId xmlns:a16="http://schemas.microsoft.com/office/drawing/2014/main" id="{47654F44-B3B5-5746-93E9-8536EF5C9CF8}"/>
              </a:ext>
            </a:extLst>
          </p:cNvPr>
          <p:cNvSpPr>
            <a:spLocks noGrp="1"/>
          </p:cNvSpPr>
          <p:nvPr>
            <p:ph idx="1"/>
          </p:nvPr>
        </p:nvSpPr>
        <p:spPr/>
        <p:txBody>
          <a:bodyPr>
            <a:normAutofit/>
          </a:bodyPr>
          <a:lstStyle/>
          <a:p>
            <a:r>
              <a:rPr lang="en-AU" dirty="0"/>
              <a:t>Example:</a:t>
            </a:r>
          </a:p>
          <a:p>
            <a:pPr lvl="1"/>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SELECT Min(age) </a:t>
            </a:r>
            <a:b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br>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  FROM customers; </a:t>
            </a:r>
            <a:b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br>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    </a:t>
            </a:r>
            <a:endParaRPr lang="en-AU" dirty="0"/>
          </a:p>
          <a:p>
            <a:pPr lvl="1"/>
            <a:endPar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endParaRPr>
          </a:p>
          <a:p>
            <a:pPr lvl="1"/>
            <a:r>
              <a:rPr lang="en-AU">
                <a:solidFill>
                  <a:schemeClr val="bg1"/>
                </a:solidFill>
                <a:latin typeface="Fira Code" panose="020B0809050000020004" pitchFamily="49" charset="0"/>
                <a:ea typeface="Fira Code" panose="020B0809050000020004" pitchFamily="49" charset="0"/>
                <a:cs typeface="Fira Code" panose="020B0809050000020004" pitchFamily="49" charset="0"/>
              </a:rPr>
              <a:t>SELECT </a:t>
            </a:r>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count(age) </a:t>
            </a:r>
            <a:b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br>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  FROM customers; </a:t>
            </a:r>
            <a:b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br>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    </a:t>
            </a:r>
            <a:endParaRPr lang="en-AU" dirty="0"/>
          </a:p>
          <a:p>
            <a:pPr marL="457200" lvl="1" indent="0">
              <a:buNone/>
            </a:pPr>
            <a:r>
              <a:rPr lang="en-AU" dirty="0">
                <a:solidFill>
                  <a:schemeClr val="bg1"/>
                </a:solidFill>
                <a:latin typeface="Fira Code" panose="020B0809050000020004" pitchFamily="49" charset="0"/>
                <a:ea typeface="Fira Code" panose="020B0809050000020004" pitchFamily="49" charset="0"/>
                <a:cs typeface="Fira Code" panose="020B0809050000020004" pitchFamily="49" charset="0"/>
              </a:rPr>
              <a:t>    </a:t>
            </a:r>
            <a:endParaRPr lang="en-AU" dirty="0"/>
          </a:p>
        </p:txBody>
      </p:sp>
    </p:spTree>
    <p:extLst>
      <p:ext uri="{BB962C8B-B14F-4D97-AF65-F5344CB8AC3E}">
        <p14:creationId xmlns:p14="http://schemas.microsoft.com/office/powerpoint/2010/main" val="42106907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Grouping</a:t>
            </a:r>
          </a:p>
        </p:txBody>
      </p:sp>
      <p:sp>
        <p:nvSpPr>
          <p:cNvPr id="3" name="Text Placeholder 2"/>
          <p:cNvSpPr>
            <a:spLocks noGrp="1"/>
          </p:cNvSpPr>
          <p:nvPr>
            <p:ph type="body" idx="1"/>
          </p:nvPr>
        </p:nvSpPr>
        <p:spPr/>
        <p:txBody>
          <a:bodyPr/>
          <a:lstStyle/>
          <a:p>
            <a:r>
              <a:rPr lang="en-AU"/>
              <a:t>SQL Queries Part 1</a:t>
            </a:r>
          </a:p>
        </p:txBody>
      </p:sp>
    </p:spTree>
    <p:extLst>
      <p:ext uri="{BB962C8B-B14F-4D97-AF65-F5344CB8AC3E}">
        <p14:creationId xmlns:p14="http://schemas.microsoft.com/office/powerpoint/2010/main" val="2091702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499892"/>
            <a:ext cx="10972800" cy="1003205"/>
          </a:xfrm>
        </p:spPr>
        <p:txBody>
          <a:bodyPr/>
          <a:lstStyle/>
          <a:p>
            <a:r>
              <a:rPr lang="en-AU"/>
              <a:t>More Select Query Basics</a:t>
            </a:r>
          </a:p>
        </p:txBody>
      </p:sp>
      <p:sp>
        <p:nvSpPr>
          <p:cNvPr id="3" name="Content Placeholder 2"/>
          <p:cNvSpPr>
            <a:spLocks noGrp="1"/>
          </p:cNvSpPr>
          <p:nvPr>
            <p:ph idx="1"/>
          </p:nvPr>
        </p:nvSpPr>
        <p:spPr>
          <a:xfrm>
            <a:off x="609600" y="1794617"/>
            <a:ext cx="10972800" cy="4563491"/>
          </a:xfrm>
        </p:spPr>
        <p:txBody>
          <a:bodyPr>
            <a:normAutofit/>
          </a:bodyPr>
          <a:lstStyle/>
          <a:p>
            <a:r>
              <a:rPr lang="en-AU"/>
              <a:t>Grouping allows for:</a:t>
            </a:r>
          </a:p>
          <a:p>
            <a:pPr lvl="1"/>
            <a:r>
              <a:rPr lang="en-AU"/>
              <a:t>Gathering related data</a:t>
            </a:r>
          </a:p>
          <a:p>
            <a:pPr lvl="1"/>
            <a:r>
              <a:rPr lang="en-AU"/>
              <a:t>Counting results</a:t>
            </a:r>
          </a:p>
          <a:p>
            <a:pPr lvl="1"/>
            <a:r>
              <a:rPr lang="en-AU"/>
              <a:t>Totalling values</a:t>
            </a:r>
          </a:p>
          <a:p>
            <a:pPr lvl="1"/>
            <a:r>
              <a:rPr lang="en-AU"/>
              <a:t>Basics Statistics</a:t>
            </a:r>
          </a:p>
          <a:p>
            <a:endParaRPr lang="en-AU"/>
          </a:p>
          <a:p>
            <a:endParaRPr lang="en-AU"/>
          </a:p>
          <a:p>
            <a:endParaRPr lang="en-AU"/>
          </a:p>
        </p:txBody>
      </p:sp>
    </p:spTree>
    <p:extLst>
      <p:ext uri="{BB962C8B-B14F-4D97-AF65-F5344CB8AC3E}">
        <p14:creationId xmlns:p14="http://schemas.microsoft.com/office/powerpoint/2010/main" val="157717003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97DAE-2794-2A48-B881-72AD9F2E19E6}"/>
              </a:ext>
            </a:extLst>
          </p:cNvPr>
          <p:cNvSpPr>
            <a:spLocks noGrp="1"/>
          </p:cNvSpPr>
          <p:nvPr>
            <p:ph type="title"/>
          </p:nvPr>
        </p:nvSpPr>
        <p:spPr>
          <a:xfrm>
            <a:off x="609600" y="499892"/>
            <a:ext cx="10972800" cy="1003205"/>
          </a:xfrm>
        </p:spPr>
        <p:txBody>
          <a:bodyPr/>
          <a:lstStyle/>
          <a:p>
            <a:r>
              <a:rPr lang="en-AU"/>
              <a:t>Grouping Results</a:t>
            </a:r>
          </a:p>
        </p:txBody>
      </p:sp>
      <p:sp>
        <p:nvSpPr>
          <p:cNvPr id="3" name="Content Placeholder 2">
            <a:extLst>
              <a:ext uri="{FF2B5EF4-FFF2-40B4-BE49-F238E27FC236}">
                <a16:creationId xmlns:a16="http://schemas.microsoft.com/office/drawing/2014/main" id="{47654F44-B3B5-5746-93E9-8536EF5C9CF8}"/>
              </a:ext>
            </a:extLst>
          </p:cNvPr>
          <p:cNvSpPr>
            <a:spLocks noGrp="1"/>
          </p:cNvSpPr>
          <p:nvPr>
            <p:ph idx="1"/>
          </p:nvPr>
        </p:nvSpPr>
        <p:spPr>
          <a:xfrm>
            <a:off x="609600" y="1794617"/>
            <a:ext cx="10972800" cy="4563491"/>
          </a:xfrm>
        </p:spPr>
        <p:txBody>
          <a:bodyPr vert="horz" lIns="91440" tIns="45720" rIns="91440" bIns="45720" rtlCol="0" anchor="t">
            <a:normAutofit fontScale="92500" lnSpcReduction="20000"/>
          </a:bodyPr>
          <a:lstStyle/>
          <a:p>
            <a:r>
              <a:rPr lang="en-AU" dirty="0"/>
              <a:t>Examples follow using sample location data:</a:t>
            </a:r>
          </a:p>
          <a:p>
            <a:pPr lvl="1"/>
            <a:r>
              <a:rPr lang="en-AU" dirty="0"/>
              <a:t>ID</a:t>
            </a:r>
          </a:p>
          <a:p>
            <a:pPr lvl="1"/>
            <a:r>
              <a:rPr lang="en-AU" dirty="0"/>
              <a:t>Location Name</a:t>
            </a:r>
          </a:p>
          <a:p>
            <a:pPr lvl="1"/>
            <a:r>
              <a:rPr lang="en-AU" dirty="0"/>
              <a:t>Population</a:t>
            </a:r>
          </a:p>
          <a:p>
            <a:pPr lvl="1"/>
            <a:r>
              <a:rPr lang="en-AU" dirty="0"/>
              <a:t>Country Code (2 letter)</a:t>
            </a:r>
            <a:br>
              <a:rPr lang="en-AU" dirty="0"/>
            </a:br>
            <a:endParaRPr lang="en-AU" dirty="0"/>
          </a:p>
          <a:p>
            <a:r>
              <a:rPr lang="en-AU" dirty="0"/>
              <a:t>Table definition:</a:t>
            </a:r>
          </a:p>
          <a:p>
            <a:pPr lvl="1"/>
            <a:r>
              <a:rPr lang="en-AU" sz="2000" dirty="0">
                <a:solidFill>
                  <a:srgbClr val="92D050"/>
                </a:solidFill>
                <a:latin typeface="Fira Code"/>
                <a:ea typeface="Fira Code"/>
                <a:cs typeface="Fira Code"/>
              </a:rPr>
              <a:t>Drop table locations if exists;</a:t>
            </a:r>
          </a:p>
          <a:p>
            <a:pPr lvl="1"/>
            <a:r>
              <a:rPr lang="en-AU" sz="2000" dirty="0">
                <a:solidFill>
                  <a:srgbClr val="92D050"/>
                </a:solidFill>
                <a:latin typeface="Fira Code"/>
                <a:ea typeface="Fira Code"/>
                <a:cs typeface="Fira Code"/>
              </a:rPr>
              <a:t>CREATE TABLE </a:t>
            </a:r>
            <a:r>
              <a:rPr lang="en-AU" sz="2000" dirty="0">
                <a:solidFill>
                  <a:srgbClr val="FFC000"/>
                </a:solidFill>
                <a:latin typeface="Fira Code"/>
                <a:ea typeface="Fira Code"/>
                <a:cs typeface="Fira Code"/>
              </a:rPr>
              <a:t>locations</a:t>
            </a:r>
            <a:r>
              <a:rPr lang="en-AU" sz="2000" dirty="0">
                <a:solidFill>
                  <a:srgbClr val="92D050"/>
                </a:solidFill>
                <a:latin typeface="Fira Code"/>
                <a:ea typeface="Fira Code"/>
                <a:cs typeface="Fira Code"/>
              </a:rPr>
              <a:t>(</a:t>
            </a:r>
            <a:r>
              <a:rPr lang="en-AU" sz="2000" dirty="0">
                <a:latin typeface="Fira Code" panose="020B0809050000020004" pitchFamily="49" charset="0"/>
                <a:ea typeface="Fira Code" panose="020B0809050000020004" pitchFamily="49" charset="0"/>
                <a:cs typeface="Fira Code" panose="020B0809050000020004" pitchFamily="49" charset="0"/>
              </a:rPr>
              <a:t/>
            </a:r>
            <a:br>
              <a:rPr lang="en-AU" sz="2000" dirty="0">
                <a:latin typeface="Fira Code" panose="020B0809050000020004" pitchFamily="49" charset="0"/>
                <a:ea typeface="Fira Code" panose="020B0809050000020004" pitchFamily="49" charset="0"/>
                <a:cs typeface="Fira Code" panose="020B0809050000020004" pitchFamily="49" charset="0"/>
              </a:rPr>
            </a:br>
            <a:r>
              <a:rPr lang="en-AU" sz="2000" dirty="0">
                <a:solidFill>
                  <a:srgbClr val="92D050"/>
                </a:solidFill>
                <a:latin typeface="Fira Code"/>
                <a:ea typeface="Fira Code"/>
                <a:cs typeface="Fira Code"/>
              </a:rPr>
              <a:t>    </a:t>
            </a:r>
            <a:r>
              <a:rPr lang="en-AU" sz="2000" dirty="0">
                <a:solidFill>
                  <a:srgbClr val="FFC000"/>
                </a:solidFill>
                <a:latin typeface="Fira Code"/>
                <a:ea typeface="Fira Code"/>
                <a:cs typeface="Fira Code"/>
              </a:rPr>
              <a:t>id</a:t>
            </a:r>
            <a:r>
              <a:rPr lang="en-AU" sz="2000" dirty="0">
                <a:solidFill>
                  <a:srgbClr val="92D050"/>
                </a:solidFill>
                <a:latin typeface="Fira Code"/>
                <a:ea typeface="Fira Code"/>
                <a:cs typeface="Fira Code"/>
              </a:rPr>
              <a:t> BIGINT UNSIGNED PRIMARY KEY,</a:t>
            </a:r>
            <a:r>
              <a:rPr lang="en-AU" sz="2000" dirty="0">
                <a:latin typeface="Fira Code" panose="020B0809050000020004" pitchFamily="49" charset="0"/>
                <a:ea typeface="Fira Code" panose="020B0809050000020004" pitchFamily="49" charset="0"/>
                <a:cs typeface="Fira Code" panose="020B0809050000020004" pitchFamily="49" charset="0"/>
              </a:rPr>
              <a:t/>
            </a:r>
            <a:br>
              <a:rPr lang="en-AU" sz="2000" dirty="0">
                <a:latin typeface="Fira Code" panose="020B0809050000020004" pitchFamily="49" charset="0"/>
                <a:ea typeface="Fira Code" panose="020B0809050000020004" pitchFamily="49" charset="0"/>
                <a:cs typeface="Fira Code" panose="020B0809050000020004" pitchFamily="49" charset="0"/>
              </a:rPr>
            </a:br>
            <a:r>
              <a:rPr lang="en-AU" sz="2000" dirty="0">
                <a:solidFill>
                  <a:srgbClr val="92D050"/>
                </a:solidFill>
                <a:latin typeface="Fira Code"/>
                <a:ea typeface="Fira Code"/>
                <a:cs typeface="Fira Code"/>
              </a:rPr>
              <a:t>    </a:t>
            </a:r>
            <a:r>
              <a:rPr lang="en-AU" sz="2000" dirty="0">
                <a:solidFill>
                  <a:srgbClr val="FFC000"/>
                </a:solidFill>
                <a:latin typeface="Fira Code"/>
                <a:ea typeface="Fira Code"/>
                <a:cs typeface="Fira Code"/>
              </a:rPr>
              <a:t>name</a:t>
            </a:r>
            <a:r>
              <a:rPr lang="en-AU" sz="2000" dirty="0">
                <a:solidFill>
                  <a:srgbClr val="92D050"/>
                </a:solidFill>
                <a:latin typeface="Fira Code"/>
                <a:ea typeface="Fira Code"/>
                <a:cs typeface="Fira Code"/>
              </a:rPr>
              <a:t> VARCHAR(</a:t>
            </a:r>
            <a:r>
              <a:rPr lang="en-AU" sz="2000" dirty="0">
                <a:solidFill>
                  <a:srgbClr val="FFC000"/>
                </a:solidFill>
                <a:latin typeface="Fira Code"/>
                <a:ea typeface="Fira Code"/>
                <a:cs typeface="Fira Code"/>
              </a:rPr>
              <a:t>255</a:t>
            </a:r>
            <a:r>
              <a:rPr lang="en-AU" sz="2000" dirty="0">
                <a:solidFill>
                  <a:srgbClr val="92D050"/>
                </a:solidFill>
                <a:latin typeface="Fira Code"/>
                <a:ea typeface="Fira Code"/>
                <a:cs typeface="Fira Code"/>
              </a:rPr>
              <a:t>) NOT NULL DEFAULT “</a:t>
            </a:r>
            <a:r>
              <a:rPr lang="en-AU" sz="2000" dirty="0">
                <a:solidFill>
                  <a:srgbClr val="FFC000"/>
                </a:solidFill>
                <a:latin typeface="Fira Code"/>
                <a:ea typeface="Fira Code"/>
                <a:cs typeface="Fira Code"/>
              </a:rPr>
              <a:t>--ERROR--</a:t>
            </a:r>
            <a:r>
              <a:rPr lang="en-AU" sz="2000" dirty="0">
                <a:solidFill>
                  <a:srgbClr val="92D050"/>
                </a:solidFill>
                <a:latin typeface="Fira Code"/>
                <a:ea typeface="Fira Code"/>
                <a:cs typeface="Fira Code"/>
              </a:rPr>
              <a:t>”,</a:t>
            </a:r>
            <a:r>
              <a:rPr lang="en-AU" sz="2000" dirty="0">
                <a:latin typeface="Fira Code" panose="020B0809050000020004" pitchFamily="49" charset="0"/>
                <a:ea typeface="Fira Code" panose="020B0809050000020004" pitchFamily="49" charset="0"/>
                <a:cs typeface="Fira Code" panose="020B0809050000020004" pitchFamily="49" charset="0"/>
              </a:rPr>
              <a:t/>
            </a:r>
            <a:br>
              <a:rPr lang="en-AU" sz="2000" dirty="0">
                <a:latin typeface="Fira Code" panose="020B0809050000020004" pitchFamily="49" charset="0"/>
                <a:ea typeface="Fira Code" panose="020B0809050000020004" pitchFamily="49" charset="0"/>
                <a:cs typeface="Fira Code" panose="020B0809050000020004" pitchFamily="49" charset="0"/>
              </a:rPr>
            </a:br>
            <a:r>
              <a:rPr lang="en-AU" sz="2000" dirty="0">
                <a:solidFill>
                  <a:srgbClr val="92D050"/>
                </a:solidFill>
                <a:latin typeface="Fira Code"/>
                <a:ea typeface="Fira Code"/>
                <a:cs typeface="Fira Code"/>
              </a:rPr>
              <a:t>    </a:t>
            </a:r>
            <a:r>
              <a:rPr lang="en-AU" sz="2000" dirty="0" err="1">
                <a:solidFill>
                  <a:srgbClr val="FFC000"/>
                </a:solidFill>
                <a:latin typeface="Fira Code"/>
                <a:ea typeface="Fira Code"/>
                <a:cs typeface="Fira Code"/>
              </a:rPr>
              <a:t>country_code</a:t>
            </a:r>
            <a:r>
              <a:rPr lang="en-AU" sz="2000" dirty="0">
                <a:solidFill>
                  <a:srgbClr val="FFC000"/>
                </a:solidFill>
                <a:latin typeface="Fira Code"/>
                <a:ea typeface="Fira Code"/>
                <a:cs typeface="Fira Code"/>
              </a:rPr>
              <a:t> </a:t>
            </a:r>
            <a:r>
              <a:rPr lang="en-AU" sz="2000" dirty="0">
                <a:solidFill>
                  <a:srgbClr val="92D050"/>
                </a:solidFill>
                <a:latin typeface="Fira Code"/>
                <a:ea typeface="Fira Code"/>
                <a:cs typeface="Fira Code"/>
              </a:rPr>
              <a:t>CHAR(</a:t>
            </a:r>
            <a:r>
              <a:rPr lang="en-AU" sz="2000" dirty="0">
                <a:solidFill>
                  <a:srgbClr val="FFC000"/>
                </a:solidFill>
                <a:latin typeface="Fira Code"/>
                <a:ea typeface="Fira Code"/>
                <a:cs typeface="Fira Code"/>
              </a:rPr>
              <a:t>2</a:t>
            </a:r>
            <a:r>
              <a:rPr lang="en-AU" sz="2000" dirty="0">
                <a:solidFill>
                  <a:srgbClr val="92D050"/>
                </a:solidFill>
                <a:latin typeface="Fira Code"/>
                <a:ea typeface="Fira Code"/>
                <a:cs typeface="Fira Code"/>
              </a:rPr>
              <a:t>) NOT NULL DEFAULT “</a:t>
            </a:r>
            <a:r>
              <a:rPr lang="en-AU" sz="2000" dirty="0">
                <a:solidFill>
                  <a:srgbClr val="FFC000"/>
                </a:solidFill>
                <a:latin typeface="Fira Code"/>
                <a:ea typeface="Fira Code"/>
                <a:cs typeface="Fira Code"/>
              </a:rPr>
              <a:t>--</a:t>
            </a:r>
            <a:r>
              <a:rPr lang="en-AU" sz="2000" dirty="0">
                <a:solidFill>
                  <a:srgbClr val="92D050"/>
                </a:solidFill>
                <a:latin typeface="Fira Code"/>
                <a:ea typeface="Fira Code"/>
                <a:cs typeface="Fira Code"/>
              </a:rPr>
              <a:t>”,</a:t>
            </a:r>
          </a:p>
          <a:p>
            <a:pPr marL="457200" lvl="1" indent="0">
              <a:buNone/>
            </a:pPr>
            <a:r>
              <a:rPr lang="en-AU" sz="2000" dirty="0">
                <a:solidFill>
                  <a:srgbClr val="FFC000"/>
                </a:solidFill>
                <a:ea typeface="+mn-lt"/>
                <a:cs typeface="+mn-lt"/>
              </a:rPr>
              <a:t>             population</a:t>
            </a:r>
            <a:r>
              <a:rPr lang="en-AU" sz="2000" dirty="0">
                <a:solidFill>
                  <a:srgbClr val="92D050"/>
                </a:solidFill>
                <a:ea typeface="+mn-lt"/>
                <a:cs typeface="+mn-lt"/>
              </a:rPr>
              <a:t> BIGINT DEFAULT </a:t>
            </a:r>
            <a:r>
              <a:rPr lang="en-AU" sz="2000" dirty="0">
                <a:solidFill>
                  <a:srgbClr val="FFC000"/>
                </a:solidFill>
                <a:ea typeface="+mn-lt"/>
                <a:cs typeface="+mn-lt"/>
              </a:rPr>
              <a:t>-1</a:t>
            </a:r>
            <a:r>
              <a:rPr lang="en-AU" sz="2000" dirty="0">
                <a:solidFill>
                  <a:srgbClr val="92D050"/>
                </a:solidFill>
                <a:latin typeface="Fira Code"/>
                <a:ea typeface="Fira Code"/>
                <a:cs typeface="Fira Code"/>
              </a:rPr>
              <a:t>);</a:t>
            </a:r>
            <a:endParaRPr lang="en-AU" dirty="0">
              <a:cs typeface="Arial"/>
            </a:endParaRPr>
          </a:p>
        </p:txBody>
      </p:sp>
      <p:sp>
        <p:nvSpPr>
          <p:cNvPr id="7" name="TextBox 6">
            <a:extLst>
              <a:ext uri="{FF2B5EF4-FFF2-40B4-BE49-F238E27FC236}">
                <a16:creationId xmlns:a16="http://schemas.microsoft.com/office/drawing/2014/main" id="{0DF561A9-2CEB-8D4D-BD38-A0C4054C9415}"/>
              </a:ext>
            </a:extLst>
          </p:cNvPr>
          <p:cNvSpPr txBox="1"/>
          <p:nvPr/>
        </p:nvSpPr>
        <p:spPr>
          <a:xfrm>
            <a:off x="8967831" y="3309739"/>
            <a:ext cx="2614569" cy="1532334"/>
          </a:xfrm>
          <a:prstGeom prst="flowChartAlternateProcess">
            <a:avLst/>
          </a:prstGeom>
          <a:solidFill>
            <a:schemeClr val="accent2">
              <a:lumMod val="50000"/>
            </a:schemeClr>
          </a:solidFill>
        </p:spPr>
        <p:style>
          <a:lnRef idx="3">
            <a:schemeClr val="lt1"/>
          </a:lnRef>
          <a:fillRef idx="1">
            <a:schemeClr val="accent2"/>
          </a:fillRef>
          <a:effectRef idx="1">
            <a:schemeClr val="accent2"/>
          </a:effectRef>
          <a:fontRef idx="minor">
            <a:schemeClr val="lt1"/>
          </a:fontRef>
        </p:style>
        <p:txBody>
          <a:bodyPr wrap="square" rtlCol="0">
            <a:spAutoFit/>
          </a:bodyPr>
          <a:lstStyle/>
          <a:p>
            <a:pPr algn="ctr"/>
            <a:r>
              <a:rPr lang="en-AU" sz="1400"/>
              <a:t>Do </a:t>
            </a:r>
            <a:r>
              <a:rPr lang="en-AU" sz="1400" b="1"/>
              <a:t>not</a:t>
            </a:r>
            <a:r>
              <a:rPr lang="en-AU" sz="1400"/>
              <a:t> type the code up from this and the</a:t>
            </a:r>
          </a:p>
          <a:p>
            <a:pPr algn="ctr"/>
            <a:r>
              <a:rPr lang="en-AU" sz="1400"/>
              <a:t>next four pages… </a:t>
            </a:r>
            <a:br>
              <a:rPr lang="en-AU" sz="1400"/>
            </a:br>
            <a:r>
              <a:rPr lang="en-AU" sz="1400"/>
              <a:t/>
            </a:r>
            <a:br>
              <a:rPr lang="en-AU" sz="1400"/>
            </a:br>
            <a:r>
              <a:rPr lang="en-AU" sz="1400"/>
              <a:t>It is provided later in the presentation!</a:t>
            </a:r>
          </a:p>
        </p:txBody>
      </p:sp>
    </p:spTree>
    <p:extLst>
      <p:ext uri="{BB962C8B-B14F-4D97-AF65-F5344CB8AC3E}">
        <p14:creationId xmlns:p14="http://schemas.microsoft.com/office/powerpoint/2010/main" val="178916491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97DAE-2794-2A48-B881-72AD9F2E19E6}"/>
              </a:ext>
            </a:extLst>
          </p:cNvPr>
          <p:cNvSpPr>
            <a:spLocks noGrp="1"/>
          </p:cNvSpPr>
          <p:nvPr>
            <p:ph type="title"/>
          </p:nvPr>
        </p:nvSpPr>
        <p:spPr>
          <a:xfrm>
            <a:off x="609600" y="499892"/>
            <a:ext cx="10972800" cy="1003205"/>
          </a:xfrm>
        </p:spPr>
        <p:txBody>
          <a:bodyPr/>
          <a:lstStyle/>
          <a:p>
            <a:r>
              <a:rPr lang="en-AU"/>
              <a:t>Grouping Results</a:t>
            </a:r>
          </a:p>
        </p:txBody>
      </p:sp>
      <p:sp>
        <p:nvSpPr>
          <p:cNvPr id="3" name="Content Placeholder 2">
            <a:extLst>
              <a:ext uri="{FF2B5EF4-FFF2-40B4-BE49-F238E27FC236}">
                <a16:creationId xmlns:a16="http://schemas.microsoft.com/office/drawing/2014/main" id="{47654F44-B3B5-5746-93E9-8536EF5C9CF8}"/>
              </a:ext>
            </a:extLst>
          </p:cNvPr>
          <p:cNvSpPr>
            <a:spLocks noGrp="1"/>
          </p:cNvSpPr>
          <p:nvPr>
            <p:ph idx="1"/>
          </p:nvPr>
        </p:nvSpPr>
        <p:spPr>
          <a:xfrm>
            <a:off x="609600" y="1503097"/>
            <a:ext cx="10972800" cy="4564063"/>
          </a:xfrm>
        </p:spPr>
        <p:txBody>
          <a:bodyPr numCol="1">
            <a:noAutofit/>
          </a:bodyPr>
          <a:lstStyle/>
          <a:p>
            <a:pPr marL="0" indent="0">
              <a:buNone/>
            </a:pPr>
            <a:r>
              <a:rPr lang="en-AU" sz="2200">
                <a:solidFill>
                  <a:srgbClr val="92D050"/>
                </a:solidFill>
                <a:latin typeface="Fira Code" panose="020B0809050000020004" pitchFamily="49" charset="0"/>
                <a:ea typeface="Fira Code" panose="020B0809050000020004" pitchFamily="49" charset="0"/>
                <a:cs typeface="Fira Code" panose="020B0809050000020004" pitchFamily="49" charset="0"/>
              </a:rPr>
              <a:t>INSERT INTO locations(id, name, </a:t>
            </a:r>
            <a:r>
              <a:rPr lang="en-AU" sz="2200" err="1">
                <a:solidFill>
                  <a:srgbClr val="92D050"/>
                </a:solidFill>
                <a:latin typeface="Fira Code" panose="020B0809050000020004" pitchFamily="49" charset="0"/>
                <a:ea typeface="Fira Code" panose="020B0809050000020004" pitchFamily="49" charset="0"/>
                <a:cs typeface="Fira Code" panose="020B0809050000020004" pitchFamily="49" charset="0"/>
              </a:rPr>
              <a:t>country_code</a:t>
            </a:r>
            <a:r>
              <a:rPr lang="en-AU" sz="2200">
                <a:solidFill>
                  <a:srgbClr val="92D050"/>
                </a:solidFill>
                <a:latin typeface="Fira Code" panose="020B0809050000020004" pitchFamily="49" charset="0"/>
                <a:ea typeface="Fira Code" panose="020B0809050000020004" pitchFamily="49" charset="0"/>
                <a:cs typeface="Fira Code" panose="020B0809050000020004" pitchFamily="49" charset="0"/>
              </a:rPr>
              <a:t>, population) VALUES</a:t>
            </a:r>
          </a:p>
          <a:p>
            <a:pPr marL="0" indent="0">
              <a:buNone/>
            </a:pPr>
            <a:r>
              <a:rPr lang="en-AU" sz="2200">
                <a:solidFill>
                  <a:srgbClr val="92D050"/>
                </a:solidFill>
                <a:latin typeface="Fira Code" panose="020B0809050000020004" pitchFamily="49" charset="0"/>
                <a:ea typeface="Fira Code" panose="020B0809050000020004" pitchFamily="49" charset="0"/>
                <a:cs typeface="Fira Code" panose="020B0809050000020004" pitchFamily="49" charset="0"/>
              </a:rPr>
              <a:t>    (1, "Palikir - National Government </a:t>
            </a:r>
            <a:r>
              <a:rPr lang="en-AU" sz="2200" err="1">
                <a:solidFill>
                  <a:srgbClr val="92D050"/>
                </a:solidFill>
                <a:latin typeface="Fira Code" panose="020B0809050000020004" pitchFamily="49" charset="0"/>
                <a:ea typeface="Fira Code" panose="020B0809050000020004" pitchFamily="49" charset="0"/>
                <a:cs typeface="Fira Code" panose="020B0809050000020004" pitchFamily="49" charset="0"/>
              </a:rPr>
              <a:t>Center</a:t>
            </a:r>
            <a:r>
              <a:rPr lang="en-AU" sz="2200">
                <a:solidFill>
                  <a:srgbClr val="92D050"/>
                </a:solidFill>
                <a:latin typeface="Fira Code" panose="020B0809050000020004" pitchFamily="49" charset="0"/>
                <a:ea typeface="Fira Code" panose="020B0809050000020004" pitchFamily="49" charset="0"/>
                <a:cs typeface="Fira Code" panose="020B0809050000020004" pitchFamily="49" charset="0"/>
              </a:rPr>
              <a:t>", 'FM', 0),</a:t>
            </a:r>
          </a:p>
          <a:p>
            <a:pPr marL="0" indent="0">
              <a:buNone/>
            </a:pPr>
            <a:r>
              <a:rPr lang="en-AU" sz="2200">
                <a:solidFill>
                  <a:srgbClr val="92D050"/>
                </a:solidFill>
                <a:latin typeface="Fira Code" panose="020B0809050000020004" pitchFamily="49" charset="0"/>
                <a:ea typeface="Fira Code" panose="020B0809050000020004" pitchFamily="49" charset="0"/>
                <a:cs typeface="Fira Code" panose="020B0809050000020004" pitchFamily="49" charset="0"/>
              </a:rPr>
              <a:t>    (2, "Burg </a:t>
            </a:r>
            <a:r>
              <a:rPr lang="en-AU" sz="2200" err="1">
                <a:solidFill>
                  <a:srgbClr val="92D050"/>
                </a:solidFill>
                <a:latin typeface="Fira Code" panose="020B0809050000020004" pitchFamily="49" charset="0"/>
                <a:ea typeface="Fira Code" panose="020B0809050000020004" pitchFamily="49" charset="0"/>
                <a:cs typeface="Fira Code" panose="020B0809050000020004" pitchFamily="49" charset="0"/>
              </a:rPr>
              <a:t>Unter-Falkenstein</a:t>
            </a:r>
            <a:r>
              <a:rPr lang="en-AU" sz="2200">
                <a:solidFill>
                  <a:srgbClr val="92D050"/>
                </a:solidFill>
                <a:latin typeface="Fira Code" panose="020B0809050000020004" pitchFamily="49" charset="0"/>
                <a:ea typeface="Fira Code" panose="020B0809050000020004" pitchFamily="49" charset="0"/>
                <a:cs typeface="Fira Code" panose="020B0809050000020004" pitchFamily="49" charset="0"/>
              </a:rPr>
              <a:t>", 'DE', 0),</a:t>
            </a:r>
          </a:p>
          <a:p>
            <a:pPr marL="0" indent="0">
              <a:buNone/>
            </a:pPr>
            <a:r>
              <a:rPr lang="en-AU" sz="2200">
                <a:solidFill>
                  <a:srgbClr val="92D050"/>
                </a:solidFill>
                <a:latin typeface="Fira Code" panose="020B0809050000020004" pitchFamily="49" charset="0"/>
                <a:ea typeface="Fira Code" panose="020B0809050000020004" pitchFamily="49" charset="0"/>
                <a:cs typeface="Fira Code" panose="020B0809050000020004" pitchFamily="49" charset="0"/>
              </a:rPr>
              <a:t>    (3, "Guam Government House", 'GU', 0),</a:t>
            </a:r>
          </a:p>
          <a:p>
            <a:pPr marL="0" indent="0">
              <a:buNone/>
            </a:pPr>
            <a:r>
              <a:rPr lang="en-AU" sz="2200">
                <a:solidFill>
                  <a:srgbClr val="92D050"/>
                </a:solidFill>
                <a:latin typeface="Fira Code" panose="020B0809050000020004" pitchFamily="49" charset="0"/>
                <a:ea typeface="Fira Code" panose="020B0809050000020004" pitchFamily="49" charset="0"/>
                <a:cs typeface="Fira Code" panose="020B0809050000020004" pitchFamily="49" charset="0"/>
              </a:rPr>
              <a:t>    (4, "bishopric of Perugia", 'IT', 0), </a:t>
            </a:r>
          </a:p>
          <a:p>
            <a:pPr marL="0" indent="0">
              <a:buNone/>
            </a:pPr>
            <a:r>
              <a:rPr lang="en-AU" sz="2200">
                <a:solidFill>
                  <a:srgbClr val="92D050"/>
                </a:solidFill>
                <a:latin typeface="Fira Code" panose="020B0809050000020004" pitchFamily="49" charset="0"/>
                <a:ea typeface="Fira Code" panose="020B0809050000020004" pitchFamily="49" charset="0"/>
                <a:cs typeface="Fira Code" panose="020B0809050000020004" pitchFamily="49" charset="0"/>
              </a:rPr>
              <a:t>    (5, "Linton Military Camp", 'NZ', 0), </a:t>
            </a:r>
          </a:p>
          <a:p>
            <a:pPr marL="0" indent="0">
              <a:buNone/>
            </a:pPr>
            <a:r>
              <a:rPr lang="en-AU" sz="2200">
                <a:solidFill>
                  <a:srgbClr val="92D050"/>
                </a:solidFill>
                <a:latin typeface="Fira Code" panose="020B0809050000020004" pitchFamily="49" charset="0"/>
                <a:ea typeface="Fira Code" panose="020B0809050000020004" pitchFamily="49" charset="0"/>
                <a:cs typeface="Fira Code" panose="020B0809050000020004" pitchFamily="49" charset="0"/>
              </a:rPr>
              <a:t>    (6, "Chasse Royale", 'BE', 0),</a:t>
            </a:r>
          </a:p>
          <a:p>
            <a:pPr marL="0" indent="0">
              <a:buNone/>
            </a:pPr>
            <a:r>
              <a:rPr lang="en-AU" sz="2200">
                <a:solidFill>
                  <a:srgbClr val="92D050"/>
                </a:solidFill>
                <a:latin typeface="Fira Code" panose="020B0809050000020004" pitchFamily="49" charset="0"/>
                <a:ea typeface="Fira Code" panose="020B0809050000020004" pitchFamily="49" charset="0"/>
                <a:cs typeface="Fira Code" panose="020B0809050000020004" pitchFamily="49" charset="0"/>
              </a:rPr>
              <a:t>    (7, "</a:t>
            </a:r>
            <a:r>
              <a:rPr lang="en-AU" sz="2200" err="1">
                <a:solidFill>
                  <a:srgbClr val="92D050"/>
                </a:solidFill>
                <a:latin typeface="Fira Code" panose="020B0809050000020004" pitchFamily="49" charset="0"/>
                <a:ea typeface="Fira Code" panose="020B0809050000020004" pitchFamily="49" charset="0"/>
                <a:cs typeface="Fira Code" panose="020B0809050000020004" pitchFamily="49" charset="0"/>
              </a:rPr>
              <a:t>Haselbachtal</a:t>
            </a:r>
            <a:r>
              <a:rPr lang="en-AU" sz="2200">
                <a:solidFill>
                  <a:srgbClr val="92D050"/>
                </a:solidFill>
                <a:latin typeface="Fira Code" panose="020B0809050000020004" pitchFamily="49" charset="0"/>
                <a:ea typeface="Fira Code" panose="020B0809050000020004" pitchFamily="49" charset="0"/>
                <a:cs typeface="Fira Code" panose="020B0809050000020004" pitchFamily="49" charset="0"/>
              </a:rPr>
              <a:t>", 'DE', 0),</a:t>
            </a:r>
          </a:p>
          <a:p>
            <a:pPr marL="0" indent="0">
              <a:buNone/>
            </a:pPr>
            <a:r>
              <a:rPr lang="en-AU" sz="2200">
                <a:solidFill>
                  <a:srgbClr val="92D050"/>
                </a:solidFill>
                <a:latin typeface="Fira Code" panose="020B0809050000020004" pitchFamily="49" charset="0"/>
                <a:ea typeface="Fira Code" panose="020B0809050000020004" pitchFamily="49" charset="0"/>
                <a:cs typeface="Fira Code" panose="020B0809050000020004" pitchFamily="49" charset="0"/>
              </a:rPr>
              <a:t>    (8, "RMI Capitol", 'MH', 0), </a:t>
            </a:r>
          </a:p>
          <a:p>
            <a:pPr marL="0" indent="0">
              <a:buNone/>
            </a:pPr>
            <a:r>
              <a:rPr lang="en-AU" sz="2200">
                <a:solidFill>
                  <a:srgbClr val="92D050"/>
                </a:solidFill>
                <a:latin typeface="Fira Code" panose="020B0809050000020004" pitchFamily="49" charset="0"/>
                <a:ea typeface="Fira Code" panose="020B0809050000020004" pitchFamily="49" charset="0"/>
                <a:cs typeface="Fira Code" panose="020B0809050000020004" pitchFamily="49" charset="0"/>
              </a:rPr>
              <a:t>    (9, "Ngerulmud", 'PW', 0),</a:t>
            </a:r>
          </a:p>
          <a:p>
            <a:pPr marL="0" indent="0">
              <a:buNone/>
            </a:pPr>
            <a:r>
              <a:rPr lang="en-AU" sz="2200">
                <a:solidFill>
                  <a:srgbClr val="92D050"/>
                </a:solidFill>
                <a:latin typeface="Fira Code" panose="020B0809050000020004" pitchFamily="49" charset="0"/>
                <a:ea typeface="Fira Code" panose="020B0809050000020004" pitchFamily="49" charset="0"/>
                <a:cs typeface="Fira Code" panose="020B0809050000020004" pitchFamily="49" charset="0"/>
              </a:rPr>
              <a:t>    (10, "</a:t>
            </a:r>
            <a:r>
              <a:rPr lang="en-AU" sz="2200" err="1">
                <a:solidFill>
                  <a:srgbClr val="92D050"/>
                </a:solidFill>
                <a:latin typeface="Fira Code" panose="020B0809050000020004" pitchFamily="49" charset="0"/>
                <a:ea typeface="Fira Code" panose="020B0809050000020004" pitchFamily="49" charset="0"/>
                <a:cs typeface="Fira Code" panose="020B0809050000020004" pitchFamily="49" charset="0"/>
              </a:rPr>
              <a:t>Riverlea</a:t>
            </a:r>
            <a:r>
              <a:rPr lang="en-AU" sz="2200">
                <a:solidFill>
                  <a:srgbClr val="92D050"/>
                </a:solidFill>
                <a:latin typeface="Fira Code" panose="020B0809050000020004" pitchFamily="49" charset="0"/>
                <a:ea typeface="Fira Code" panose="020B0809050000020004" pitchFamily="49" charset="0"/>
                <a:cs typeface="Fira Code" panose="020B0809050000020004" pitchFamily="49" charset="0"/>
              </a:rPr>
              <a:t>", 'ZA', 0);</a:t>
            </a:r>
          </a:p>
        </p:txBody>
      </p:sp>
    </p:spTree>
    <p:extLst>
      <p:ext uri="{BB962C8B-B14F-4D97-AF65-F5344CB8AC3E}">
        <p14:creationId xmlns:p14="http://schemas.microsoft.com/office/powerpoint/2010/main" val="160594148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97DAE-2794-2A48-B881-72AD9F2E19E6}"/>
              </a:ext>
            </a:extLst>
          </p:cNvPr>
          <p:cNvSpPr>
            <a:spLocks noGrp="1"/>
          </p:cNvSpPr>
          <p:nvPr>
            <p:ph type="title"/>
          </p:nvPr>
        </p:nvSpPr>
        <p:spPr>
          <a:xfrm>
            <a:off x="609600" y="499892"/>
            <a:ext cx="10972800" cy="1003205"/>
          </a:xfrm>
        </p:spPr>
        <p:txBody>
          <a:bodyPr/>
          <a:lstStyle/>
          <a:p>
            <a:r>
              <a:rPr lang="en-AU"/>
              <a:t>Grouping Results</a:t>
            </a:r>
          </a:p>
        </p:txBody>
      </p:sp>
      <p:sp>
        <p:nvSpPr>
          <p:cNvPr id="3" name="Content Placeholder 2">
            <a:extLst>
              <a:ext uri="{FF2B5EF4-FFF2-40B4-BE49-F238E27FC236}">
                <a16:creationId xmlns:a16="http://schemas.microsoft.com/office/drawing/2014/main" id="{47654F44-B3B5-5746-93E9-8536EF5C9CF8}"/>
              </a:ext>
            </a:extLst>
          </p:cNvPr>
          <p:cNvSpPr>
            <a:spLocks noGrp="1"/>
          </p:cNvSpPr>
          <p:nvPr>
            <p:ph idx="1"/>
          </p:nvPr>
        </p:nvSpPr>
        <p:spPr>
          <a:xfrm>
            <a:off x="609599" y="1793875"/>
            <a:ext cx="10972800" cy="4564063"/>
          </a:xfrm>
        </p:spPr>
        <p:txBody>
          <a:bodyPr numCol="1">
            <a:noAutofit/>
          </a:bodyPr>
          <a:lstStyle/>
          <a:p>
            <a:pPr marL="0" indent="0">
              <a:buNone/>
            </a:pPr>
            <a:r>
              <a:rPr lang="en-AU" sz="2200">
                <a:solidFill>
                  <a:srgbClr val="FFC000"/>
                </a:solidFill>
                <a:latin typeface="Fira Code" panose="020B0809050000020004" pitchFamily="49" charset="0"/>
                <a:ea typeface="Fira Code" panose="020B0809050000020004" pitchFamily="49" charset="0"/>
                <a:cs typeface="Fira Code" panose="020B0809050000020004" pitchFamily="49" charset="0"/>
              </a:rPr>
              <a:t>INSERT INTO locations(id, name, </a:t>
            </a:r>
            <a:r>
              <a:rPr lang="en-AU" sz="2200" err="1">
                <a:solidFill>
                  <a:srgbClr val="FFC000"/>
                </a:solidFill>
                <a:latin typeface="Fira Code" panose="020B0809050000020004" pitchFamily="49" charset="0"/>
                <a:ea typeface="Fira Code" panose="020B0809050000020004" pitchFamily="49" charset="0"/>
                <a:cs typeface="Fira Code" panose="020B0809050000020004" pitchFamily="49" charset="0"/>
              </a:rPr>
              <a:t>country_code</a:t>
            </a:r>
            <a:r>
              <a:rPr lang="en-AU" sz="2200">
                <a:solidFill>
                  <a:srgbClr val="FFC000"/>
                </a:solidFill>
                <a:latin typeface="Fira Code" panose="020B0809050000020004" pitchFamily="49" charset="0"/>
                <a:ea typeface="Fira Code" panose="020B0809050000020004" pitchFamily="49" charset="0"/>
                <a:cs typeface="Fira Code" panose="020B0809050000020004" pitchFamily="49" charset="0"/>
              </a:rPr>
              <a:t>, population) VALUES</a:t>
            </a:r>
          </a:p>
          <a:p>
            <a:pPr marL="0" indent="0">
              <a:buNone/>
            </a:pPr>
            <a:r>
              <a:rPr lang="en-AU" sz="2200">
                <a:solidFill>
                  <a:srgbClr val="FFC000"/>
                </a:solidFill>
                <a:latin typeface="Fira Code" panose="020B0809050000020004" pitchFamily="49" charset="0"/>
                <a:ea typeface="Fira Code" panose="020B0809050000020004" pitchFamily="49" charset="0"/>
                <a:cs typeface="Fira Code" panose="020B0809050000020004" pitchFamily="49" charset="0"/>
              </a:rPr>
              <a:t>    (11, "Plymouth", 'MS', 0),</a:t>
            </a:r>
          </a:p>
          <a:p>
            <a:pPr marL="0" indent="0">
              <a:buNone/>
            </a:pPr>
            <a:r>
              <a:rPr lang="en-AU" sz="2200">
                <a:solidFill>
                  <a:srgbClr val="FFC000"/>
                </a:solidFill>
                <a:latin typeface="Fira Code" panose="020B0809050000020004" pitchFamily="49" charset="0"/>
                <a:ea typeface="Fira Code" panose="020B0809050000020004" pitchFamily="49" charset="0"/>
                <a:cs typeface="Fira Code" panose="020B0809050000020004" pitchFamily="49" charset="0"/>
              </a:rPr>
              <a:t>    (12, "</a:t>
            </a:r>
            <a:r>
              <a:rPr lang="en-AU" sz="2200" err="1">
                <a:solidFill>
                  <a:srgbClr val="FFC000"/>
                </a:solidFill>
                <a:latin typeface="Fira Code" panose="020B0809050000020004" pitchFamily="49" charset="0"/>
                <a:ea typeface="Fira Code" panose="020B0809050000020004" pitchFamily="49" charset="0"/>
                <a:cs typeface="Fira Code" panose="020B0809050000020004" pitchFamily="49" charset="0"/>
              </a:rPr>
              <a:t>Cambebba</a:t>
            </a:r>
            <a:r>
              <a:rPr lang="en-AU" sz="2200">
                <a:solidFill>
                  <a:srgbClr val="FFC000"/>
                </a:solidFill>
                <a:latin typeface="Fira Code" panose="020B0809050000020004" pitchFamily="49" charset="0"/>
                <a:ea typeface="Fira Code" panose="020B0809050000020004" pitchFamily="49" charset="0"/>
                <a:cs typeface="Fira Code" panose="020B0809050000020004" pitchFamily="49" charset="0"/>
              </a:rPr>
              <a:t>", 'BR', 0),</a:t>
            </a:r>
          </a:p>
          <a:p>
            <a:pPr marL="0" indent="0">
              <a:buNone/>
            </a:pPr>
            <a:r>
              <a:rPr lang="en-AU" sz="2200">
                <a:solidFill>
                  <a:srgbClr val="FFC000"/>
                </a:solidFill>
                <a:latin typeface="Fira Code" panose="020B0809050000020004" pitchFamily="49" charset="0"/>
                <a:ea typeface="Fira Code" panose="020B0809050000020004" pitchFamily="49" charset="0"/>
                <a:cs typeface="Fira Code" panose="020B0809050000020004" pitchFamily="49" charset="0"/>
              </a:rPr>
              <a:t>    (13, "Grytviken", 'GS', 2),</a:t>
            </a:r>
          </a:p>
          <a:p>
            <a:pPr marL="0" indent="0">
              <a:buNone/>
            </a:pPr>
            <a:r>
              <a:rPr lang="en-AU" sz="2200">
                <a:solidFill>
                  <a:srgbClr val="FFC000"/>
                </a:solidFill>
                <a:latin typeface="Fira Code" panose="020B0809050000020004" pitchFamily="49" charset="0"/>
                <a:ea typeface="Fira Code" panose="020B0809050000020004" pitchFamily="49" charset="0"/>
                <a:cs typeface="Fira Code" panose="020B0809050000020004" pitchFamily="49" charset="0"/>
              </a:rPr>
              <a:t>    (14, "Port-aux-</a:t>
            </a:r>
            <a:r>
              <a:rPr lang="en-AU" sz="2200" err="1">
                <a:solidFill>
                  <a:srgbClr val="FFC000"/>
                </a:solidFill>
                <a:latin typeface="Fira Code" panose="020B0809050000020004" pitchFamily="49" charset="0"/>
                <a:ea typeface="Fira Code" panose="020B0809050000020004" pitchFamily="49" charset="0"/>
                <a:cs typeface="Fira Code" panose="020B0809050000020004" pitchFamily="49" charset="0"/>
              </a:rPr>
              <a:t>Francais</a:t>
            </a:r>
            <a:r>
              <a:rPr lang="en-AU" sz="2200">
                <a:solidFill>
                  <a:srgbClr val="FFC000"/>
                </a:solidFill>
                <a:latin typeface="Fira Code" panose="020B0809050000020004" pitchFamily="49" charset="0"/>
                <a:ea typeface="Fira Code" panose="020B0809050000020004" pitchFamily="49" charset="0"/>
                <a:cs typeface="Fira Code" panose="020B0809050000020004" pitchFamily="49" charset="0"/>
              </a:rPr>
              <a:t> (Port-aux-</a:t>
            </a:r>
            <a:r>
              <a:rPr lang="en-AU" sz="2200" err="1">
                <a:solidFill>
                  <a:srgbClr val="FFC000"/>
                </a:solidFill>
                <a:latin typeface="Fira Code" panose="020B0809050000020004" pitchFamily="49" charset="0"/>
                <a:ea typeface="Fira Code" panose="020B0809050000020004" pitchFamily="49" charset="0"/>
                <a:cs typeface="Fira Code" panose="020B0809050000020004" pitchFamily="49" charset="0"/>
              </a:rPr>
              <a:t>Français</a:t>
            </a:r>
            <a:r>
              <a:rPr lang="en-AU" sz="2200">
                <a:solidFill>
                  <a:srgbClr val="FFC000"/>
                </a:solidFill>
                <a:latin typeface="Fira Code" panose="020B0809050000020004" pitchFamily="49" charset="0"/>
                <a:ea typeface="Fira Code" panose="020B0809050000020004" pitchFamily="49" charset="0"/>
                <a:cs typeface="Fira Code" panose="020B0809050000020004" pitchFamily="49" charset="0"/>
              </a:rPr>
              <a:t>)", 'TF', 45),</a:t>
            </a:r>
          </a:p>
          <a:p>
            <a:pPr marL="0" indent="0">
              <a:buNone/>
            </a:pPr>
            <a:r>
              <a:rPr lang="en-AU" sz="2200">
                <a:solidFill>
                  <a:srgbClr val="FFC000"/>
                </a:solidFill>
                <a:latin typeface="Fira Code" panose="020B0809050000020004" pitchFamily="49" charset="0"/>
                <a:ea typeface="Fira Code" panose="020B0809050000020004" pitchFamily="49" charset="0"/>
                <a:cs typeface="Fira Code" panose="020B0809050000020004" pitchFamily="49" charset="0"/>
              </a:rPr>
              <a:t>    (15, "Adamstown", 'PN', 46),</a:t>
            </a:r>
          </a:p>
          <a:p>
            <a:pPr marL="0" indent="0">
              <a:buNone/>
            </a:pPr>
            <a:r>
              <a:rPr lang="en-AU" sz="2200">
                <a:solidFill>
                  <a:srgbClr val="FFC000"/>
                </a:solidFill>
                <a:latin typeface="Fira Code" panose="020B0809050000020004" pitchFamily="49" charset="0"/>
                <a:ea typeface="Fira Code" panose="020B0809050000020004" pitchFamily="49" charset="0"/>
                <a:cs typeface="Fira Code" panose="020B0809050000020004" pitchFamily="49" charset="0"/>
              </a:rPr>
              <a:t>    (16, "West Island", 'CC', 120),</a:t>
            </a:r>
          </a:p>
          <a:p>
            <a:pPr marL="0" indent="0">
              <a:buNone/>
            </a:pPr>
            <a:r>
              <a:rPr lang="en-AU" sz="2200">
                <a:solidFill>
                  <a:srgbClr val="FFC000"/>
                </a:solidFill>
                <a:latin typeface="Fira Code" panose="020B0809050000020004" pitchFamily="49" charset="0"/>
                <a:ea typeface="Fira Code" panose="020B0809050000020004" pitchFamily="49" charset="0"/>
                <a:cs typeface="Fira Code" panose="020B0809050000020004" pitchFamily="49" charset="0"/>
              </a:rPr>
              <a:t>    (17, "Flying Fish Cove", 'CX', 500),</a:t>
            </a:r>
          </a:p>
          <a:p>
            <a:pPr marL="0" indent="0">
              <a:buNone/>
            </a:pPr>
            <a:r>
              <a:rPr lang="en-AU" sz="2200">
                <a:solidFill>
                  <a:srgbClr val="FFC000"/>
                </a:solidFill>
                <a:latin typeface="Fira Code" panose="020B0809050000020004" pitchFamily="49" charset="0"/>
                <a:ea typeface="Fira Code" panose="020B0809050000020004" pitchFamily="49" charset="0"/>
                <a:cs typeface="Fira Code" panose="020B0809050000020004" pitchFamily="49" charset="0"/>
              </a:rPr>
              <a:t>    (18, "Alofi", 'NU', 624),</a:t>
            </a:r>
          </a:p>
          <a:p>
            <a:pPr marL="0" indent="0">
              <a:buNone/>
            </a:pPr>
            <a:r>
              <a:rPr lang="en-AU" sz="2200">
                <a:solidFill>
                  <a:srgbClr val="FFC000"/>
                </a:solidFill>
                <a:latin typeface="Fira Code" panose="020B0809050000020004" pitchFamily="49" charset="0"/>
                <a:ea typeface="Fira Code" panose="020B0809050000020004" pitchFamily="49" charset="0"/>
                <a:cs typeface="Fira Code" panose="020B0809050000020004" pitchFamily="49" charset="0"/>
              </a:rPr>
              <a:t>    (19, "Jamestown", 'SH', 637),</a:t>
            </a:r>
            <a:br>
              <a:rPr lang="en-AU" sz="2200">
                <a:solidFill>
                  <a:srgbClr val="FFC000"/>
                </a:solidFill>
                <a:latin typeface="Fira Code" panose="020B0809050000020004" pitchFamily="49" charset="0"/>
                <a:ea typeface="Fira Code" panose="020B0809050000020004" pitchFamily="49" charset="0"/>
                <a:cs typeface="Fira Code" panose="020B0809050000020004" pitchFamily="49" charset="0"/>
              </a:rPr>
            </a:br>
            <a:r>
              <a:rPr lang="en-AU" sz="2200">
                <a:solidFill>
                  <a:srgbClr val="FFC000"/>
                </a:solidFill>
                <a:latin typeface="Fira Code" panose="020B0809050000020004" pitchFamily="49" charset="0"/>
                <a:ea typeface="Fira Code" panose="020B0809050000020004" pitchFamily="49" charset="0"/>
                <a:cs typeface="Fira Code" panose="020B0809050000020004" pitchFamily="49" charset="0"/>
              </a:rPr>
              <a:t>    (20, "Vatican City", 'VA', 829);</a:t>
            </a:r>
          </a:p>
        </p:txBody>
      </p:sp>
    </p:spTree>
    <p:extLst>
      <p:ext uri="{BB962C8B-B14F-4D97-AF65-F5344CB8AC3E}">
        <p14:creationId xmlns:p14="http://schemas.microsoft.com/office/powerpoint/2010/main" val="274696210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97DAE-2794-2A48-B881-72AD9F2E19E6}"/>
              </a:ext>
            </a:extLst>
          </p:cNvPr>
          <p:cNvSpPr>
            <a:spLocks noGrp="1"/>
          </p:cNvSpPr>
          <p:nvPr>
            <p:ph type="title"/>
          </p:nvPr>
        </p:nvSpPr>
        <p:spPr>
          <a:xfrm>
            <a:off x="609600" y="499892"/>
            <a:ext cx="10972800" cy="1003205"/>
          </a:xfrm>
        </p:spPr>
        <p:txBody>
          <a:bodyPr/>
          <a:lstStyle/>
          <a:p>
            <a:r>
              <a:rPr lang="en-AU"/>
              <a:t>Grouping Results</a:t>
            </a:r>
          </a:p>
        </p:txBody>
      </p:sp>
      <p:sp>
        <p:nvSpPr>
          <p:cNvPr id="3" name="Content Placeholder 2">
            <a:extLst>
              <a:ext uri="{FF2B5EF4-FFF2-40B4-BE49-F238E27FC236}">
                <a16:creationId xmlns:a16="http://schemas.microsoft.com/office/drawing/2014/main" id="{47654F44-B3B5-5746-93E9-8536EF5C9CF8}"/>
              </a:ext>
            </a:extLst>
          </p:cNvPr>
          <p:cNvSpPr>
            <a:spLocks noGrp="1"/>
          </p:cNvSpPr>
          <p:nvPr>
            <p:ph idx="1"/>
          </p:nvPr>
        </p:nvSpPr>
        <p:spPr>
          <a:xfrm>
            <a:off x="609600" y="1793875"/>
            <a:ext cx="10972800" cy="4564063"/>
          </a:xfrm>
        </p:spPr>
        <p:txBody>
          <a:bodyPr numCol="1">
            <a:noAutofit/>
          </a:bodyPr>
          <a:lstStyle/>
          <a:p>
            <a:pPr marL="0" indent="0">
              <a:buNone/>
            </a:pPr>
            <a:r>
              <a:rPr lang="en-AU" sz="2200">
                <a:solidFill>
                  <a:srgbClr val="00B0F0"/>
                </a:solidFill>
                <a:latin typeface="Fira Code" panose="020B0809050000020004" pitchFamily="49" charset="0"/>
                <a:ea typeface="Fira Code" panose="020B0809050000020004" pitchFamily="49" charset="0"/>
                <a:cs typeface="Fira Code" panose="020B0809050000020004" pitchFamily="49" charset="0"/>
              </a:rPr>
              <a:t>INSERT INTO locations(id, name, </a:t>
            </a:r>
            <a:r>
              <a:rPr lang="en-AU" sz="2200" err="1">
                <a:solidFill>
                  <a:srgbClr val="00B0F0"/>
                </a:solidFill>
                <a:latin typeface="Fira Code" panose="020B0809050000020004" pitchFamily="49" charset="0"/>
                <a:ea typeface="Fira Code" panose="020B0809050000020004" pitchFamily="49" charset="0"/>
                <a:cs typeface="Fira Code" panose="020B0809050000020004" pitchFamily="49" charset="0"/>
              </a:rPr>
              <a:t>country_code</a:t>
            </a:r>
            <a:r>
              <a:rPr lang="en-AU" sz="2200">
                <a:solidFill>
                  <a:srgbClr val="00B0F0"/>
                </a:solidFill>
                <a:latin typeface="Fira Code" panose="020B0809050000020004" pitchFamily="49" charset="0"/>
                <a:ea typeface="Fira Code" panose="020B0809050000020004" pitchFamily="49" charset="0"/>
                <a:cs typeface="Fira Code" panose="020B0809050000020004" pitchFamily="49" charset="0"/>
              </a:rPr>
              <a:t>, population) VALUES</a:t>
            </a:r>
          </a:p>
          <a:p>
            <a:pPr marL="0" indent="0">
              <a:buNone/>
            </a:pPr>
            <a:r>
              <a:rPr lang="en-AU" sz="2200">
                <a:solidFill>
                  <a:srgbClr val="00B0F0"/>
                </a:solidFill>
                <a:latin typeface="Fira Code" panose="020B0809050000020004" pitchFamily="49" charset="0"/>
                <a:ea typeface="Fira Code" panose="020B0809050000020004" pitchFamily="49" charset="0"/>
                <a:cs typeface="Fira Code" panose="020B0809050000020004" pitchFamily="49" charset="0"/>
              </a:rPr>
              <a:t>    (21, "Kingston", 'NF', 880),</a:t>
            </a:r>
          </a:p>
          <a:p>
            <a:pPr marL="0" indent="0">
              <a:buNone/>
            </a:pPr>
            <a:r>
              <a:rPr lang="en-AU" sz="2200">
                <a:solidFill>
                  <a:srgbClr val="00B0F0"/>
                </a:solidFill>
                <a:latin typeface="Fira Code" panose="020B0809050000020004" pitchFamily="49" charset="0"/>
                <a:ea typeface="Fira Code" panose="020B0809050000020004" pitchFamily="49" charset="0"/>
                <a:cs typeface="Fira Code" panose="020B0809050000020004" pitchFamily="49" charset="0"/>
              </a:rPr>
              <a:t>    (22, "Amato", 'IT', 895),</a:t>
            </a:r>
          </a:p>
          <a:p>
            <a:pPr marL="0" indent="0">
              <a:buNone/>
            </a:pPr>
            <a:r>
              <a:rPr lang="en-AU" sz="2200">
                <a:solidFill>
                  <a:srgbClr val="00B0F0"/>
                </a:solidFill>
                <a:latin typeface="Fira Code" panose="020B0809050000020004" pitchFamily="49" charset="0"/>
                <a:ea typeface="Fira Code" panose="020B0809050000020004" pitchFamily="49" charset="0"/>
                <a:cs typeface="Fira Code" panose="020B0809050000020004" pitchFamily="49" charset="0"/>
              </a:rPr>
              <a:t>    (23, "Hamilton", 'BM', 902),</a:t>
            </a:r>
          </a:p>
          <a:p>
            <a:pPr marL="0" indent="0">
              <a:buNone/>
            </a:pPr>
            <a:r>
              <a:rPr lang="en-AU" sz="2200">
                <a:solidFill>
                  <a:srgbClr val="00B0F0"/>
                </a:solidFill>
                <a:latin typeface="Fira Code" panose="020B0809050000020004" pitchFamily="49" charset="0"/>
                <a:ea typeface="Fira Code" panose="020B0809050000020004" pitchFamily="49" charset="0"/>
                <a:cs typeface="Fira Code" panose="020B0809050000020004" pitchFamily="49" charset="0"/>
              </a:rPr>
              <a:t>    (24, "</a:t>
            </a:r>
            <a:r>
              <a:rPr lang="en-AU" sz="2200" err="1">
                <a:solidFill>
                  <a:srgbClr val="00B0F0"/>
                </a:solidFill>
                <a:latin typeface="Fira Code" panose="020B0809050000020004" pitchFamily="49" charset="0"/>
                <a:ea typeface="Fira Code" panose="020B0809050000020004" pitchFamily="49" charset="0"/>
                <a:cs typeface="Fira Code" panose="020B0809050000020004" pitchFamily="49" charset="0"/>
              </a:rPr>
              <a:t>Brades</a:t>
            </a:r>
            <a:r>
              <a:rPr lang="en-AU" sz="2200">
                <a:solidFill>
                  <a:srgbClr val="00B0F0"/>
                </a:solidFill>
                <a:latin typeface="Fira Code" panose="020B0809050000020004" pitchFamily="49" charset="0"/>
                <a:ea typeface="Fira Code" panose="020B0809050000020004" pitchFamily="49" charset="0"/>
                <a:cs typeface="Fira Code" panose="020B0809050000020004" pitchFamily="49" charset="0"/>
              </a:rPr>
              <a:t>", 'MS', 1000),</a:t>
            </a:r>
          </a:p>
          <a:p>
            <a:pPr marL="0" indent="0">
              <a:buNone/>
            </a:pPr>
            <a:r>
              <a:rPr lang="en-AU" sz="2200">
                <a:solidFill>
                  <a:srgbClr val="00B0F0"/>
                </a:solidFill>
                <a:latin typeface="Fira Code" panose="020B0809050000020004" pitchFamily="49" charset="0"/>
                <a:ea typeface="Fira Code" panose="020B0809050000020004" pitchFamily="49" charset="0"/>
                <a:cs typeface="Fira Code" panose="020B0809050000020004" pitchFamily="49" charset="0"/>
              </a:rPr>
              <a:t>    (25, "</a:t>
            </a:r>
            <a:r>
              <a:rPr lang="en-AU" sz="2200" err="1">
                <a:solidFill>
                  <a:srgbClr val="00B0F0"/>
                </a:solidFill>
                <a:latin typeface="Fira Code" panose="020B0809050000020004" pitchFamily="49" charset="0"/>
                <a:ea typeface="Fira Code" panose="020B0809050000020004" pitchFamily="49" charset="0"/>
                <a:cs typeface="Fira Code" panose="020B0809050000020004" pitchFamily="49" charset="0"/>
              </a:rPr>
              <a:t>Hagatna</a:t>
            </a:r>
            <a:r>
              <a:rPr lang="en-AU" sz="2200">
                <a:solidFill>
                  <a:srgbClr val="00B0F0"/>
                </a:solidFill>
                <a:latin typeface="Fira Code" panose="020B0809050000020004" pitchFamily="49" charset="0"/>
                <a:ea typeface="Fira Code" panose="020B0809050000020004" pitchFamily="49" charset="0"/>
                <a:cs typeface="Fira Code" panose="020B0809050000020004" pitchFamily="49" charset="0"/>
              </a:rPr>
              <a:t> (</a:t>
            </a:r>
            <a:r>
              <a:rPr lang="en-AU" sz="2200" err="1">
                <a:solidFill>
                  <a:srgbClr val="00B0F0"/>
                </a:solidFill>
                <a:latin typeface="Fira Code" panose="020B0809050000020004" pitchFamily="49" charset="0"/>
                <a:ea typeface="Fira Code" panose="020B0809050000020004" pitchFamily="49" charset="0"/>
                <a:cs typeface="Fira Code" panose="020B0809050000020004" pitchFamily="49" charset="0"/>
              </a:rPr>
              <a:t>Hagåtña</a:t>
            </a:r>
            <a:r>
              <a:rPr lang="en-AU" sz="2200">
                <a:solidFill>
                  <a:srgbClr val="00B0F0"/>
                </a:solidFill>
                <a:latin typeface="Fira Code" panose="020B0809050000020004" pitchFamily="49" charset="0"/>
                <a:ea typeface="Fira Code" panose="020B0809050000020004" pitchFamily="49" charset="0"/>
                <a:cs typeface="Fira Code" panose="020B0809050000020004" pitchFamily="49" charset="0"/>
              </a:rPr>
              <a:t>)", 'GU', 1051),</a:t>
            </a:r>
          </a:p>
          <a:p>
            <a:pPr marL="0" indent="0">
              <a:buNone/>
            </a:pPr>
            <a:r>
              <a:rPr lang="en-AU" sz="2200">
                <a:solidFill>
                  <a:srgbClr val="00B0F0"/>
                </a:solidFill>
                <a:latin typeface="Fira Code" panose="020B0809050000020004" pitchFamily="49" charset="0"/>
                <a:ea typeface="Fira Code" panose="020B0809050000020004" pitchFamily="49" charset="0"/>
                <a:cs typeface="Fira Code" panose="020B0809050000020004" pitchFamily="49" charset="0"/>
              </a:rPr>
              <a:t>    (26, "Yaren", 'NR', 1100),</a:t>
            </a:r>
          </a:p>
          <a:p>
            <a:pPr marL="0" indent="0">
              <a:buNone/>
            </a:pPr>
            <a:r>
              <a:rPr lang="en-AU" sz="2200">
                <a:solidFill>
                  <a:srgbClr val="00B0F0"/>
                </a:solidFill>
                <a:latin typeface="Fira Code" panose="020B0809050000020004" pitchFamily="49" charset="0"/>
                <a:ea typeface="Fira Code" panose="020B0809050000020004" pitchFamily="49" charset="0"/>
                <a:cs typeface="Fira Code" panose="020B0809050000020004" pitchFamily="49" charset="0"/>
              </a:rPr>
              <a:t>    (27, "Mata-Utu", 'WF', 1200),</a:t>
            </a:r>
          </a:p>
          <a:p>
            <a:pPr marL="0" indent="0">
              <a:buNone/>
            </a:pPr>
            <a:r>
              <a:rPr lang="en-AU" sz="2200">
                <a:solidFill>
                  <a:srgbClr val="00B0F0"/>
                </a:solidFill>
                <a:latin typeface="Fira Code" panose="020B0809050000020004" pitchFamily="49" charset="0"/>
                <a:ea typeface="Fira Code" panose="020B0809050000020004" pitchFamily="49" charset="0"/>
                <a:cs typeface="Fira Code" panose="020B0809050000020004" pitchFamily="49" charset="0"/>
              </a:rPr>
              <a:t>    (28, "Philipsburg", 'SX', 1400),</a:t>
            </a:r>
          </a:p>
          <a:p>
            <a:pPr marL="0" indent="0">
              <a:buNone/>
            </a:pPr>
            <a:r>
              <a:rPr lang="en-AU" sz="2200">
                <a:solidFill>
                  <a:srgbClr val="00B0F0"/>
                </a:solidFill>
                <a:latin typeface="Fira Code" panose="020B0809050000020004" pitchFamily="49" charset="0"/>
                <a:ea typeface="Fira Code" panose="020B0809050000020004" pitchFamily="49" charset="0"/>
                <a:cs typeface="Fira Code" panose="020B0809050000020004" pitchFamily="49" charset="0"/>
              </a:rPr>
              <a:t>    (29, "The Valley", 'AI', 2035),</a:t>
            </a:r>
            <a:br>
              <a:rPr lang="en-AU" sz="2200">
                <a:solidFill>
                  <a:srgbClr val="00B0F0"/>
                </a:solidFill>
                <a:latin typeface="Fira Code" panose="020B0809050000020004" pitchFamily="49" charset="0"/>
                <a:ea typeface="Fira Code" panose="020B0809050000020004" pitchFamily="49" charset="0"/>
                <a:cs typeface="Fira Code" panose="020B0809050000020004" pitchFamily="49" charset="0"/>
              </a:rPr>
            </a:br>
            <a:r>
              <a:rPr lang="en-AU" sz="2200">
                <a:solidFill>
                  <a:srgbClr val="00B0F0"/>
                </a:solidFill>
                <a:latin typeface="Fira Code" panose="020B0809050000020004" pitchFamily="49" charset="0"/>
                <a:ea typeface="Fira Code" panose="020B0809050000020004" pitchFamily="49" charset="0"/>
                <a:cs typeface="Fira Code" panose="020B0809050000020004" pitchFamily="49" charset="0"/>
              </a:rPr>
              <a:t>    (30, "Longyearbyen", 'SJ', 2060);</a:t>
            </a:r>
          </a:p>
        </p:txBody>
      </p:sp>
    </p:spTree>
    <p:extLst>
      <p:ext uri="{BB962C8B-B14F-4D97-AF65-F5344CB8AC3E}">
        <p14:creationId xmlns:p14="http://schemas.microsoft.com/office/powerpoint/2010/main" val="180927162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97DAE-2794-2A48-B881-72AD9F2E19E6}"/>
              </a:ext>
            </a:extLst>
          </p:cNvPr>
          <p:cNvSpPr>
            <a:spLocks noGrp="1"/>
          </p:cNvSpPr>
          <p:nvPr>
            <p:ph type="title"/>
          </p:nvPr>
        </p:nvSpPr>
        <p:spPr>
          <a:xfrm>
            <a:off x="609600" y="499892"/>
            <a:ext cx="10972800" cy="1003205"/>
          </a:xfrm>
        </p:spPr>
        <p:txBody>
          <a:bodyPr/>
          <a:lstStyle/>
          <a:p>
            <a:r>
              <a:rPr lang="en-AU"/>
              <a:t>Grouping Results</a:t>
            </a:r>
          </a:p>
        </p:txBody>
      </p:sp>
      <p:sp>
        <p:nvSpPr>
          <p:cNvPr id="3" name="Content Placeholder 2">
            <a:extLst>
              <a:ext uri="{FF2B5EF4-FFF2-40B4-BE49-F238E27FC236}">
                <a16:creationId xmlns:a16="http://schemas.microsoft.com/office/drawing/2014/main" id="{47654F44-B3B5-5746-93E9-8536EF5C9CF8}"/>
              </a:ext>
            </a:extLst>
          </p:cNvPr>
          <p:cNvSpPr>
            <a:spLocks noGrp="1"/>
          </p:cNvSpPr>
          <p:nvPr>
            <p:ph idx="1"/>
          </p:nvPr>
        </p:nvSpPr>
        <p:spPr>
          <a:xfrm>
            <a:off x="609600" y="1793875"/>
            <a:ext cx="10972800" cy="4564063"/>
          </a:xfrm>
        </p:spPr>
        <p:txBody>
          <a:bodyPr numCol="1">
            <a:noAutofit/>
          </a:bodyPr>
          <a:lstStyle/>
          <a:p>
            <a:pPr marL="0" indent="0">
              <a:buNone/>
            </a:pPr>
            <a:r>
              <a:rPr lang="en-AU" sz="2200">
                <a:solidFill>
                  <a:srgbClr val="00B050"/>
                </a:solidFill>
                <a:latin typeface="Fira Code" panose="020B0809050000020004" pitchFamily="49" charset="0"/>
                <a:ea typeface="Fira Code" panose="020B0809050000020004" pitchFamily="49" charset="0"/>
                <a:cs typeface="Fira Code" panose="020B0809050000020004" pitchFamily="49" charset="0"/>
              </a:rPr>
              <a:t>INSERT INTO locations(id, name, </a:t>
            </a:r>
            <a:r>
              <a:rPr lang="en-AU" sz="2200" err="1">
                <a:solidFill>
                  <a:srgbClr val="00B050"/>
                </a:solidFill>
                <a:latin typeface="Fira Code" panose="020B0809050000020004" pitchFamily="49" charset="0"/>
                <a:ea typeface="Fira Code" panose="020B0809050000020004" pitchFamily="49" charset="0"/>
                <a:cs typeface="Fira Code" panose="020B0809050000020004" pitchFamily="49" charset="0"/>
              </a:rPr>
              <a:t>country_code</a:t>
            </a:r>
            <a:r>
              <a:rPr lang="en-AU" sz="2200">
                <a:solidFill>
                  <a:srgbClr val="00B050"/>
                </a:solidFill>
                <a:latin typeface="Fira Code" panose="020B0809050000020004" pitchFamily="49" charset="0"/>
                <a:ea typeface="Fira Code" panose="020B0809050000020004" pitchFamily="49" charset="0"/>
                <a:cs typeface="Fira Code" panose="020B0809050000020004" pitchFamily="49" charset="0"/>
              </a:rPr>
              <a:t>, population) VALUES</a:t>
            </a:r>
          </a:p>
          <a:p>
            <a:pPr marL="0" indent="0">
              <a:buNone/>
            </a:pPr>
            <a:r>
              <a:rPr lang="en-AU" sz="2200">
                <a:solidFill>
                  <a:srgbClr val="00B050"/>
                </a:solidFill>
                <a:latin typeface="Fira Code" panose="020B0809050000020004" pitchFamily="49" charset="0"/>
                <a:ea typeface="Fira Code" panose="020B0809050000020004" pitchFamily="49" charset="0"/>
                <a:cs typeface="Fira Code" panose="020B0809050000020004" pitchFamily="49" charset="0"/>
              </a:rPr>
              <a:t>    (31, "Stanley", 'FK', 2213),</a:t>
            </a:r>
          </a:p>
          <a:p>
            <a:pPr marL="0" indent="0">
              <a:buNone/>
            </a:pPr>
            <a:r>
              <a:rPr lang="en-AU" sz="2200">
                <a:solidFill>
                  <a:srgbClr val="00B050"/>
                </a:solidFill>
                <a:latin typeface="Fira Code" panose="020B0809050000020004" pitchFamily="49" charset="0"/>
                <a:ea typeface="Fira Code" panose="020B0809050000020004" pitchFamily="49" charset="0"/>
                <a:cs typeface="Fira Code" panose="020B0809050000020004" pitchFamily="49" charset="0"/>
              </a:rPr>
              <a:t>    (32, "Iron River", 'US', 2904),</a:t>
            </a:r>
          </a:p>
          <a:p>
            <a:pPr marL="0" indent="0">
              <a:buNone/>
            </a:pPr>
            <a:r>
              <a:rPr lang="en-AU" sz="2200">
                <a:solidFill>
                  <a:srgbClr val="00B050"/>
                </a:solidFill>
                <a:latin typeface="Fira Code" panose="020B0809050000020004" pitchFamily="49" charset="0"/>
                <a:ea typeface="Fira Code" panose="020B0809050000020004" pitchFamily="49" charset="0"/>
                <a:cs typeface="Fira Code" panose="020B0809050000020004" pitchFamily="49" charset="0"/>
              </a:rPr>
              <a:t>    (33, "</a:t>
            </a:r>
            <a:r>
              <a:rPr lang="en-AU" sz="2200" err="1">
                <a:solidFill>
                  <a:srgbClr val="00B050"/>
                </a:solidFill>
                <a:latin typeface="Fira Code" panose="020B0809050000020004" pitchFamily="49" charset="0"/>
                <a:ea typeface="Fira Code" panose="020B0809050000020004" pitchFamily="49" charset="0"/>
                <a:cs typeface="Fira Code" panose="020B0809050000020004" pitchFamily="49" charset="0"/>
              </a:rPr>
              <a:t>Kralendijk</a:t>
            </a:r>
            <a:r>
              <a:rPr lang="en-AU" sz="2200">
                <a:solidFill>
                  <a:srgbClr val="00B050"/>
                </a:solidFill>
                <a:latin typeface="Fira Code" panose="020B0809050000020004" pitchFamily="49" charset="0"/>
                <a:ea typeface="Fira Code" panose="020B0809050000020004" pitchFamily="49" charset="0"/>
                <a:cs typeface="Fira Code" panose="020B0809050000020004" pitchFamily="49" charset="0"/>
              </a:rPr>
              <a:t>", 'BQ', 3081),</a:t>
            </a:r>
          </a:p>
          <a:p>
            <a:pPr marL="0" indent="0">
              <a:buNone/>
            </a:pPr>
            <a:r>
              <a:rPr lang="en-AU" sz="2200">
                <a:solidFill>
                  <a:srgbClr val="00B050"/>
                </a:solidFill>
                <a:latin typeface="Fira Code" panose="020B0809050000020004" pitchFamily="49" charset="0"/>
                <a:ea typeface="Fira Code" panose="020B0809050000020004" pitchFamily="49" charset="0"/>
                <a:cs typeface="Fira Code" panose="020B0809050000020004" pitchFamily="49" charset="0"/>
              </a:rPr>
              <a:t>    (34, "Cockburn Town", 'TC', 3720),</a:t>
            </a:r>
          </a:p>
          <a:p>
            <a:pPr marL="0" indent="0">
              <a:buNone/>
            </a:pPr>
            <a:r>
              <a:rPr lang="en-AU" sz="2200">
                <a:solidFill>
                  <a:srgbClr val="00B050"/>
                </a:solidFill>
                <a:latin typeface="Fira Code" panose="020B0809050000020004" pitchFamily="49" charset="0"/>
                <a:ea typeface="Fira Code" panose="020B0809050000020004" pitchFamily="49" charset="0"/>
                <a:cs typeface="Fira Code" panose="020B0809050000020004" pitchFamily="49" charset="0"/>
              </a:rPr>
              <a:t>    (35, "Funafuti", 'TV', 4492),</a:t>
            </a:r>
          </a:p>
          <a:p>
            <a:pPr marL="0" indent="0">
              <a:buNone/>
            </a:pPr>
            <a:r>
              <a:rPr lang="en-AU" sz="2200">
                <a:solidFill>
                  <a:srgbClr val="00B050"/>
                </a:solidFill>
                <a:latin typeface="Fira Code" panose="020B0809050000020004" pitchFamily="49" charset="0"/>
                <a:ea typeface="Fira Code" panose="020B0809050000020004" pitchFamily="49" charset="0"/>
                <a:cs typeface="Fira Code" panose="020B0809050000020004" pitchFamily="49" charset="0"/>
              </a:rPr>
              <a:t>    (36, "San Marino", 'SM', 4500),</a:t>
            </a:r>
          </a:p>
          <a:p>
            <a:pPr marL="0" indent="0">
              <a:buNone/>
            </a:pPr>
            <a:r>
              <a:rPr lang="en-AU" sz="2200">
                <a:solidFill>
                  <a:srgbClr val="00B050"/>
                </a:solidFill>
                <a:latin typeface="Fira Code" panose="020B0809050000020004" pitchFamily="49" charset="0"/>
                <a:ea typeface="Fira Code" panose="020B0809050000020004" pitchFamily="49" charset="0"/>
                <a:cs typeface="Fira Code" panose="020B0809050000020004" pitchFamily="49" charset="0"/>
              </a:rPr>
              <a:t>    (37, "Lobamba", 'SZ', 4557),</a:t>
            </a:r>
          </a:p>
          <a:p>
            <a:pPr marL="0" indent="0">
              <a:buNone/>
            </a:pPr>
            <a:r>
              <a:rPr lang="en-AU" sz="2200">
                <a:solidFill>
                  <a:srgbClr val="00B050"/>
                </a:solidFill>
                <a:latin typeface="Fira Code" panose="020B0809050000020004" pitchFamily="49" charset="0"/>
                <a:ea typeface="Fira Code" panose="020B0809050000020004" pitchFamily="49" charset="0"/>
                <a:cs typeface="Fira Code" panose="020B0809050000020004" pitchFamily="49" charset="0"/>
              </a:rPr>
              <a:t>    (38, "Vaduz", 'LI', 5197),</a:t>
            </a:r>
          </a:p>
          <a:p>
            <a:pPr marL="0" indent="0">
              <a:buNone/>
            </a:pPr>
            <a:r>
              <a:rPr lang="en-AU" sz="2200">
                <a:solidFill>
                  <a:srgbClr val="00B050"/>
                </a:solidFill>
                <a:latin typeface="Fira Code" panose="020B0809050000020004" pitchFamily="49" charset="0"/>
                <a:ea typeface="Fira Code" panose="020B0809050000020004" pitchFamily="49" charset="0"/>
                <a:cs typeface="Fira Code" panose="020B0809050000020004" pitchFamily="49" charset="0"/>
              </a:rPr>
              <a:t>    (39, "Marigot", 'MF', 5700),</a:t>
            </a:r>
          </a:p>
          <a:p>
            <a:pPr marL="0" indent="0">
              <a:buNone/>
            </a:pPr>
            <a:r>
              <a:rPr lang="en-AU" sz="2200">
                <a:solidFill>
                  <a:srgbClr val="00B050"/>
                </a:solidFill>
                <a:latin typeface="Fira Code" panose="020B0809050000020004" pitchFamily="49" charset="0"/>
                <a:ea typeface="Fira Code" panose="020B0809050000020004" pitchFamily="49" charset="0"/>
                <a:cs typeface="Fira Code" panose="020B0809050000020004" pitchFamily="49" charset="0"/>
              </a:rPr>
              <a:t>    (40, "</a:t>
            </a:r>
            <a:r>
              <a:rPr lang="en-AU" sz="2200" err="1">
                <a:solidFill>
                  <a:srgbClr val="00B050"/>
                </a:solidFill>
                <a:latin typeface="Fira Code" panose="020B0809050000020004" pitchFamily="49" charset="0"/>
                <a:ea typeface="Fira Code" panose="020B0809050000020004" pitchFamily="49" charset="0"/>
                <a:cs typeface="Fira Code" panose="020B0809050000020004" pitchFamily="49" charset="0"/>
              </a:rPr>
              <a:t>Gustavia</a:t>
            </a:r>
            <a:r>
              <a:rPr lang="en-AU" sz="2200">
                <a:solidFill>
                  <a:srgbClr val="00B050"/>
                </a:solidFill>
                <a:latin typeface="Fira Code" panose="020B0809050000020004" pitchFamily="49" charset="0"/>
                <a:ea typeface="Fira Code" panose="020B0809050000020004" pitchFamily="49" charset="0"/>
                <a:cs typeface="Fira Code" panose="020B0809050000020004" pitchFamily="49" charset="0"/>
              </a:rPr>
              <a:t>", 'BL', 5988);</a:t>
            </a:r>
          </a:p>
        </p:txBody>
      </p:sp>
    </p:spTree>
    <p:extLst>
      <p:ext uri="{BB962C8B-B14F-4D97-AF65-F5344CB8AC3E}">
        <p14:creationId xmlns:p14="http://schemas.microsoft.com/office/powerpoint/2010/main" val="117553599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97DAE-2794-2A48-B881-72AD9F2E19E6}"/>
              </a:ext>
            </a:extLst>
          </p:cNvPr>
          <p:cNvSpPr>
            <a:spLocks noGrp="1"/>
          </p:cNvSpPr>
          <p:nvPr>
            <p:ph type="title"/>
          </p:nvPr>
        </p:nvSpPr>
        <p:spPr>
          <a:xfrm>
            <a:off x="609600" y="499892"/>
            <a:ext cx="10972800" cy="1003205"/>
          </a:xfrm>
        </p:spPr>
        <p:txBody>
          <a:bodyPr/>
          <a:lstStyle/>
          <a:p>
            <a:r>
              <a:rPr lang="en-AU"/>
              <a:t>Grouping Results</a:t>
            </a:r>
          </a:p>
        </p:txBody>
      </p:sp>
      <p:sp>
        <p:nvSpPr>
          <p:cNvPr id="3" name="Content Placeholder 2">
            <a:extLst>
              <a:ext uri="{FF2B5EF4-FFF2-40B4-BE49-F238E27FC236}">
                <a16:creationId xmlns:a16="http://schemas.microsoft.com/office/drawing/2014/main" id="{47654F44-B3B5-5746-93E9-8536EF5C9CF8}"/>
              </a:ext>
            </a:extLst>
          </p:cNvPr>
          <p:cNvSpPr>
            <a:spLocks noGrp="1"/>
          </p:cNvSpPr>
          <p:nvPr>
            <p:ph idx="1"/>
          </p:nvPr>
        </p:nvSpPr>
        <p:spPr>
          <a:xfrm>
            <a:off x="609600" y="1793875"/>
            <a:ext cx="10972800" cy="4564063"/>
          </a:xfrm>
        </p:spPr>
        <p:txBody>
          <a:bodyPr>
            <a:normAutofit/>
          </a:bodyPr>
          <a:lstStyle/>
          <a:p>
            <a:r>
              <a:rPr lang="en-AU" dirty="0"/>
              <a:t>Example:</a:t>
            </a:r>
          </a:p>
          <a:p>
            <a:pPr lvl="1"/>
            <a:r>
              <a:rPr lang="en-AU" sz="1800" dirty="0">
                <a:solidFill>
                  <a:srgbClr val="92D050"/>
                </a:solidFill>
                <a:latin typeface="Fira Code" panose="020B0809050000020004" pitchFamily="49" charset="0"/>
                <a:ea typeface="Fira Code" panose="020B0809050000020004" pitchFamily="49" charset="0"/>
                <a:cs typeface="Fira Code" panose="020B0809050000020004" pitchFamily="49" charset="0"/>
              </a:rPr>
              <a:t>SELECT   SUM(population)FROM locations;</a:t>
            </a:r>
          </a:p>
          <a:p>
            <a:pPr lvl="1"/>
            <a:r>
              <a:rPr lang="en-AU" sz="1800" dirty="0">
                <a:solidFill>
                  <a:srgbClr val="92D050"/>
                </a:solidFill>
                <a:latin typeface="Fira Code" panose="020B0809050000020004" pitchFamily="49" charset="0"/>
                <a:ea typeface="Fira Code" panose="020B0809050000020004" pitchFamily="49" charset="0"/>
                <a:cs typeface="Fira Code" panose="020B0809050000020004" pitchFamily="49" charset="0"/>
              </a:rPr>
              <a:t>Select MIN(population), </a:t>
            </a:r>
            <a:br>
              <a:rPr lang="en-AU" sz="1800" dirty="0">
                <a:solidFill>
                  <a:srgbClr val="92D050"/>
                </a:solidFill>
                <a:latin typeface="Fira Code" panose="020B0809050000020004" pitchFamily="49" charset="0"/>
                <a:ea typeface="Fira Code" panose="020B0809050000020004" pitchFamily="49" charset="0"/>
                <a:cs typeface="Fira Code" panose="020B0809050000020004" pitchFamily="49" charset="0"/>
              </a:rPr>
            </a:br>
            <a:r>
              <a:rPr lang="en-AU" sz="1800" dirty="0">
                <a:solidFill>
                  <a:srgbClr val="92D050"/>
                </a:solidFill>
                <a:latin typeface="Fira Code" panose="020B0809050000020004" pitchFamily="49" charset="0"/>
                <a:ea typeface="Fira Code" panose="020B0809050000020004" pitchFamily="49" charset="0"/>
                <a:cs typeface="Fira Code" panose="020B0809050000020004" pitchFamily="49" charset="0"/>
              </a:rPr>
              <a:t>  MAX(population)From Locations;</a:t>
            </a:r>
          </a:p>
          <a:p>
            <a:pPr lvl="1"/>
            <a:r>
              <a:rPr lang="en-AU" sz="1800" dirty="0">
                <a:solidFill>
                  <a:srgbClr val="92D050"/>
                </a:solidFill>
                <a:latin typeface="Fira Code" panose="020B0809050000020004" pitchFamily="49" charset="0"/>
                <a:ea typeface="Fira Code" panose="020B0809050000020004" pitchFamily="49" charset="0"/>
                <a:cs typeface="Fira Code" panose="020B0809050000020004" pitchFamily="49" charset="0"/>
              </a:rPr>
              <a:t>Select AVG(population), </a:t>
            </a:r>
            <a:br>
              <a:rPr lang="en-AU" sz="1800" dirty="0">
                <a:solidFill>
                  <a:srgbClr val="92D050"/>
                </a:solidFill>
                <a:latin typeface="Fira Code" panose="020B0809050000020004" pitchFamily="49" charset="0"/>
                <a:ea typeface="Fira Code" panose="020B0809050000020004" pitchFamily="49" charset="0"/>
                <a:cs typeface="Fira Code" panose="020B0809050000020004" pitchFamily="49" charset="0"/>
              </a:rPr>
            </a:br>
            <a:r>
              <a:rPr lang="en-AU" sz="1800" dirty="0">
                <a:solidFill>
                  <a:srgbClr val="92D050"/>
                </a:solidFill>
                <a:latin typeface="Fira Code" panose="020B0809050000020004" pitchFamily="49" charset="0"/>
                <a:ea typeface="Fira Code" panose="020B0809050000020004" pitchFamily="49" charset="0"/>
                <a:cs typeface="Fira Code" panose="020B0809050000020004" pitchFamily="49" charset="0"/>
              </a:rPr>
              <a:t>  MAX(population)From Locations;</a:t>
            </a:r>
          </a:p>
          <a:p>
            <a:pPr lvl="1"/>
            <a:endParaRPr lang="en-AU" sz="1800" dirty="0">
              <a:solidFill>
                <a:srgbClr val="92D050"/>
              </a:solidFill>
              <a:latin typeface="Fira Code" panose="020B0809050000020004" pitchFamily="49" charset="0"/>
              <a:ea typeface="Fira Code" panose="020B0809050000020004" pitchFamily="49" charset="0"/>
              <a:cs typeface="Fira Code" panose="020B0809050000020004" pitchFamily="49" charset="0"/>
            </a:endParaRPr>
          </a:p>
          <a:p>
            <a:pPr lvl="1"/>
            <a:r>
              <a:rPr lang="en-AU" sz="1800" dirty="0">
                <a:solidFill>
                  <a:srgbClr val="92D050"/>
                </a:solidFill>
                <a:latin typeface="Fira Code" panose="020B0809050000020004" pitchFamily="49" charset="0"/>
                <a:ea typeface="Fira Code" panose="020B0809050000020004" pitchFamily="49" charset="0"/>
                <a:cs typeface="Fira Code" panose="020B0809050000020004" pitchFamily="49" charset="0"/>
              </a:rPr>
              <a:t>Select sum(population),AVG(Population),MIN(population), </a:t>
            </a:r>
            <a:br>
              <a:rPr lang="en-AU" sz="1800" dirty="0">
                <a:solidFill>
                  <a:srgbClr val="92D050"/>
                </a:solidFill>
                <a:latin typeface="Fira Code" panose="020B0809050000020004" pitchFamily="49" charset="0"/>
                <a:ea typeface="Fira Code" panose="020B0809050000020004" pitchFamily="49" charset="0"/>
                <a:cs typeface="Fira Code" panose="020B0809050000020004" pitchFamily="49" charset="0"/>
              </a:rPr>
            </a:br>
            <a:r>
              <a:rPr lang="en-AU" sz="1800" dirty="0">
                <a:solidFill>
                  <a:srgbClr val="92D050"/>
                </a:solidFill>
                <a:latin typeface="Fira Code" panose="020B0809050000020004" pitchFamily="49" charset="0"/>
                <a:ea typeface="Fira Code" panose="020B0809050000020004" pitchFamily="49" charset="0"/>
                <a:cs typeface="Fira Code" panose="020B0809050000020004" pitchFamily="49" charset="0"/>
              </a:rPr>
              <a:t>  MAX(population)From Locations;</a:t>
            </a:r>
          </a:p>
          <a:p>
            <a:pPr lvl="1"/>
            <a:endParaRPr lang="en-AU" sz="1800" dirty="0">
              <a:solidFill>
                <a:srgbClr val="92D050"/>
              </a:solidFill>
              <a:latin typeface="Fira Code" panose="020B0809050000020004" pitchFamily="49" charset="0"/>
              <a:ea typeface="Fira Code" panose="020B0809050000020004" pitchFamily="49" charset="0"/>
              <a:cs typeface="Fira Code" panose="020B0809050000020004" pitchFamily="49" charset="0"/>
            </a:endParaRPr>
          </a:p>
          <a:p>
            <a:pPr lvl="1"/>
            <a:endParaRPr lang="en-AU" sz="1800" dirty="0">
              <a:solidFill>
                <a:srgbClr val="92D050"/>
              </a:solidFill>
              <a:latin typeface="Fira Code" panose="020B0809050000020004" pitchFamily="49" charset="0"/>
              <a:ea typeface="Fira Code" panose="020B0809050000020004" pitchFamily="49" charset="0"/>
              <a:cs typeface="Fira Code" panose="020B0809050000020004" pitchFamily="49" charset="0"/>
            </a:endParaRPr>
          </a:p>
        </p:txBody>
      </p:sp>
      <p:pic>
        <p:nvPicPr>
          <p:cNvPr id="7170" name="Picture 2" descr="Ascending">
            <a:extLst>
              <a:ext uri="{FF2B5EF4-FFF2-40B4-BE49-F238E27FC236}">
                <a16:creationId xmlns:a16="http://schemas.microsoft.com/office/drawing/2014/main" id="{C65215BD-5B57-4044-9931-72150E751D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171" name="Picture 3" descr="Edit">
            <a:extLst>
              <a:ext uri="{FF2B5EF4-FFF2-40B4-BE49-F238E27FC236}">
                <a16:creationId xmlns:a16="http://schemas.microsoft.com/office/drawing/2014/main" id="{D5ED79AF-4A18-B345-B840-D9842E34EB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Copy">
            <a:extLst>
              <a:ext uri="{FF2B5EF4-FFF2-40B4-BE49-F238E27FC236}">
                <a16:creationId xmlns:a16="http://schemas.microsoft.com/office/drawing/2014/main" id="{FBA6165E-BBB3-264F-B659-7BADC52A27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173" name="Picture 5" descr="Delete">
            <a:extLst>
              <a:ext uri="{FF2B5EF4-FFF2-40B4-BE49-F238E27FC236}">
                <a16:creationId xmlns:a16="http://schemas.microsoft.com/office/drawing/2014/main" id="{9D5E0143-2F09-FC40-9496-179295E448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174" name="Picture 6" descr="Edit">
            <a:extLst>
              <a:ext uri="{FF2B5EF4-FFF2-40B4-BE49-F238E27FC236}">
                <a16:creationId xmlns:a16="http://schemas.microsoft.com/office/drawing/2014/main" id="{3DED508C-7EC1-BB40-A157-108A670911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175" name="Picture 7" descr="Copy">
            <a:extLst>
              <a:ext uri="{FF2B5EF4-FFF2-40B4-BE49-F238E27FC236}">
                <a16:creationId xmlns:a16="http://schemas.microsoft.com/office/drawing/2014/main" id="{FC190F5E-B29D-6344-996E-E87C33A1C3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176" name="Picture 8" descr="Delete">
            <a:extLst>
              <a:ext uri="{FF2B5EF4-FFF2-40B4-BE49-F238E27FC236}">
                <a16:creationId xmlns:a16="http://schemas.microsoft.com/office/drawing/2014/main" id="{27FD3534-0333-B04B-9A1D-C1016297D7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177" name="Picture 9" descr="Edit">
            <a:extLst>
              <a:ext uri="{FF2B5EF4-FFF2-40B4-BE49-F238E27FC236}">
                <a16:creationId xmlns:a16="http://schemas.microsoft.com/office/drawing/2014/main" id="{E6B3C597-A2C0-5641-8FA6-A4C08CB3D9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178" name="Picture 10" descr="Copy">
            <a:extLst>
              <a:ext uri="{FF2B5EF4-FFF2-40B4-BE49-F238E27FC236}">
                <a16:creationId xmlns:a16="http://schemas.microsoft.com/office/drawing/2014/main" id="{2E3E32CB-7E12-0545-A423-68FACE7C76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179" name="Picture 11" descr="Delete">
            <a:extLst>
              <a:ext uri="{FF2B5EF4-FFF2-40B4-BE49-F238E27FC236}">
                <a16:creationId xmlns:a16="http://schemas.microsoft.com/office/drawing/2014/main" id="{A3DD466D-EEBC-B349-B9B9-6FBA1FCCFA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180" name="Picture 12" descr="Edit">
            <a:extLst>
              <a:ext uri="{FF2B5EF4-FFF2-40B4-BE49-F238E27FC236}">
                <a16:creationId xmlns:a16="http://schemas.microsoft.com/office/drawing/2014/main" id="{74CA1543-4767-0443-99BD-551F5E25CA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181" name="Picture 13" descr="Copy">
            <a:extLst>
              <a:ext uri="{FF2B5EF4-FFF2-40B4-BE49-F238E27FC236}">
                <a16:creationId xmlns:a16="http://schemas.microsoft.com/office/drawing/2014/main" id="{349B3A53-E673-E148-B870-02F442734C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182" name="Picture 14" descr="Delete">
            <a:extLst>
              <a:ext uri="{FF2B5EF4-FFF2-40B4-BE49-F238E27FC236}">
                <a16:creationId xmlns:a16="http://schemas.microsoft.com/office/drawing/2014/main" id="{D306A5A9-DCC8-4549-8C94-2F85523CE0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183" name="Picture 15" descr="Edit">
            <a:extLst>
              <a:ext uri="{FF2B5EF4-FFF2-40B4-BE49-F238E27FC236}">
                <a16:creationId xmlns:a16="http://schemas.microsoft.com/office/drawing/2014/main" id="{21E5A904-E74A-6B46-AE2E-F5BCC53BCD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184" name="Picture 16" descr="Copy">
            <a:extLst>
              <a:ext uri="{FF2B5EF4-FFF2-40B4-BE49-F238E27FC236}">
                <a16:creationId xmlns:a16="http://schemas.microsoft.com/office/drawing/2014/main" id="{90E2174F-801A-484F-9F9D-0F68A3E71E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185" name="Picture 17" descr="Delete">
            <a:extLst>
              <a:ext uri="{FF2B5EF4-FFF2-40B4-BE49-F238E27FC236}">
                <a16:creationId xmlns:a16="http://schemas.microsoft.com/office/drawing/2014/main" id="{94133C48-B1C7-AA49-92AC-8F9331F193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186" name="Picture 18" descr="Edit">
            <a:extLst>
              <a:ext uri="{FF2B5EF4-FFF2-40B4-BE49-F238E27FC236}">
                <a16:creationId xmlns:a16="http://schemas.microsoft.com/office/drawing/2014/main" id="{2E1311ED-F149-084C-A8F4-E6397E967C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187" name="Picture 19" descr="Copy">
            <a:extLst>
              <a:ext uri="{FF2B5EF4-FFF2-40B4-BE49-F238E27FC236}">
                <a16:creationId xmlns:a16="http://schemas.microsoft.com/office/drawing/2014/main" id="{C030EA95-28E1-3A4E-9286-06ED81A839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188" name="Picture 20" descr="Delete">
            <a:extLst>
              <a:ext uri="{FF2B5EF4-FFF2-40B4-BE49-F238E27FC236}">
                <a16:creationId xmlns:a16="http://schemas.microsoft.com/office/drawing/2014/main" id="{7760BD29-0768-7740-AE93-754B4A8E9E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189" name="Picture 21" descr="Edit">
            <a:extLst>
              <a:ext uri="{FF2B5EF4-FFF2-40B4-BE49-F238E27FC236}">
                <a16:creationId xmlns:a16="http://schemas.microsoft.com/office/drawing/2014/main" id="{86EE7E1D-B3BB-B34A-A34A-821AF5F874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190" name="Picture 22" descr="Copy">
            <a:extLst>
              <a:ext uri="{FF2B5EF4-FFF2-40B4-BE49-F238E27FC236}">
                <a16:creationId xmlns:a16="http://schemas.microsoft.com/office/drawing/2014/main" id="{862F129A-C396-C448-8B35-9E5ECB71A3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191" name="Picture 23" descr="Delete">
            <a:extLst>
              <a:ext uri="{FF2B5EF4-FFF2-40B4-BE49-F238E27FC236}">
                <a16:creationId xmlns:a16="http://schemas.microsoft.com/office/drawing/2014/main" id="{E533F4DC-FC7E-B84C-8A4A-72573BFF78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192" name="Picture 24" descr="Edit">
            <a:extLst>
              <a:ext uri="{FF2B5EF4-FFF2-40B4-BE49-F238E27FC236}">
                <a16:creationId xmlns:a16="http://schemas.microsoft.com/office/drawing/2014/main" id="{305AC1A0-001A-B24C-AC0C-ED44BB393A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193" name="Picture 25" descr="Copy">
            <a:extLst>
              <a:ext uri="{FF2B5EF4-FFF2-40B4-BE49-F238E27FC236}">
                <a16:creationId xmlns:a16="http://schemas.microsoft.com/office/drawing/2014/main" id="{81A9DE29-9C1E-774E-826F-E08F62769A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194" name="Picture 26" descr="Delete">
            <a:extLst>
              <a:ext uri="{FF2B5EF4-FFF2-40B4-BE49-F238E27FC236}">
                <a16:creationId xmlns:a16="http://schemas.microsoft.com/office/drawing/2014/main" id="{28F49F1F-10C7-5245-93C9-55935E0A79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195" name="Picture 27" descr="Edit">
            <a:extLst>
              <a:ext uri="{FF2B5EF4-FFF2-40B4-BE49-F238E27FC236}">
                <a16:creationId xmlns:a16="http://schemas.microsoft.com/office/drawing/2014/main" id="{8F192FC9-44DB-C243-A214-73178E222C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196" name="Picture 28" descr="Copy">
            <a:extLst>
              <a:ext uri="{FF2B5EF4-FFF2-40B4-BE49-F238E27FC236}">
                <a16:creationId xmlns:a16="http://schemas.microsoft.com/office/drawing/2014/main" id="{C5548135-F3BC-1744-AB44-4104A61009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197" name="Picture 29" descr="Delete">
            <a:extLst>
              <a:ext uri="{FF2B5EF4-FFF2-40B4-BE49-F238E27FC236}">
                <a16:creationId xmlns:a16="http://schemas.microsoft.com/office/drawing/2014/main" id="{7361ED48-0603-A84B-BC4A-3B378B4536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198" name="Picture 30" descr="Edit">
            <a:extLst>
              <a:ext uri="{FF2B5EF4-FFF2-40B4-BE49-F238E27FC236}">
                <a16:creationId xmlns:a16="http://schemas.microsoft.com/office/drawing/2014/main" id="{6F1966E0-4F34-0B47-8CF1-2CB129A2B5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199" name="Picture 31" descr="Copy">
            <a:extLst>
              <a:ext uri="{FF2B5EF4-FFF2-40B4-BE49-F238E27FC236}">
                <a16:creationId xmlns:a16="http://schemas.microsoft.com/office/drawing/2014/main" id="{4DD913C6-C486-094C-B6FB-5BDE7C23E5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00" name="Picture 32" descr="Delete">
            <a:extLst>
              <a:ext uri="{FF2B5EF4-FFF2-40B4-BE49-F238E27FC236}">
                <a16:creationId xmlns:a16="http://schemas.microsoft.com/office/drawing/2014/main" id="{8D269F99-DE51-0044-8E70-B70960F751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01" name="Picture 33" descr="Edit">
            <a:extLst>
              <a:ext uri="{FF2B5EF4-FFF2-40B4-BE49-F238E27FC236}">
                <a16:creationId xmlns:a16="http://schemas.microsoft.com/office/drawing/2014/main" id="{8EEEB258-DD9F-4743-BF68-7D1DDAB51A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02" name="Picture 34" descr="Copy">
            <a:extLst>
              <a:ext uri="{FF2B5EF4-FFF2-40B4-BE49-F238E27FC236}">
                <a16:creationId xmlns:a16="http://schemas.microsoft.com/office/drawing/2014/main" id="{2247A77E-80FB-904D-9E00-F839C75441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03" name="Picture 35" descr="Delete">
            <a:extLst>
              <a:ext uri="{FF2B5EF4-FFF2-40B4-BE49-F238E27FC236}">
                <a16:creationId xmlns:a16="http://schemas.microsoft.com/office/drawing/2014/main" id="{639CC710-9294-0641-BAEA-37C6FDB55D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04" name="Picture 36" descr="Edit">
            <a:extLst>
              <a:ext uri="{FF2B5EF4-FFF2-40B4-BE49-F238E27FC236}">
                <a16:creationId xmlns:a16="http://schemas.microsoft.com/office/drawing/2014/main" id="{C1E6C482-4681-3940-94B4-6EFA7CC30F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05" name="Picture 37" descr="Copy">
            <a:extLst>
              <a:ext uri="{FF2B5EF4-FFF2-40B4-BE49-F238E27FC236}">
                <a16:creationId xmlns:a16="http://schemas.microsoft.com/office/drawing/2014/main" id="{159A1B20-2B46-C040-A4CA-DFE0FE13E2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06" name="Picture 38" descr="Delete">
            <a:extLst>
              <a:ext uri="{FF2B5EF4-FFF2-40B4-BE49-F238E27FC236}">
                <a16:creationId xmlns:a16="http://schemas.microsoft.com/office/drawing/2014/main" id="{0A8381CA-320A-7249-8C48-147A19F96E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07" name="Picture 39" descr="Edit">
            <a:extLst>
              <a:ext uri="{FF2B5EF4-FFF2-40B4-BE49-F238E27FC236}">
                <a16:creationId xmlns:a16="http://schemas.microsoft.com/office/drawing/2014/main" id="{23299FDB-6800-2147-B702-26AE4D8942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08" name="Picture 40" descr="Copy">
            <a:extLst>
              <a:ext uri="{FF2B5EF4-FFF2-40B4-BE49-F238E27FC236}">
                <a16:creationId xmlns:a16="http://schemas.microsoft.com/office/drawing/2014/main" id="{C9D2DC4D-C2FC-B34F-90D2-67FD46CFF2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09" name="Picture 41" descr="Delete">
            <a:extLst>
              <a:ext uri="{FF2B5EF4-FFF2-40B4-BE49-F238E27FC236}">
                <a16:creationId xmlns:a16="http://schemas.microsoft.com/office/drawing/2014/main" id="{6BBFB826-B21C-B24E-8ADD-4D6D4A2FFB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10" name="Picture 42" descr="Edit">
            <a:extLst>
              <a:ext uri="{FF2B5EF4-FFF2-40B4-BE49-F238E27FC236}">
                <a16:creationId xmlns:a16="http://schemas.microsoft.com/office/drawing/2014/main" id="{350D84E9-2CD7-394A-B4A7-2774D96F50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11" name="Picture 43" descr="Copy">
            <a:extLst>
              <a:ext uri="{FF2B5EF4-FFF2-40B4-BE49-F238E27FC236}">
                <a16:creationId xmlns:a16="http://schemas.microsoft.com/office/drawing/2014/main" id="{F82C45A0-60D7-FE44-9E82-6C92B33405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12" name="Picture 44" descr="Delete">
            <a:extLst>
              <a:ext uri="{FF2B5EF4-FFF2-40B4-BE49-F238E27FC236}">
                <a16:creationId xmlns:a16="http://schemas.microsoft.com/office/drawing/2014/main" id="{C180F2FA-07ED-3249-9093-DAED3656D9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13" name="Picture 45" descr="Edit">
            <a:extLst>
              <a:ext uri="{FF2B5EF4-FFF2-40B4-BE49-F238E27FC236}">
                <a16:creationId xmlns:a16="http://schemas.microsoft.com/office/drawing/2014/main" id="{00A1D60C-8C08-7848-93FE-C05E424E78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14" name="Picture 46" descr="Copy">
            <a:extLst>
              <a:ext uri="{FF2B5EF4-FFF2-40B4-BE49-F238E27FC236}">
                <a16:creationId xmlns:a16="http://schemas.microsoft.com/office/drawing/2014/main" id="{F8A7F605-378A-4D4D-802C-FB3A2E8326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15" name="Picture 47" descr="Delete">
            <a:extLst>
              <a:ext uri="{FF2B5EF4-FFF2-40B4-BE49-F238E27FC236}">
                <a16:creationId xmlns:a16="http://schemas.microsoft.com/office/drawing/2014/main" id="{8B9117B3-CD16-074F-82A3-D5096A4DFD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16" name="Picture 48" descr="Edit">
            <a:extLst>
              <a:ext uri="{FF2B5EF4-FFF2-40B4-BE49-F238E27FC236}">
                <a16:creationId xmlns:a16="http://schemas.microsoft.com/office/drawing/2014/main" id="{2FE84A72-AA0D-334A-B03A-7E066B4DEE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17" name="Picture 49" descr="Copy">
            <a:extLst>
              <a:ext uri="{FF2B5EF4-FFF2-40B4-BE49-F238E27FC236}">
                <a16:creationId xmlns:a16="http://schemas.microsoft.com/office/drawing/2014/main" id="{E845E9CE-1525-1E40-890D-A51A605EE6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18" name="Picture 50" descr="Delete">
            <a:extLst>
              <a:ext uri="{FF2B5EF4-FFF2-40B4-BE49-F238E27FC236}">
                <a16:creationId xmlns:a16="http://schemas.microsoft.com/office/drawing/2014/main" id="{0FE3432E-477B-C74E-80BC-C209526F00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19" name="Picture 51" descr="Edit">
            <a:extLst>
              <a:ext uri="{FF2B5EF4-FFF2-40B4-BE49-F238E27FC236}">
                <a16:creationId xmlns:a16="http://schemas.microsoft.com/office/drawing/2014/main" id="{DA98ACB1-2101-FE40-9A55-836B005D60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20" name="Picture 52" descr="Copy">
            <a:extLst>
              <a:ext uri="{FF2B5EF4-FFF2-40B4-BE49-F238E27FC236}">
                <a16:creationId xmlns:a16="http://schemas.microsoft.com/office/drawing/2014/main" id="{230D71F9-D01D-FF42-B758-EF61F22C12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21" name="Picture 53" descr="Delete">
            <a:extLst>
              <a:ext uri="{FF2B5EF4-FFF2-40B4-BE49-F238E27FC236}">
                <a16:creationId xmlns:a16="http://schemas.microsoft.com/office/drawing/2014/main" id="{073FE7BA-5FC2-3645-9766-0FB9DFAB6C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22" name="Picture 54" descr="Edit">
            <a:extLst>
              <a:ext uri="{FF2B5EF4-FFF2-40B4-BE49-F238E27FC236}">
                <a16:creationId xmlns:a16="http://schemas.microsoft.com/office/drawing/2014/main" id="{D9AFD85A-CE4B-484A-A5B8-BAEABB586A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23" name="Picture 55" descr="Copy">
            <a:extLst>
              <a:ext uri="{FF2B5EF4-FFF2-40B4-BE49-F238E27FC236}">
                <a16:creationId xmlns:a16="http://schemas.microsoft.com/office/drawing/2014/main" id="{A44154A1-1786-3F4C-9953-8101DE2501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24" name="Picture 56" descr="Delete">
            <a:extLst>
              <a:ext uri="{FF2B5EF4-FFF2-40B4-BE49-F238E27FC236}">
                <a16:creationId xmlns:a16="http://schemas.microsoft.com/office/drawing/2014/main" id="{CDB26216-F520-9D43-9F03-CC6078D11A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25" name="Picture 57" descr="Edit">
            <a:extLst>
              <a:ext uri="{FF2B5EF4-FFF2-40B4-BE49-F238E27FC236}">
                <a16:creationId xmlns:a16="http://schemas.microsoft.com/office/drawing/2014/main" id="{10F1DB99-8A42-A348-AA03-2A064895E5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26" name="Picture 58" descr="Copy">
            <a:extLst>
              <a:ext uri="{FF2B5EF4-FFF2-40B4-BE49-F238E27FC236}">
                <a16:creationId xmlns:a16="http://schemas.microsoft.com/office/drawing/2014/main" id="{313C5482-C410-FE44-9B67-CFA9177404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27" name="Picture 59" descr="Delete">
            <a:extLst>
              <a:ext uri="{FF2B5EF4-FFF2-40B4-BE49-F238E27FC236}">
                <a16:creationId xmlns:a16="http://schemas.microsoft.com/office/drawing/2014/main" id="{C5120BAF-0DD1-3B4A-8782-ADEE7BB95F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28" name="Picture 60" descr="Edit">
            <a:extLst>
              <a:ext uri="{FF2B5EF4-FFF2-40B4-BE49-F238E27FC236}">
                <a16:creationId xmlns:a16="http://schemas.microsoft.com/office/drawing/2014/main" id="{5D659988-94E0-AD4F-9466-4B46A9CCA9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29" name="Picture 61" descr="Copy">
            <a:extLst>
              <a:ext uri="{FF2B5EF4-FFF2-40B4-BE49-F238E27FC236}">
                <a16:creationId xmlns:a16="http://schemas.microsoft.com/office/drawing/2014/main" id="{9AA81DD6-A2AC-D749-A4FE-F82626FFFA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30" name="Picture 62" descr="Delete">
            <a:extLst>
              <a:ext uri="{FF2B5EF4-FFF2-40B4-BE49-F238E27FC236}">
                <a16:creationId xmlns:a16="http://schemas.microsoft.com/office/drawing/2014/main" id="{EAD8EBD8-D30D-1544-AA88-0A043D10F3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31" name="Picture 63" descr="Edit">
            <a:extLst>
              <a:ext uri="{FF2B5EF4-FFF2-40B4-BE49-F238E27FC236}">
                <a16:creationId xmlns:a16="http://schemas.microsoft.com/office/drawing/2014/main" id="{FA619B7B-F6B9-A24C-A391-BAB5A4C5DE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32" name="Picture 64" descr="Copy">
            <a:extLst>
              <a:ext uri="{FF2B5EF4-FFF2-40B4-BE49-F238E27FC236}">
                <a16:creationId xmlns:a16="http://schemas.microsoft.com/office/drawing/2014/main" id="{2BFEEB2A-F10B-134C-957A-FC9FE673E0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33" name="Picture 65" descr="Delete">
            <a:extLst>
              <a:ext uri="{FF2B5EF4-FFF2-40B4-BE49-F238E27FC236}">
                <a16:creationId xmlns:a16="http://schemas.microsoft.com/office/drawing/2014/main" id="{0D6CCC79-17D3-FF4B-9F32-D2EEBAADE4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34" name="Picture 66" descr="Edit">
            <a:extLst>
              <a:ext uri="{FF2B5EF4-FFF2-40B4-BE49-F238E27FC236}">
                <a16:creationId xmlns:a16="http://schemas.microsoft.com/office/drawing/2014/main" id="{B624129D-5217-2646-912D-1D1CB33494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35" name="Picture 67" descr="Copy">
            <a:extLst>
              <a:ext uri="{FF2B5EF4-FFF2-40B4-BE49-F238E27FC236}">
                <a16:creationId xmlns:a16="http://schemas.microsoft.com/office/drawing/2014/main" id="{7522B05C-C3CC-3E45-A00A-1687896307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36" name="Picture 68" descr="Delete">
            <a:extLst>
              <a:ext uri="{FF2B5EF4-FFF2-40B4-BE49-F238E27FC236}">
                <a16:creationId xmlns:a16="http://schemas.microsoft.com/office/drawing/2014/main" id="{0D38D860-0474-D14A-80E9-5351D3DCF7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37" name="Picture 69" descr="Edit">
            <a:extLst>
              <a:ext uri="{FF2B5EF4-FFF2-40B4-BE49-F238E27FC236}">
                <a16:creationId xmlns:a16="http://schemas.microsoft.com/office/drawing/2014/main" id="{80A8FC36-88B1-5B47-A6B8-0EC244CDC4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38" name="Picture 70" descr="Copy">
            <a:extLst>
              <a:ext uri="{FF2B5EF4-FFF2-40B4-BE49-F238E27FC236}">
                <a16:creationId xmlns:a16="http://schemas.microsoft.com/office/drawing/2014/main" id="{2408ED3D-3FD3-1548-8A24-7583A66CEB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39" name="Picture 71" descr="Delete">
            <a:extLst>
              <a:ext uri="{FF2B5EF4-FFF2-40B4-BE49-F238E27FC236}">
                <a16:creationId xmlns:a16="http://schemas.microsoft.com/office/drawing/2014/main" id="{1B749367-0541-4C44-82A9-F1B7CB19D6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40" name="Picture 72" descr="Edit">
            <a:extLst>
              <a:ext uri="{FF2B5EF4-FFF2-40B4-BE49-F238E27FC236}">
                <a16:creationId xmlns:a16="http://schemas.microsoft.com/office/drawing/2014/main" id="{24E149B0-2433-244D-B804-9F3558AB62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41" name="Picture 73" descr="Copy">
            <a:extLst>
              <a:ext uri="{FF2B5EF4-FFF2-40B4-BE49-F238E27FC236}">
                <a16:creationId xmlns:a16="http://schemas.microsoft.com/office/drawing/2014/main" id="{6B9CC010-A54E-4A43-9900-1713427C53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42" name="Picture 74" descr="Delete">
            <a:extLst>
              <a:ext uri="{FF2B5EF4-FFF2-40B4-BE49-F238E27FC236}">
                <a16:creationId xmlns:a16="http://schemas.microsoft.com/office/drawing/2014/main" id="{63EED20F-110F-2E44-90C7-BA8FF3CA3B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43" name="Picture 75" descr="Edit">
            <a:extLst>
              <a:ext uri="{FF2B5EF4-FFF2-40B4-BE49-F238E27FC236}">
                <a16:creationId xmlns:a16="http://schemas.microsoft.com/office/drawing/2014/main" id="{6CB6A258-CCF8-814C-8CF2-21999AF3E9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44" name="Picture 76" descr="Copy">
            <a:extLst>
              <a:ext uri="{FF2B5EF4-FFF2-40B4-BE49-F238E27FC236}">
                <a16:creationId xmlns:a16="http://schemas.microsoft.com/office/drawing/2014/main" id="{C3214E57-8123-4545-B340-CB76673E83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45" name="Picture 77" descr="Delete">
            <a:extLst>
              <a:ext uri="{FF2B5EF4-FFF2-40B4-BE49-F238E27FC236}">
                <a16:creationId xmlns:a16="http://schemas.microsoft.com/office/drawing/2014/main" id="{080BFB43-39E9-794C-9627-DDD29B4864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46" name="Picture 78" descr="Edit">
            <a:extLst>
              <a:ext uri="{FF2B5EF4-FFF2-40B4-BE49-F238E27FC236}">
                <a16:creationId xmlns:a16="http://schemas.microsoft.com/office/drawing/2014/main" id="{C76DB593-26D0-E546-8BDF-F53B764FC1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47" name="Picture 79" descr="Copy">
            <a:extLst>
              <a:ext uri="{FF2B5EF4-FFF2-40B4-BE49-F238E27FC236}">
                <a16:creationId xmlns:a16="http://schemas.microsoft.com/office/drawing/2014/main" id="{7F2B36A3-2DE8-4640-A9C9-59972A5534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48" name="Picture 80" descr="Delete">
            <a:extLst>
              <a:ext uri="{FF2B5EF4-FFF2-40B4-BE49-F238E27FC236}">
                <a16:creationId xmlns:a16="http://schemas.microsoft.com/office/drawing/2014/main" id="{E7DACCCE-1B2F-DE48-856A-87DE97669E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49" name="Picture 81" descr="Edit">
            <a:extLst>
              <a:ext uri="{FF2B5EF4-FFF2-40B4-BE49-F238E27FC236}">
                <a16:creationId xmlns:a16="http://schemas.microsoft.com/office/drawing/2014/main" id="{9638018F-7630-CE4A-9355-CE11B3FC81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50" name="Picture 82" descr="Copy">
            <a:extLst>
              <a:ext uri="{FF2B5EF4-FFF2-40B4-BE49-F238E27FC236}">
                <a16:creationId xmlns:a16="http://schemas.microsoft.com/office/drawing/2014/main" id="{50905964-6153-3940-8581-4E33AE5F6E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51" name="Picture 83" descr="Delete">
            <a:extLst>
              <a:ext uri="{FF2B5EF4-FFF2-40B4-BE49-F238E27FC236}">
                <a16:creationId xmlns:a16="http://schemas.microsoft.com/office/drawing/2014/main" id="{D90C0E12-E72B-8C41-91FA-7DF1639906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52" name="Picture 84" descr="Edit">
            <a:extLst>
              <a:ext uri="{FF2B5EF4-FFF2-40B4-BE49-F238E27FC236}">
                <a16:creationId xmlns:a16="http://schemas.microsoft.com/office/drawing/2014/main" id="{30F2445D-97CB-F446-BBD3-81BDB7D577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53" name="Picture 85" descr="Copy">
            <a:extLst>
              <a:ext uri="{FF2B5EF4-FFF2-40B4-BE49-F238E27FC236}">
                <a16:creationId xmlns:a16="http://schemas.microsoft.com/office/drawing/2014/main" id="{DDA7856D-5189-AF45-BD0B-651D084E98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54" name="Picture 86" descr="Delete">
            <a:extLst>
              <a:ext uri="{FF2B5EF4-FFF2-40B4-BE49-F238E27FC236}">
                <a16:creationId xmlns:a16="http://schemas.microsoft.com/office/drawing/2014/main" id="{A7D85B9A-C557-D74F-922A-932BAC48CA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55" name="Picture 87" descr="Edit">
            <a:extLst>
              <a:ext uri="{FF2B5EF4-FFF2-40B4-BE49-F238E27FC236}">
                <a16:creationId xmlns:a16="http://schemas.microsoft.com/office/drawing/2014/main" id="{DFB52E64-6476-7944-90C6-78AE57050C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56" name="Picture 88" descr="Copy">
            <a:extLst>
              <a:ext uri="{FF2B5EF4-FFF2-40B4-BE49-F238E27FC236}">
                <a16:creationId xmlns:a16="http://schemas.microsoft.com/office/drawing/2014/main" id="{B3F011E5-D843-6544-AD01-1FD7E34405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57" name="Picture 89" descr="Delete">
            <a:extLst>
              <a:ext uri="{FF2B5EF4-FFF2-40B4-BE49-F238E27FC236}">
                <a16:creationId xmlns:a16="http://schemas.microsoft.com/office/drawing/2014/main" id="{49753787-A49F-444B-850C-1D303F93BD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58" name="Picture 90" descr="Edit">
            <a:extLst>
              <a:ext uri="{FF2B5EF4-FFF2-40B4-BE49-F238E27FC236}">
                <a16:creationId xmlns:a16="http://schemas.microsoft.com/office/drawing/2014/main" id="{A2F0A34A-E701-D941-A355-5E02B70A68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59" name="Picture 91" descr="Copy">
            <a:extLst>
              <a:ext uri="{FF2B5EF4-FFF2-40B4-BE49-F238E27FC236}">
                <a16:creationId xmlns:a16="http://schemas.microsoft.com/office/drawing/2014/main" id="{F8EAB2C0-102B-FF43-BE7C-6D36924E0F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60" name="Picture 92" descr="Delete">
            <a:extLst>
              <a:ext uri="{FF2B5EF4-FFF2-40B4-BE49-F238E27FC236}">
                <a16:creationId xmlns:a16="http://schemas.microsoft.com/office/drawing/2014/main" id="{A6194C9D-95F5-3D41-94AA-75EF90B754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61" name="Picture 93" descr="Edit">
            <a:extLst>
              <a:ext uri="{FF2B5EF4-FFF2-40B4-BE49-F238E27FC236}">
                <a16:creationId xmlns:a16="http://schemas.microsoft.com/office/drawing/2014/main" id="{11FD369F-C6F5-7F48-8A4B-6A0971EC7A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62" name="Picture 94" descr="Copy">
            <a:extLst>
              <a:ext uri="{FF2B5EF4-FFF2-40B4-BE49-F238E27FC236}">
                <a16:creationId xmlns:a16="http://schemas.microsoft.com/office/drawing/2014/main" id="{C9DC0687-5FE1-034F-8A4A-9C58ABD5DB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63" name="Picture 95" descr="Delete">
            <a:extLst>
              <a:ext uri="{FF2B5EF4-FFF2-40B4-BE49-F238E27FC236}">
                <a16:creationId xmlns:a16="http://schemas.microsoft.com/office/drawing/2014/main" id="{2AD73EEB-6ABD-9B44-A756-C32352F274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64" name="Picture 96" descr="Edit">
            <a:extLst>
              <a:ext uri="{FF2B5EF4-FFF2-40B4-BE49-F238E27FC236}">
                <a16:creationId xmlns:a16="http://schemas.microsoft.com/office/drawing/2014/main" id="{10B34E61-15B9-2E49-87B9-73B2D7CA68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65" name="Picture 97" descr="Copy">
            <a:extLst>
              <a:ext uri="{FF2B5EF4-FFF2-40B4-BE49-F238E27FC236}">
                <a16:creationId xmlns:a16="http://schemas.microsoft.com/office/drawing/2014/main" id="{DD2D3E0B-9847-AB49-B1D3-F4D1036F53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66" name="Picture 98" descr="Delete">
            <a:extLst>
              <a:ext uri="{FF2B5EF4-FFF2-40B4-BE49-F238E27FC236}">
                <a16:creationId xmlns:a16="http://schemas.microsoft.com/office/drawing/2014/main" id="{2E6B4D75-18BB-A144-816D-F2B4619AF4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67" name="Picture 99" descr="Edit">
            <a:extLst>
              <a:ext uri="{FF2B5EF4-FFF2-40B4-BE49-F238E27FC236}">
                <a16:creationId xmlns:a16="http://schemas.microsoft.com/office/drawing/2014/main" id="{FD1EDE04-2CAE-0944-85C6-942CAF846D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68" name="Picture 100" descr="Copy">
            <a:extLst>
              <a:ext uri="{FF2B5EF4-FFF2-40B4-BE49-F238E27FC236}">
                <a16:creationId xmlns:a16="http://schemas.microsoft.com/office/drawing/2014/main" id="{0311F970-C813-0046-B959-F2B02CFB0C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69" name="Picture 101" descr="Delete">
            <a:extLst>
              <a:ext uri="{FF2B5EF4-FFF2-40B4-BE49-F238E27FC236}">
                <a16:creationId xmlns:a16="http://schemas.microsoft.com/office/drawing/2014/main" id="{A29F9472-4262-2E49-AB07-394AEC0363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70" name="Picture 102" descr="Edit">
            <a:extLst>
              <a:ext uri="{FF2B5EF4-FFF2-40B4-BE49-F238E27FC236}">
                <a16:creationId xmlns:a16="http://schemas.microsoft.com/office/drawing/2014/main" id="{388DB9D5-6E65-7643-A25E-3D38446B63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71" name="Picture 103" descr="Copy">
            <a:extLst>
              <a:ext uri="{FF2B5EF4-FFF2-40B4-BE49-F238E27FC236}">
                <a16:creationId xmlns:a16="http://schemas.microsoft.com/office/drawing/2014/main" id="{E1D696C6-1DB6-C149-BB26-B53BCEAF27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72" name="Picture 104" descr="Delete">
            <a:extLst>
              <a:ext uri="{FF2B5EF4-FFF2-40B4-BE49-F238E27FC236}">
                <a16:creationId xmlns:a16="http://schemas.microsoft.com/office/drawing/2014/main" id="{2BF06DD9-3B1A-D34C-9A63-B55958FEB6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73" name="Picture 105" descr="Edit">
            <a:extLst>
              <a:ext uri="{FF2B5EF4-FFF2-40B4-BE49-F238E27FC236}">
                <a16:creationId xmlns:a16="http://schemas.microsoft.com/office/drawing/2014/main" id="{F779866C-856E-6145-9265-3FC104F236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74" name="Picture 106" descr="Copy">
            <a:extLst>
              <a:ext uri="{FF2B5EF4-FFF2-40B4-BE49-F238E27FC236}">
                <a16:creationId xmlns:a16="http://schemas.microsoft.com/office/drawing/2014/main" id="{70D9D364-C44A-0144-80C8-EF4A1A6A6C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75" name="Picture 107" descr="Delete">
            <a:extLst>
              <a:ext uri="{FF2B5EF4-FFF2-40B4-BE49-F238E27FC236}">
                <a16:creationId xmlns:a16="http://schemas.microsoft.com/office/drawing/2014/main" id="{3C3379C6-BD39-4B4A-8BE6-AA5F77C496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76" name="Picture 108" descr="Edit">
            <a:extLst>
              <a:ext uri="{FF2B5EF4-FFF2-40B4-BE49-F238E27FC236}">
                <a16:creationId xmlns:a16="http://schemas.microsoft.com/office/drawing/2014/main" id="{3FE1382E-5F62-5649-BC20-91DE8CB680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77" name="Picture 109" descr="Copy">
            <a:extLst>
              <a:ext uri="{FF2B5EF4-FFF2-40B4-BE49-F238E27FC236}">
                <a16:creationId xmlns:a16="http://schemas.microsoft.com/office/drawing/2014/main" id="{739E4073-C04F-E843-82FD-4DE1266AE6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78" name="Picture 110" descr="Delete">
            <a:extLst>
              <a:ext uri="{FF2B5EF4-FFF2-40B4-BE49-F238E27FC236}">
                <a16:creationId xmlns:a16="http://schemas.microsoft.com/office/drawing/2014/main" id="{C66F04BA-9996-1348-9DF2-1AB3D889B1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Table 4">
            <a:extLst>
              <a:ext uri="{FF2B5EF4-FFF2-40B4-BE49-F238E27FC236}">
                <a16:creationId xmlns:a16="http://schemas.microsoft.com/office/drawing/2014/main" id="{E53D7A9E-6A4C-E144-B500-84AF61A1A0CE}"/>
              </a:ext>
            </a:extLst>
          </p:cNvPr>
          <p:cNvGraphicFramePr>
            <a:graphicFrameLocks noGrp="1"/>
          </p:cNvGraphicFramePr>
          <p:nvPr>
            <p:extLst>
              <p:ext uri="{D42A27DB-BD31-4B8C-83A1-F6EECF244321}">
                <p14:modId xmlns:p14="http://schemas.microsoft.com/office/powerpoint/2010/main" val="1328626571"/>
              </p:ext>
            </p:extLst>
          </p:nvPr>
        </p:nvGraphicFramePr>
        <p:xfrm>
          <a:off x="1706880" y="5317397"/>
          <a:ext cx="8778240" cy="731520"/>
        </p:xfrm>
        <a:graphic>
          <a:graphicData uri="http://schemas.openxmlformats.org/drawingml/2006/table">
            <a:tbl>
              <a:tblPr firstRow="1">
                <a:tableStyleId>{284E427A-3D55-4303-BF80-6455036E1DE7}</a:tableStyleId>
              </a:tblPr>
              <a:tblGrid>
                <a:gridCol w="2194560">
                  <a:extLst>
                    <a:ext uri="{9D8B030D-6E8A-4147-A177-3AD203B41FA5}">
                      <a16:colId xmlns:a16="http://schemas.microsoft.com/office/drawing/2014/main" val="3251206747"/>
                    </a:ext>
                  </a:extLst>
                </a:gridCol>
                <a:gridCol w="2194560">
                  <a:extLst>
                    <a:ext uri="{9D8B030D-6E8A-4147-A177-3AD203B41FA5}">
                      <a16:colId xmlns:a16="http://schemas.microsoft.com/office/drawing/2014/main" val="1510229148"/>
                    </a:ext>
                  </a:extLst>
                </a:gridCol>
                <a:gridCol w="2194560">
                  <a:extLst>
                    <a:ext uri="{9D8B030D-6E8A-4147-A177-3AD203B41FA5}">
                      <a16:colId xmlns:a16="http://schemas.microsoft.com/office/drawing/2014/main" val="3881510931"/>
                    </a:ext>
                  </a:extLst>
                </a:gridCol>
                <a:gridCol w="2194560">
                  <a:extLst>
                    <a:ext uri="{9D8B030D-6E8A-4147-A177-3AD203B41FA5}">
                      <a16:colId xmlns:a16="http://schemas.microsoft.com/office/drawing/2014/main" val="3703355104"/>
                    </a:ext>
                  </a:extLst>
                </a:gridCol>
              </a:tblGrid>
              <a:tr h="0">
                <a:tc>
                  <a:txBody>
                    <a:bodyPr/>
                    <a:lstStyle/>
                    <a:p>
                      <a:pPr algn="r" fontAlgn="ctr"/>
                      <a:r>
                        <a:rPr lang="en-AU" b="1" dirty="0">
                          <a:solidFill>
                            <a:schemeClr val="bg1"/>
                          </a:solidFill>
                          <a:effectLst/>
                        </a:rPr>
                        <a:t>SUM(population)</a:t>
                      </a:r>
                    </a:p>
                  </a:txBody>
                  <a:tcPr anchor="ctr"/>
                </a:tc>
                <a:tc>
                  <a:txBody>
                    <a:bodyPr/>
                    <a:lstStyle/>
                    <a:p>
                      <a:pPr algn="r" fontAlgn="ctr"/>
                      <a:r>
                        <a:rPr lang="en-AU" b="1">
                          <a:solidFill>
                            <a:schemeClr val="bg1"/>
                          </a:solidFill>
                          <a:effectLst/>
                        </a:rPr>
                        <a:t>AVG(population)</a:t>
                      </a:r>
                    </a:p>
                  </a:txBody>
                  <a:tcPr anchor="ctr"/>
                </a:tc>
                <a:tc>
                  <a:txBody>
                    <a:bodyPr/>
                    <a:lstStyle/>
                    <a:p>
                      <a:pPr algn="r" fontAlgn="ctr"/>
                      <a:r>
                        <a:rPr lang="en-AU" b="1">
                          <a:solidFill>
                            <a:schemeClr val="bg1"/>
                          </a:solidFill>
                          <a:effectLst/>
                        </a:rPr>
                        <a:t>MIN(population)</a:t>
                      </a:r>
                    </a:p>
                  </a:txBody>
                  <a:tcPr anchor="ctr"/>
                </a:tc>
                <a:tc>
                  <a:txBody>
                    <a:bodyPr/>
                    <a:lstStyle/>
                    <a:p>
                      <a:pPr algn="r" fontAlgn="ctr"/>
                      <a:r>
                        <a:rPr lang="en-AU" b="1">
                          <a:solidFill>
                            <a:schemeClr val="bg1"/>
                          </a:solidFill>
                          <a:effectLst/>
                        </a:rPr>
                        <a:t>MAX(population)</a:t>
                      </a:r>
                    </a:p>
                  </a:txBody>
                  <a:tcPr anchor="ctr"/>
                </a:tc>
                <a:extLst>
                  <a:ext uri="{0D108BD9-81ED-4DB2-BD59-A6C34878D82A}">
                    <a16:rowId xmlns:a16="http://schemas.microsoft.com/office/drawing/2014/main" val="1396598636"/>
                  </a:ext>
                </a:extLst>
              </a:tr>
              <a:tr h="0">
                <a:tc>
                  <a:txBody>
                    <a:bodyPr/>
                    <a:lstStyle/>
                    <a:p>
                      <a:pPr algn="r" fontAlgn="ctr"/>
                      <a:r>
                        <a:rPr lang="en-AU" dirty="0">
                          <a:effectLst/>
                        </a:rPr>
                        <a:t>57678</a:t>
                      </a:r>
                    </a:p>
                  </a:txBody>
                  <a:tcPr anchor="ctr"/>
                </a:tc>
                <a:tc>
                  <a:txBody>
                    <a:bodyPr/>
                    <a:lstStyle/>
                    <a:p>
                      <a:pPr algn="r" fontAlgn="ctr"/>
                      <a:r>
                        <a:rPr lang="en-AU">
                          <a:effectLst/>
                        </a:rPr>
                        <a:t>1441.9500</a:t>
                      </a:r>
                    </a:p>
                  </a:txBody>
                  <a:tcPr anchor="ctr"/>
                </a:tc>
                <a:tc>
                  <a:txBody>
                    <a:bodyPr/>
                    <a:lstStyle/>
                    <a:p>
                      <a:pPr algn="r" fontAlgn="ctr"/>
                      <a:r>
                        <a:rPr lang="en-AU">
                          <a:effectLst/>
                        </a:rPr>
                        <a:t>0</a:t>
                      </a:r>
                    </a:p>
                  </a:txBody>
                  <a:tcPr anchor="ctr"/>
                </a:tc>
                <a:tc>
                  <a:txBody>
                    <a:bodyPr/>
                    <a:lstStyle/>
                    <a:p>
                      <a:pPr algn="r" fontAlgn="ctr"/>
                      <a:r>
                        <a:rPr lang="en-AU" dirty="0">
                          <a:effectLst/>
                        </a:rPr>
                        <a:t>5988</a:t>
                      </a:r>
                    </a:p>
                  </a:txBody>
                  <a:tcPr anchor="ctr"/>
                </a:tc>
                <a:extLst>
                  <a:ext uri="{0D108BD9-81ED-4DB2-BD59-A6C34878D82A}">
                    <a16:rowId xmlns:a16="http://schemas.microsoft.com/office/drawing/2014/main" val="982407830"/>
                  </a:ext>
                </a:extLst>
              </a:tr>
            </a:tbl>
          </a:graphicData>
        </a:graphic>
      </p:graphicFrame>
    </p:spTree>
    <p:extLst>
      <p:ext uri="{BB962C8B-B14F-4D97-AF65-F5344CB8AC3E}">
        <p14:creationId xmlns:p14="http://schemas.microsoft.com/office/powerpoint/2010/main" val="174271577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97DAE-2794-2A48-B881-72AD9F2E19E6}"/>
              </a:ext>
            </a:extLst>
          </p:cNvPr>
          <p:cNvSpPr>
            <a:spLocks noGrp="1"/>
          </p:cNvSpPr>
          <p:nvPr>
            <p:ph type="title"/>
          </p:nvPr>
        </p:nvSpPr>
        <p:spPr>
          <a:xfrm>
            <a:off x="609600" y="499892"/>
            <a:ext cx="10972800" cy="1003205"/>
          </a:xfrm>
        </p:spPr>
        <p:txBody>
          <a:bodyPr/>
          <a:lstStyle/>
          <a:p>
            <a:r>
              <a:rPr lang="en-AU"/>
              <a:t>Grouping Results</a:t>
            </a:r>
          </a:p>
        </p:txBody>
      </p:sp>
      <p:sp>
        <p:nvSpPr>
          <p:cNvPr id="3" name="Content Placeholder 2">
            <a:extLst>
              <a:ext uri="{FF2B5EF4-FFF2-40B4-BE49-F238E27FC236}">
                <a16:creationId xmlns:a16="http://schemas.microsoft.com/office/drawing/2014/main" id="{47654F44-B3B5-5746-93E9-8536EF5C9CF8}"/>
              </a:ext>
            </a:extLst>
          </p:cNvPr>
          <p:cNvSpPr>
            <a:spLocks noGrp="1"/>
          </p:cNvSpPr>
          <p:nvPr>
            <p:ph idx="1"/>
          </p:nvPr>
        </p:nvSpPr>
        <p:spPr>
          <a:xfrm>
            <a:off x="609600" y="1794617"/>
            <a:ext cx="10972800" cy="4563491"/>
          </a:xfrm>
        </p:spPr>
        <p:txBody>
          <a:bodyPr vert="horz" lIns="91440" tIns="45720" rIns="91440" bIns="45720" rtlCol="0" anchor="t">
            <a:normAutofit fontScale="92500" lnSpcReduction="20000"/>
          </a:bodyPr>
          <a:lstStyle/>
          <a:p>
            <a:r>
              <a:rPr lang="en-AU" dirty="0"/>
              <a:t>Group the locations by country code</a:t>
            </a:r>
          </a:p>
          <a:p>
            <a:pPr lvl="1"/>
            <a:r>
              <a:rPr lang="en-AU" dirty="0">
                <a:solidFill>
                  <a:srgbClr val="92D050"/>
                </a:solidFill>
                <a:latin typeface="Fira Code" panose="020B0809050000020004" pitchFamily="49" charset="0"/>
                <a:ea typeface="Fira Code" panose="020B0809050000020004" pitchFamily="49" charset="0"/>
                <a:cs typeface="Fira Code" panose="020B0809050000020004" pitchFamily="49" charset="0"/>
              </a:rPr>
              <a:t>SELECT population FROM locations GROUP BY </a:t>
            </a:r>
            <a:r>
              <a:rPr lang="en-AU" dirty="0" err="1">
                <a:solidFill>
                  <a:srgbClr val="92D050"/>
                </a:solidFill>
                <a:latin typeface="Fira Code" panose="020B0809050000020004" pitchFamily="49" charset="0"/>
                <a:ea typeface="Fira Code" panose="020B0809050000020004" pitchFamily="49" charset="0"/>
                <a:cs typeface="Fira Code" panose="020B0809050000020004" pitchFamily="49" charset="0"/>
              </a:rPr>
              <a:t>country_code</a:t>
            </a:r>
            <a:r>
              <a:rPr lang="en-AU" dirty="0">
                <a:solidFill>
                  <a:srgbClr val="92D050"/>
                </a:solidFill>
                <a:latin typeface="Fira Code" panose="020B0809050000020004" pitchFamily="49" charset="0"/>
                <a:ea typeface="Fira Code" panose="020B0809050000020004" pitchFamily="49" charset="0"/>
                <a:cs typeface="Fira Code" panose="020B0809050000020004" pitchFamily="49" charset="0"/>
              </a:rPr>
              <a:t>;</a:t>
            </a:r>
          </a:p>
          <a:p>
            <a:pPr lvl="1"/>
            <a:r>
              <a:rPr lang="en-AU" dirty="0">
                <a:solidFill>
                  <a:srgbClr val="92D050"/>
                </a:solidFill>
                <a:latin typeface="Fira Code" panose="020B0809050000020004" pitchFamily="49" charset="0"/>
                <a:ea typeface="Fira Code" panose="020B0809050000020004" pitchFamily="49" charset="0"/>
                <a:cs typeface="Fira Code" panose="020B0809050000020004" pitchFamily="49" charset="0"/>
              </a:rPr>
              <a:t>SELECT Sum(population),</a:t>
            </a:r>
            <a:r>
              <a:rPr lang="en-AU" dirty="0" err="1">
                <a:solidFill>
                  <a:srgbClr val="92D050"/>
                </a:solidFill>
                <a:latin typeface="Fira Code" panose="020B0809050000020004" pitchFamily="49" charset="0"/>
                <a:ea typeface="Fira Code" panose="020B0809050000020004" pitchFamily="49" charset="0"/>
                <a:cs typeface="Fira Code" panose="020B0809050000020004" pitchFamily="49" charset="0"/>
              </a:rPr>
              <a:t>country_code</a:t>
            </a:r>
            <a:r>
              <a:rPr lang="en-AU" dirty="0">
                <a:solidFill>
                  <a:srgbClr val="92D050"/>
                </a:solidFill>
                <a:latin typeface="Fira Code" panose="020B0809050000020004" pitchFamily="49" charset="0"/>
                <a:ea typeface="Fira Code" panose="020B0809050000020004" pitchFamily="49" charset="0"/>
                <a:cs typeface="Fira Code" panose="020B0809050000020004" pitchFamily="49" charset="0"/>
              </a:rPr>
              <a:t> FROM locations GROUP BY </a:t>
            </a:r>
            <a:r>
              <a:rPr lang="en-AU" dirty="0" err="1">
                <a:solidFill>
                  <a:srgbClr val="92D050"/>
                </a:solidFill>
                <a:latin typeface="Fira Code" panose="020B0809050000020004" pitchFamily="49" charset="0"/>
                <a:ea typeface="Fira Code" panose="020B0809050000020004" pitchFamily="49" charset="0"/>
                <a:cs typeface="Fira Code" panose="020B0809050000020004" pitchFamily="49" charset="0"/>
              </a:rPr>
              <a:t>country_code</a:t>
            </a:r>
            <a:r>
              <a:rPr lang="en-AU" dirty="0">
                <a:solidFill>
                  <a:srgbClr val="92D050"/>
                </a:solidFill>
                <a:latin typeface="Fira Code" panose="020B0809050000020004" pitchFamily="49" charset="0"/>
                <a:ea typeface="Fira Code" panose="020B0809050000020004" pitchFamily="49" charset="0"/>
                <a:cs typeface="Fira Code" panose="020B0809050000020004" pitchFamily="49" charset="0"/>
              </a:rPr>
              <a:t>;</a:t>
            </a:r>
          </a:p>
          <a:p>
            <a:pPr lvl="1"/>
            <a:endParaRPr lang="en-AU" dirty="0">
              <a:solidFill>
                <a:srgbClr val="92D050"/>
              </a:solidFill>
              <a:latin typeface="Fira Code" panose="020B0809050000020004" pitchFamily="49" charset="0"/>
              <a:ea typeface="Fira Code" panose="020B0809050000020004" pitchFamily="49" charset="0"/>
              <a:cs typeface="Fira Code" panose="020B0809050000020004" pitchFamily="49" charset="0"/>
            </a:endParaRPr>
          </a:p>
          <a:p>
            <a:endParaRPr lang="en-AU" dirty="0"/>
          </a:p>
          <a:p>
            <a:r>
              <a:rPr lang="en-AU" dirty="0"/>
              <a:t>This results in:</a:t>
            </a:r>
          </a:p>
          <a:p>
            <a:pPr lvl="1"/>
            <a:r>
              <a:rPr lang="en-AU" dirty="0"/>
              <a:t>Few rows of results</a:t>
            </a:r>
          </a:p>
          <a:p>
            <a:endParaRPr lang="en-AU" dirty="0"/>
          </a:p>
          <a:p>
            <a:r>
              <a:rPr lang="en-AU" dirty="0"/>
              <a:t>But Why? Can you guess?</a:t>
            </a:r>
            <a:endParaRPr lang="en-AU" dirty="0">
              <a:cs typeface="Arial"/>
            </a:endParaRPr>
          </a:p>
        </p:txBody>
      </p:sp>
    </p:spTree>
    <p:extLst>
      <p:ext uri="{BB962C8B-B14F-4D97-AF65-F5344CB8AC3E}">
        <p14:creationId xmlns:p14="http://schemas.microsoft.com/office/powerpoint/2010/main" val="220602463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97DAE-2794-2A48-B881-72AD9F2E19E6}"/>
              </a:ext>
            </a:extLst>
          </p:cNvPr>
          <p:cNvSpPr>
            <a:spLocks noGrp="1"/>
          </p:cNvSpPr>
          <p:nvPr>
            <p:ph type="title"/>
          </p:nvPr>
        </p:nvSpPr>
        <p:spPr>
          <a:xfrm>
            <a:off x="609600" y="499892"/>
            <a:ext cx="10972800" cy="1003205"/>
          </a:xfrm>
        </p:spPr>
        <p:txBody>
          <a:bodyPr/>
          <a:lstStyle/>
          <a:p>
            <a:r>
              <a:rPr lang="en-AU"/>
              <a:t>Grouping Results</a:t>
            </a:r>
          </a:p>
        </p:txBody>
      </p:sp>
      <p:sp>
        <p:nvSpPr>
          <p:cNvPr id="3" name="Content Placeholder 2">
            <a:extLst>
              <a:ext uri="{FF2B5EF4-FFF2-40B4-BE49-F238E27FC236}">
                <a16:creationId xmlns:a16="http://schemas.microsoft.com/office/drawing/2014/main" id="{47654F44-B3B5-5746-93E9-8536EF5C9CF8}"/>
              </a:ext>
            </a:extLst>
          </p:cNvPr>
          <p:cNvSpPr>
            <a:spLocks noGrp="1"/>
          </p:cNvSpPr>
          <p:nvPr>
            <p:ph idx="1"/>
          </p:nvPr>
        </p:nvSpPr>
        <p:spPr>
          <a:xfrm>
            <a:off x="609600" y="1794617"/>
            <a:ext cx="10972800" cy="4563491"/>
          </a:xfrm>
        </p:spPr>
        <p:txBody>
          <a:bodyPr>
            <a:normAutofit/>
          </a:bodyPr>
          <a:lstStyle/>
          <a:p>
            <a:r>
              <a:rPr lang="en-AU"/>
              <a:t>Grouping is:</a:t>
            </a:r>
          </a:p>
          <a:p>
            <a:pPr lvl="1"/>
            <a:r>
              <a:rPr lang="en-AU"/>
              <a:t>not the same as sorting</a:t>
            </a:r>
          </a:p>
          <a:p>
            <a:pPr lvl="1"/>
            <a:r>
              <a:rPr lang="en-AU"/>
              <a:t>used for “statistics”</a:t>
            </a:r>
          </a:p>
          <a:p>
            <a:endParaRPr lang="en-AU"/>
          </a:p>
          <a:p>
            <a:endParaRPr lang="en-AU"/>
          </a:p>
        </p:txBody>
      </p:sp>
    </p:spTree>
    <p:extLst>
      <p:ext uri="{BB962C8B-B14F-4D97-AF65-F5344CB8AC3E}">
        <p14:creationId xmlns:p14="http://schemas.microsoft.com/office/powerpoint/2010/main" val="343859781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97DAE-2794-2A48-B881-72AD9F2E19E6}"/>
              </a:ext>
            </a:extLst>
          </p:cNvPr>
          <p:cNvSpPr>
            <a:spLocks noGrp="1"/>
          </p:cNvSpPr>
          <p:nvPr>
            <p:ph type="title"/>
          </p:nvPr>
        </p:nvSpPr>
        <p:spPr>
          <a:xfrm>
            <a:off x="609600" y="499892"/>
            <a:ext cx="10972800" cy="1003205"/>
          </a:xfrm>
        </p:spPr>
        <p:txBody>
          <a:bodyPr/>
          <a:lstStyle/>
          <a:p>
            <a:r>
              <a:rPr lang="en-AU"/>
              <a:t>Grouping Results</a:t>
            </a:r>
          </a:p>
        </p:txBody>
      </p:sp>
      <p:sp>
        <p:nvSpPr>
          <p:cNvPr id="3" name="Content Placeholder 2">
            <a:extLst>
              <a:ext uri="{FF2B5EF4-FFF2-40B4-BE49-F238E27FC236}">
                <a16:creationId xmlns:a16="http://schemas.microsoft.com/office/drawing/2014/main" id="{47654F44-B3B5-5746-93E9-8536EF5C9CF8}"/>
              </a:ext>
            </a:extLst>
          </p:cNvPr>
          <p:cNvSpPr>
            <a:spLocks noGrp="1"/>
          </p:cNvSpPr>
          <p:nvPr>
            <p:ph idx="1"/>
          </p:nvPr>
        </p:nvSpPr>
        <p:spPr>
          <a:xfrm>
            <a:off x="609600" y="1793875"/>
            <a:ext cx="7369205" cy="4564063"/>
          </a:xfrm>
        </p:spPr>
        <p:txBody>
          <a:bodyPr>
            <a:normAutofit/>
          </a:bodyPr>
          <a:lstStyle/>
          <a:p>
            <a:r>
              <a:rPr lang="en-AU"/>
              <a:t>Count the locations by country code</a:t>
            </a:r>
          </a:p>
          <a:p>
            <a:pPr lvl="1"/>
            <a:r>
              <a:rPr lang="en-AU">
                <a:solidFill>
                  <a:srgbClr val="92D050"/>
                </a:solidFill>
                <a:latin typeface="Fira Code" panose="020B0809050000020004" pitchFamily="49" charset="0"/>
                <a:ea typeface="Fira Code" panose="020B0809050000020004" pitchFamily="49" charset="0"/>
                <a:cs typeface="Fira Code" panose="020B0809050000020004" pitchFamily="49" charset="0"/>
              </a:rPr>
              <a:t>SELECT count(name) </a:t>
            </a:r>
            <a:br>
              <a:rPr lang="en-AU">
                <a:solidFill>
                  <a:srgbClr val="92D050"/>
                </a:solidFill>
                <a:latin typeface="Fira Code" panose="020B0809050000020004" pitchFamily="49" charset="0"/>
                <a:ea typeface="Fira Code" panose="020B0809050000020004" pitchFamily="49" charset="0"/>
                <a:cs typeface="Fira Code" panose="020B0809050000020004" pitchFamily="49" charset="0"/>
              </a:rPr>
            </a:br>
            <a:r>
              <a:rPr lang="en-AU">
                <a:solidFill>
                  <a:srgbClr val="92D050"/>
                </a:solidFill>
                <a:latin typeface="Fira Code" panose="020B0809050000020004" pitchFamily="49" charset="0"/>
                <a:ea typeface="Fira Code" panose="020B0809050000020004" pitchFamily="49" charset="0"/>
                <a:cs typeface="Fira Code" panose="020B0809050000020004" pitchFamily="49" charset="0"/>
              </a:rPr>
              <a:t>  FROM locations </a:t>
            </a:r>
            <a:br>
              <a:rPr lang="en-AU">
                <a:solidFill>
                  <a:srgbClr val="92D050"/>
                </a:solidFill>
                <a:latin typeface="Fira Code" panose="020B0809050000020004" pitchFamily="49" charset="0"/>
                <a:ea typeface="Fira Code" panose="020B0809050000020004" pitchFamily="49" charset="0"/>
                <a:cs typeface="Fira Code" panose="020B0809050000020004" pitchFamily="49" charset="0"/>
              </a:rPr>
            </a:br>
            <a:r>
              <a:rPr lang="en-AU">
                <a:solidFill>
                  <a:srgbClr val="92D050"/>
                </a:solidFill>
                <a:latin typeface="Fira Code" panose="020B0809050000020004" pitchFamily="49" charset="0"/>
                <a:ea typeface="Fira Code" panose="020B0809050000020004" pitchFamily="49" charset="0"/>
                <a:cs typeface="Fira Code" panose="020B0809050000020004" pitchFamily="49" charset="0"/>
              </a:rPr>
              <a:t>    GROUP BY </a:t>
            </a:r>
            <a:r>
              <a:rPr lang="en-AU" err="1">
                <a:solidFill>
                  <a:srgbClr val="92D050"/>
                </a:solidFill>
                <a:latin typeface="Fira Code" panose="020B0809050000020004" pitchFamily="49" charset="0"/>
                <a:ea typeface="Fira Code" panose="020B0809050000020004" pitchFamily="49" charset="0"/>
                <a:cs typeface="Fira Code" panose="020B0809050000020004" pitchFamily="49" charset="0"/>
              </a:rPr>
              <a:t>country_code</a:t>
            </a:r>
            <a:r>
              <a:rPr lang="en-AU">
                <a:solidFill>
                  <a:srgbClr val="92D050"/>
                </a:solidFill>
                <a:latin typeface="Fira Code" panose="020B0809050000020004" pitchFamily="49" charset="0"/>
                <a:ea typeface="Fira Code" panose="020B0809050000020004" pitchFamily="49" charset="0"/>
                <a:cs typeface="Fira Code" panose="020B0809050000020004" pitchFamily="49" charset="0"/>
              </a:rPr>
              <a:t>;</a:t>
            </a:r>
          </a:p>
          <a:p>
            <a:r>
              <a:rPr lang="en-AU"/>
              <a:t>Note that we do not know which country the results are for</a:t>
            </a:r>
          </a:p>
        </p:txBody>
      </p:sp>
      <p:graphicFrame>
        <p:nvGraphicFramePr>
          <p:cNvPr id="5" name="Table 4">
            <a:extLst>
              <a:ext uri="{FF2B5EF4-FFF2-40B4-BE49-F238E27FC236}">
                <a16:creationId xmlns:a16="http://schemas.microsoft.com/office/drawing/2014/main" id="{B0D2FADF-27CD-6F4A-93AA-FCB3AC9A0245}"/>
              </a:ext>
            </a:extLst>
          </p:cNvPr>
          <p:cNvGraphicFramePr>
            <a:graphicFrameLocks noGrp="1"/>
          </p:cNvGraphicFramePr>
          <p:nvPr>
            <p:extLst>
              <p:ext uri="{D42A27DB-BD31-4B8C-83A1-F6EECF244321}">
                <p14:modId xmlns:p14="http://schemas.microsoft.com/office/powerpoint/2010/main" val="947556141"/>
              </p:ext>
            </p:extLst>
          </p:nvPr>
        </p:nvGraphicFramePr>
        <p:xfrm>
          <a:off x="7978805" y="780177"/>
          <a:ext cx="1850296" cy="5652046"/>
        </p:xfrm>
        <a:graphic>
          <a:graphicData uri="http://schemas.openxmlformats.org/drawingml/2006/table">
            <a:tbl>
              <a:tblPr firstRow="1">
                <a:tableStyleId>{18603FDC-E32A-4AB5-989C-0864C3EAD2B8}</a:tableStyleId>
              </a:tblPr>
              <a:tblGrid>
                <a:gridCol w="1850296">
                  <a:extLst>
                    <a:ext uri="{9D8B030D-6E8A-4147-A177-3AD203B41FA5}">
                      <a16:colId xmlns:a16="http://schemas.microsoft.com/office/drawing/2014/main" val="1108994356"/>
                    </a:ext>
                  </a:extLst>
                </a:gridCol>
              </a:tblGrid>
              <a:tr h="150750">
                <a:tc>
                  <a:txBody>
                    <a:bodyPr/>
                    <a:lstStyle/>
                    <a:p>
                      <a:pPr algn="ctr" fontAlgn="ctr"/>
                      <a:r>
                        <a:rPr lang="en-AU" sz="800" b="1" u="none" strike="noStrike">
                          <a:solidFill>
                            <a:schemeClr val="bg1"/>
                          </a:solidFill>
                          <a:effectLst/>
                        </a:rPr>
                        <a:t>COUNT(name)</a:t>
                      </a:r>
                      <a:endParaRPr lang="en-AU" sz="800" b="1">
                        <a:solidFill>
                          <a:schemeClr val="bg1"/>
                        </a:solidFill>
                        <a:effectLst/>
                      </a:endParaRPr>
                    </a:p>
                  </a:txBody>
                  <a:tcPr marL="30838" marR="30838" marT="15419" marB="15419" anchor="ctr"/>
                </a:tc>
                <a:extLst>
                  <a:ext uri="{0D108BD9-81ED-4DB2-BD59-A6C34878D82A}">
                    <a16:rowId xmlns:a16="http://schemas.microsoft.com/office/drawing/2014/main" val="3153752157"/>
                  </a:ext>
                </a:extLst>
              </a:tr>
              <a:tr h="150750">
                <a:tc>
                  <a:txBody>
                    <a:bodyPr/>
                    <a:lstStyle/>
                    <a:p>
                      <a:pPr algn="ctr" fontAlgn="ctr"/>
                      <a:r>
                        <a:rPr lang="en-AU" sz="800">
                          <a:effectLst/>
                        </a:rPr>
                        <a:t>1</a:t>
                      </a:r>
                    </a:p>
                  </a:txBody>
                  <a:tcPr marL="30838" marR="30838" marT="15419" marB="15419" anchor="ctr"/>
                </a:tc>
                <a:extLst>
                  <a:ext uri="{0D108BD9-81ED-4DB2-BD59-A6C34878D82A}">
                    <a16:rowId xmlns:a16="http://schemas.microsoft.com/office/drawing/2014/main" val="3870812737"/>
                  </a:ext>
                </a:extLst>
              </a:tr>
              <a:tr h="150750">
                <a:tc>
                  <a:txBody>
                    <a:bodyPr/>
                    <a:lstStyle/>
                    <a:p>
                      <a:pPr algn="ctr" fontAlgn="ctr"/>
                      <a:r>
                        <a:rPr lang="en-AU" sz="800">
                          <a:effectLst/>
                        </a:rPr>
                        <a:t>1</a:t>
                      </a:r>
                    </a:p>
                  </a:txBody>
                  <a:tcPr marL="30838" marR="30838" marT="15419" marB="15419" anchor="ctr"/>
                </a:tc>
                <a:extLst>
                  <a:ext uri="{0D108BD9-81ED-4DB2-BD59-A6C34878D82A}">
                    <a16:rowId xmlns:a16="http://schemas.microsoft.com/office/drawing/2014/main" val="3731511276"/>
                  </a:ext>
                </a:extLst>
              </a:tr>
              <a:tr h="150750">
                <a:tc>
                  <a:txBody>
                    <a:bodyPr/>
                    <a:lstStyle/>
                    <a:p>
                      <a:pPr algn="ctr" fontAlgn="ctr"/>
                      <a:r>
                        <a:rPr lang="en-AU" sz="800">
                          <a:effectLst/>
                        </a:rPr>
                        <a:t>1</a:t>
                      </a:r>
                    </a:p>
                  </a:txBody>
                  <a:tcPr marL="30838" marR="30838" marT="15419" marB="15419" anchor="ctr"/>
                </a:tc>
                <a:extLst>
                  <a:ext uri="{0D108BD9-81ED-4DB2-BD59-A6C34878D82A}">
                    <a16:rowId xmlns:a16="http://schemas.microsoft.com/office/drawing/2014/main" val="3338405749"/>
                  </a:ext>
                </a:extLst>
              </a:tr>
              <a:tr h="150750">
                <a:tc>
                  <a:txBody>
                    <a:bodyPr/>
                    <a:lstStyle/>
                    <a:p>
                      <a:pPr algn="ctr" fontAlgn="ctr"/>
                      <a:r>
                        <a:rPr lang="en-AU" sz="800">
                          <a:effectLst/>
                        </a:rPr>
                        <a:t>1</a:t>
                      </a:r>
                    </a:p>
                  </a:txBody>
                  <a:tcPr marL="30838" marR="30838" marT="15419" marB="15419" anchor="ctr"/>
                </a:tc>
                <a:extLst>
                  <a:ext uri="{0D108BD9-81ED-4DB2-BD59-A6C34878D82A}">
                    <a16:rowId xmlns:a16="http://schemas.microsoft.com/office/drawing/2014/main" val="1672582602"/>
                  </a:ext>
                </a:extLst>
              </a:tr>
              <a:tr h="150750">
                <a:tc>
                  <a:txBody>
                    <a:bodyPr/>
                    <a:lstStyle/>
                    <a:p>
                      <a:pPr algn="ctr" fontAlgn="ctr"/>
                      <a:r>
                        <a:rPr lang="en-AU" sz="800">
                          <a:effectLst/>
                        </a:rPr>
                        <a:t>1</a:t>
                      </a:r>
                    </a:p>
                  </a:txBody>
                  <a:tcPr marL="30838" marR="30838" marT="15419" marB="15419" anchor="ctr"/>
                </a:tc>
                <a:extLst>
                  <a:ext uri="{0D108BD9-81ED-4DB2-BD59-A6C34878D82A}">
                    <a16:rowId xmlns:a16="http://schemas.microsoft.com/office/drawing/2014/main" val="2043958400"/>
                  </a:ext>
                </a:extLst>
              </a:tr>
              <a:tr h="150750">
                <a:tc>
                  <a:txBody>
                    <a:bodyPr/>
                    <a:lstStyle/>
                    <a:p>
                      <a:pPr algn="ctr" fontAlgn="ctr"/>
                      <a:r>
                        <a:rPr lang="en-AU" sz="800">
                          <a:effectLst/>
                        </a:rPr>
                        <a:t>1</a:t>
                      </a:r>
                    </a:p>
                  </a:txBody>
                  <a:tcPr marL="30838" marR="30838" marT="15419" marB="15419" anchor="ctr"/>
                </a:tc>
                <a:extLst>
                  <a:ext uri="{0D108BD9-81ED-4DB2-BD59-A6C34878D82A}">
                    <a16:rowId xmlns:a16="http://schemas.microsoft.com/office/drawing/2014/main" val="144169271"/>
                  </a:ext>
                </a:extLst>
              </a:tr>
              <a:tr h="150750">
                <a:tc>
                  <a:txBody>
                    <a:bodyPr/>
                    <a:lstStyle/>
                    <a:p>
                      <a:pPr algn="ctr" fontAlgn="ctr"/>
                      <a:r>
                        <a:rPr lang="en-AU" sz="800">
                          <a:effectLst/>
                        </a:rPr>
                        <a:t>1</a:t>
                      </a:r>
                    </a:p>
                  </a:txBody>
                  <a:tcPr marL="30838" marR="30838" marT="15419" marB="15419" anchor="ctr"/>
                </a:tc>
                <a:extLst>
                  <a:ext uri="{0D108BD9-81ED-4DB2-BD59-A6C34878D82A}">
                    <a16:rowId xmlns:a16="http://schemas.microsoft.com/office/drawing/2014/main" val="3909491505"/>
                  </a:ext>
                </a:extLst>
              </a:tr>
              <a:tr h="150750">
                <a:tc>
                  <a:txBody>
                    <a:bodyPr/>
                    <a:lstStyle/>
                    <a:p>
                      <a:pPr algn="ctr" fontAlgn="ctr"/>
                      <a:r>
                        <a:rPr lang="en-AU" sz="800">
                          <a:effectLst/>
                        </a:rPr>
                        <a:t>1</a:t>
                      </a:r>
                    </a:p>
                  </a:txBody>
                  <a:tcPr marL="30838" marR="30838" marT="15419" marB="15419" anchor="ctr"/>
                </a:tc>
                <a:extLst>
                  <a:ext uri="{0D108BD9-81ED-4DB2-BD59-A6C34878D82A}">
                    <a16:rowId xmlns:a16="http://schemas.microsoft.com/office/drawing/2014/main" val="1956265902"/>
                  </a:ext>
                </a:extLst>
              </a:tr>
              <a:tr h="150750">
                <a:tc>
                  <a:txBody>
                    <a:bodyPr/>
                    <a:lstStyle/>
                    <a:p>
                      <a:pPr algn="ctr" fontAlgn="ctr"/>
                      <a:r>
                        <a:rPr lang="en-AU" sz="800">
                          <a:effectLst/>
                        </a:rPr>
                        <a:t>2</a:t>
                      </a:r>
                    </a:p>
                  </a:txBody>
                  <a:tcPr marL="30838" marR="30838" marT="15419" marB="15419" anchor="ctr"/>
                </a:tc>
                <a:extLst>
                  <a:ext uri="{0D108BD9-81ED-4DB2-BD59-A6C34878D82A}">
                    <a16:rowId xmlns:a16="http://schemas.microsoft.com/office/drawing/2014/main" val="352094459"/>
                  </a:ext>
                </a:extLst>
              </a:tr>
              <a:tr h="150750">
                <a:tc>
                  <a:txBody>
                    <a:bodyPr/>
                    <a:lstStyle/>
                    <a:p>
                      <a:pPr algn="ctr" fontAlgn="ctr"/>
                      <a:r>
                        <a:rPr lang="en-AU" sz="800">
                          <a:effectLst/>
                        </a:rPr>
                        <a:t>1</a:t>
                      </a:r>
                    </a:p>
                  </a:txBody>
                  <a:tcPr marL="30838" marR="30838" marT="15419" marB="15419" anchor="ctr"/>
                </a:tc>
                <a:extLst>
                  <a:ext uri="{0D108BD9-81ED-4DB2-BD59-A6C34878D82A}">
                    <a16:rowId xmlns:a16="http://schemas.microsoft.com/office/drawing/2014/main" val="1952654966"/>
                  </a:ext>
                </a:extLst>
              </a:tr>
              <a:tr h="150750">
                <a:tc>
                  <a:txBody>
                    <a:bodyPr/>
                    <a:lstStyle/>
                    <a:p>
                      <a:pPr algn="ctr" fontAlgn="ctr"/>
                      <a:r>
                        <a:rPr lang="en-AU" sz="800">
                          <a:effectLst/>
                        </a:rPr>
                        <a:t>1</a:t>
                      </a:r>
                    </a:p>
                  </a:txBody>
                  <a:tcPr marL="30838" marR="30838" marT="15419" marB="15419" anchor="ctr"/>
                </a:tc>
                <a:extLst>
                  <a:ext uri="{0D108BD9-81ED-4DB2-BD59-A6C34878D82A}">
                    <a16:rowId xmlns:a16="http://schemas.microsoft.com/office/drawing/2014/main" val="1283753116"/>
                  </a:ext>
                </a:extLst>
              </a:tr>
              <a:tr h="150750">
                <a:tc>
                  <a:txBody>
                    <a:bodyPr/>
                    <a:lstStyle/>
                    <a:p>
                      <a:pPr algn="ctr" fontAlgn="ctr"/>
                      <a:r>
                        <a:rPr lang="en-AU" sz="800">
                          <a:effectLst/>
                        </a:rPr>
                        <a:t>1</a:t>
                      </a:r>
                    </a:p>
                  </a:txBody>
                  <a:tcPr marL="30838" marR="30838" marT="15419" marB="15419" anchor="ctr"/>
                </a:tc>
                <a:extLst>
                  <a:ext uri="{0D108BD9-81ED-4DB2-BD59-A6C34878D82A}">
                    <a16:rowId xmlns:a16="http://schemas.microsoft.com/office/drawing/2014/main" val="1039270904"/>
                  </a:ext>
                </a:extLst>
              </a:tr>
              <a:tr h="150750">
                <a:tc>
                  <a:txBody>
                    <a:bodyPr/>
                    <a:lstStyle/>
                    <a:p>
                      <a:pPr algn="ctr" fontAlgn="ctr"/>
                      <a:r>
                        <a:rPr lang="en-AU" sz="800">
                          <a:effectLst/>
                        </a:rPr>
                        <a:t>2</a:t>
                      </a:r>
                    </a:p>
                  </a:txBody>
                  <a:tcPr marL="30838" marR="30838" marT="15419" marB="15419" anchor="ctr"/>
                </a:tc>
                <a:extLst>
                  <a:ext uri="{0D108BD9-81ED-4DB2-BD59-A6C34878D82A}">
                    <a16:rowId xmlns:a16="http://schemas.microsoft.com/office/drawing/2014/main" val="2511834660"/>
                  </a:ext>
                </a:extLst>
              </a:tr>
              <a:tr h="150750">
                <a:tc>
                  <a:txBody>
                    <a:bodyPr/>
                    <a:lstStyle/>
                    <a:p>
                      <a:pPr algn="ctr" fontAlgn="ctr"/>
                      <a:r>
                        <a:rPr lang="en-AU" sz="800">
                          <a:effectLst/>
                        </a:rPr>
                        <a:t>2</a:t>
                      </a:r>
                    </a:p>
                  </a:txBody>
                  <a:tcPr marL="30838" marR="30838" marT="15419" marB="15419" anchor="ctr"/>
                </a:tc>
                <a:extLst>
                  <a:ext uri="{0D108BD9-81ED-4DB2-BD59-A6C34878D82A}">
                    <a16:rowId xmlns:a16="http://schemas.microsoft.com/office/drawing/2014/main" val="3774795093"/>
                  </a:ext>
                </a:extLst>
              </a:tr>
              <a:tr h="150750">
                <a:tc>
                  <a:txBody>
                    <a:bodyPr/>
                    <a:lstStyle/>
                    <a:p>
                      <a:pPr algn="ctr" fontAlgn="ctr"/>
                      <a:r>
                        <a:rPr lang="en-AU" sz="800">
                          <a:effectLst/>
                        </a:rPr>
                        <a:t>1</a:t>
                      </a:r>
                    </a:p>
                  </a:txBody>
                  <a:tcPr marL="30838" marR="30838" marT="15419" marB="15419" anchor="ctr"/>
                </a:tc>
                <a:extLst>
                  <a:ext uri="{0D108BD9-81ED-4DB2-BD59-A6C34878D82A}">
                    <a16:rowId xmlns:a16="http://schemas.microsoft.com/office/drawing/2014/main" val="4119133809"/>
                  </a:ext>
                </a:extLst>
              </a:tr>
              <a:tr h="150750">
                <a:tc>
                  <a:txBody>
                    <a:bodyPr/>
                    <a:lstStyle/>
                    <a:p>
                      <a:pPr algn="ctr" fontAlgn="ctr"/>
                      <a:r>
                        <a:rPr lang="en-AU" sz="800">
                          <a:effectLst/>
                        </a:rPr>
                        <a:t>1</a:t>
                      </a:r>
                    </a:p>
                  </a:txBody>
                  <a:tcPr marL="30838" marR="30838" marT="15419" marB="15419" anchor="ctr"/>
                </a:tc>
                <a:extLst>
                  <a:ext uri="{0D108BD9-81ED-4DB2-BD59-A6C34878D82A}">
                    <a16:rowId xmlns:a16="http://schemas.microsoft.com/office/drawing/2014/main" val="154103292"/>
                  </a:ext>
                </a:extLst>
              </a:tr>
              <a:tr h="150750">
                <a:tc>
                  <a:txBody>
                    <a:bodyPr/>
                    <a:lstStyle/>
                    <a:p>
                      <a:pPr algn="ctr" fontAlgn="ctr"/>
                      <a:r>
                        <a:rPr lang="en-AU" sz="800">
                          <a:effectLst/>
                        </a:rPr>
                        <a:t>1</a:t>
                      </a:r>
                    </a:p>
                  </a:txBody>
                  <a:tcPr marL="30838" marR="30838" marT="15419" marB="15419" anchor="ctr"/>
                </a:tc>
                <a:extLst>
                  <a:ext uri="{0D108BD9-81ED-4DB2-BD59-A6C34878D82A}">
                    <a16:rowId xmlns:a16="http://schemas.microsoft.com/office/drawing/2014/main" val="2813035612"/>
                  </a:ext>
                </a:extLst>
              </a:tr>
              <a:tr h="150750">
                <a:tc>
                  <a:txBody>
                    <a:bodyPr/>
                    <a:lstStyle/>
                    <a:p>
                      <a:pPr algn="ctr" fontAlgn="ctr"/>
                      <a:r>
                        <a:rPr lang="en-AU" sz="800">
                          <a:effectLst/>
                        </a:rPr>
                        <a:t>2</a:t>
                      </a:r>
                    </a:p>
                  </a:txBody>
                  <a:tcPr marL="30838" marR="30838" marT="15419" marB="15419" anchor="ctr"/>
                </a:tc>
                <a:extLst>
                  <a:ext uri="{0D108BD9-81ED-4DB2-BD59-A6C34878D82A}">
                    <a16:rowId xmlns:a16="http://schemas.microsoft.com/office/drawing/2014/main" val="1853704323"/>
                  </a:ext>
                </a:extLst>
              </a:tr>
              <a:tr h="150750">
                <a:tc>
                  <a:txBody>
                    <a:bodyPr/>
                    <a:lstStyle/>
                    <a:p>
                      <a:pPr algn="ctr" fontAlgn="ctr"/>
                      <a:r>
                        <a:rPr lang="en-AU" sz="800">
                          <a:effectLst/>
                        </a:rPr>
                        <a:t>1</a:t>
                      </a:r>
                    </a:p>
                  </a:txBody>
                  <a:tcPr marL="30838" marR="30838" marT="15419" marB="15419" anchor="ctr"/>
                </a:tc>
                <a:extLst>
                  <a:ext uri="{0D108BD9-81ED-4DB2-BD59-A6C34878D82A}">
                    <a16:rowId xmlns:a16="http://schemas.microsoft.com/office/drawing/2014/main" val="3319432670"/>
                  </a:ext>
                </a:extLst>
              </a:tr>
              <a:tr h="150750">
                <a:tc>
                  <a:txBody>
                    <a:bodyPr/>
                    <a:lstStyle/>
                    <a:p>
                      <a:pPr algn="ctr" fontAlgn="ctr"/>
                      <a:r>
                        <a:rPr lang="en-AU" sz="800">
                          <a:effectLst/>
                        </a:rPr>
                        <a:t>1</a:t>
                      </a:r>
                    </a:p>
                  </a:txBody>
                  <a:tcPr marL="30838" marR="30838" marT="15419" marB="15419" anchor="ctr"/>
                </a:tc>
                <a:extLst>
                  <a:ext uri="{0D108BD9-81ED-4DB2-BD59-A6C34878D82A}">
                    <a16:rowId xmlns:a16="http://schemas.microsoft.com/office/drawing/2014/main" val="1337279020"/>
                  </a:ext>
                </a:extLst>
              </a:tr>
              <a:tr h="150750">
                <a:tc>
                  <a:txBody>
                    <a:bodyPr/>
                    <a:lstStyle/>
                    <a:p>
                      <a:pPr algn="ctr" fontAlgn="ctr"/>
                      <a:r>
                        <a:rPr lang="en-AU" sz="800">
                          <a:effectLst/>
                        </a:rPr>
                        <a:t>1</a:t>
                      </a:r>
                    </a:p>
                  </a:txBody>
                  <a:tcPr marL="30838" marR="30838" marT="15419" marB="15419" anchor="ctr"/>
                </a:tc>
                <a:extLst>
                  <a:ext uri="{0D108BD9-81ED-4DB2-BD59-A6C34878D82A}">
                    <a16:rowId xmlns:a16="http://schemas.microsoft.com/office/drawing/2014/main" val="2126460440"/>
                  </a:ext>
                </a:extLst>
              </a:tr>
              <a:tr h="150750">
                <a:tc>
                  <a:txBody>
                    <a:bodyPr/>
                    <a:lstStyle/>
                    <a:p>
                      <a:pPr algn="ctr" fontAlgn="ctr"/>
                      <a:r>
                        <a:rPr lang="en-AU" sz="800">
                          <a:effectLst/>
                        </a:rPr>
                        <a:t>1</a:t>
                      </a:r>
                    </a:p>
                  </a:txBody>
                  <a:tcPr marL="30838" marR="30838" marT="15419" marB="15419" anchor="ctr"/>
                </a:tc>
                <a:extLst>
                  <a:ext uri="{0D108BD9-81ED-4DB2-BD59-A6C34878D82A}">
                    <a16:rowId xmlns:a16="http://schemas.microsoft.com/office/drawing/2014/main" val="1643618435"/>
                  </a:ext>
                </a:extLst>
              </a:tr>
              <a:tr h="150750">
                <a:tc>
                  <a:txBody>
                    <a:bodyPr/>
                    <a:lstStyle/>
                    <a:p>
                      <a:pPr algn="ctr" fontAlgn="ctr"/>
                      <a:r>
                        <a:rPr lang="en-AU" sz="800">
                          <a:effectLst/>
                        </a:rPr>
                        <a:t>1</a:t>
                      </a:r>
                    </a:p>
                  </a:txBody>
                  <a:tcPr marL="30838" marR="30838" marT="15419" marB="15419" anchor="ctr"/>
                </a:tc>
                <a:extLst>
                  <a:ext uri="{0D108BD9-81ED-4DB2-BD59-A6C34878D82A}">
                    <a16:rowId xmlns:a16="http://schemas.microsoft.com/office/drawing/2014/main" val="2617717824"/>
                  </a:ext>
                </a:extLst>
              </a:tr>
              <a:tr h="150750">
                <a:tc>
                  <a:txBody>
                    <a:bodyPr/>
                    <a:lstStyle/>
                    <a:p>
                      <a:pPr algn="ctr" fontAlgn="ctr"/>
                      <a:r>
                        <a:rPr lang="en-AU" sz="800">
                          <a:effectLst/>
                        </a:rPr>
                        <a:t>1</a:t>
                      </a:r>
                    </a:p>
                  </a:txBody>
                  <a:tcPr marL="30838" marR="30838" marT="15419" marB="15419" anchor="ctr"/>
                </a:tc>
                <a:extLst>
                  <a:ext uri="{0D108BD9-81ED-4DB2-BD59-A6C34878D82A}">
                    <a16:rowId xmlns:a16="http://schemas.microsoft.com/office/drawing/2014/main" val="647369420"/>
                  </a:ext>
                </a:extLst>
              </a:tr>
              <a:tr h="150750">
                <a:tc>
                  <a:txBody>
                    <a:bodyPr/>
                    <a:lstStyle/>
                    <a:p>
                      <a:pPr algn="ctr" fontAlgn="ctr"/>
                      <a:r>
                        <a:rPr lang="en-AU" sz="800">
                          <a:effectLst/>
                        </a:rPr>
                        <a:t>1</a:t>
                      </a:r>
                    </a:p>
                  </a:txBody>
                  <a:tcPr marL="30838" marR="30838" marT="15419" marB="15419" anchor="ctr"/>
                </a:tc>
                <a:extLst>
                  <a:ext uri="{0D108BD9-81ED-4DB2-BD59-A6C34878D82A}">
                    <a16:rowId xmlns:a16="http://schemas.microsoft.com/office/drawing/2014/main" val="2306175132"/>
                  </a:ext>
                </a:extLst>
              </a:tr>
              <a:tr h="150750">
                <a:tc>
                  <a:txBody>
                    <a:bodyPr/>
                    <a:lstStyle/>
                    <a:p>
                      <a:pPr algn="ctr" fontAlgn="ctr"/>
                      <a:r>
                        <a:rPr lang="en-AU" sz="800">
                          <a:effectLst/>
                        </a:rPr>
                        <a:t>1</a:t>
                      </a:r>
                    </a:p>
                  </a:txBody>
                  <a:tcPr marL="30838" marR="30838" marT="15419" marB="15419" anchor="ctr"/>
                </a:tc>
                <a:extLst>
                  <a:ext uri="{0D108BD9-81ED-4DB2-BD59-A6C34878D82A}">
                    <a16:rowId xmlns:a16="http://schemas.microsoft.com/office/drawing/2014/main" val="2867153811"/>
                  </a:ext>
                </a:extLst>
              </a:tr>
              <a:tr h="150750">
                <a:tc>
                  <a:txBody>
                    <a:bodyPr/>
                    <a:lstStyle/>
                    <a:p>
                      <a:pPr algn="ctr" fontAlgn="ctr"/>
                      <a:r>
                        <a:rPr lang="en-AU" sz="800">
                          <a:effectLst/>
                        </a:rPr>
                        <a:t>1</a:t>
                      </a:r>
                    </a:p>
                  </a:txBody>
                  <a:tcPr marL="30838" marR="30838" marT="15419" marB="15419" anchor="ctr"/>
                </a:tc>
                <a:extLst>
                  <a:ext uri="{0D108BD9-81ED-4DB2-BD59-A6C34878D82A}">
                    <a16:rowId xmlns:a16="http://schemas.microsoft.com/office/drawing/2014/main" val="2075452739"/>
                  </a:ext>
                </a:extLst>
              </a:tr>
              <a:tr h="150750">
                <a:tc>
                  <a:txBody>
                    <a:bodyPr/>
                    <a:lstStyle/>
                    <a:p>
                      <a:pPr algn="ctr" fontAlgn="ctr"/>
                      <a:r>
                        <a:rPr lang="en-AU" sz="800">
                          <a:effectLst/>
                        </a:rPr>
                        <a:t>1</a:t>
                      </a:r>
                    </a:p>
                  </a:txBody>
                  <a:tcPr marL="30838" marR="30838" marT="15419" marB="15419" anchor="ctr"/>
                </a:tc>
                <a:extLst>
                  <a:ext uri="{0D108BD9-81ED-4DB2-BD59-A6C34878D82A}">
                    <a16:rowId xmlns:a16="http://schemas.microsoft.com/office/drawing/2014/main" val="1471213409"/>
                  </a:ext>
                </a:extLst>
              </a:tr>
              <a:tr h="150750">
                <a:tc>
                  <a:txBody>
                    <a:bodyPr/>
                    <a:lstStyle/>
                    <a:p>
                      <a:pPr algn="ctr" fontAlgn="ctr"/>
                      <a:r>
                        <a:rPr lang="en-AU" sz="800">
                          <a:effectLst/>
                        </a:rPr>
                        <a:t>1</a:t>
                      </a:r>
                    </a:p>
                  </a:txBody>
                  <a:tcPr marL="30838" marR="30838" marT="15419" marB="15419" anchor="ctr"/>
                </a:tc>
                <a:extLst>
                  <a:ext uri="{0D108BD9-81ED-4DB2-BD59-A6C34878D82A}">
                    <a16:rowId xmlns:a16="http://schemas.microsoft.com/office/drawing/2014/main" val="4080016621"/>
                  </a:ext>
                </a:extLst>
              </a:tr>
              <a:tr h="150750">
                <a:tc>
                  <a:txBody>
                    <a:bodyPr/>
                    <a:lstStyle/>
                    <a:p>
                      <a:pPr algn="ctr" fontAlgn="ctr"/>
                      <a:r>
                        <a:rPr lang="en-AU" sz="800">
                          <a:effectLst/>
                        </a:rPr>
                        <a:t>1</a:t>
                      </a:r>
                    </a:p>
                  </a:txBody>
                  <a:tcPr marL="30838" marR="30838" marT="15419" marB="15419" anchor="ctr"/>
                </a:tc>
                <a:extLst>
                  <a:ext uri="{0D108BD9-81ED-4DB2-BD59-A6C34878D82A}">
                    <a16:rowId xmlns:a16="http://schemas.microsoft.com/office/drawing/2014/main" val="1401972641"/>
                  </a:ext>
                </a:extLst>
              </a:tr>
              <a:tr h="150750">
                <a:tc>
                  <a:txBody>
                    <a:bodyPr/>
                    <a:lstStyle/>
                    <a:p>
                      <a:pPr algn="ctr" fontAlgn="ctr"/>
                      <a:r>
                        <a:rPr lang="en-AU" sz="800">
                          <a:effectLst/>
                        </a:rPr>
                        <a:t>1</a:t>
                      </a:r>
                    </a:p>
                  </a:txBody>
                  <a:tcPr marL="30838" marR="30838" marT="15419" marB="15419" anchor="ctr"/>
                </a:tc>
                <a:extLst>
                  <a:ext uri="{0D108BD9-81ED-4DB2-BD59-A6C34878D82A}">
                    <a16:rowId xmlns:a16="http://schemas.microsoft.com/office/drawing/2014/main" val="2898875911"/>
                  </a:ext>
                </a:extLst>
              </a:tr>
              <a:tr h="150750">
                <a:tc>
                  <a:txBody>
                    <a:bodyPr/>
                    <a:lstStyle/>
                    <a:p>
                      <a:pPr algn="ctr" fontAlgn="ctr"/>
                      <a:r>
                        <a:rPr lang="en-AU" sz="800">
                          <a:effectLst/>
                        </a:rPr>
                        <a:t>1</a:t>
                      </a:r>
                    </a:p>
                  </a:txBody>
                  <a:tcPr marL="30838" marR="30838" marT="15419" marB="15419" anchor="ctr"/>
                </a:tc>
                <a:extLst>
                  <a:ext uri="{0D108BD9-81ED-4DB2-BD59-A6C34878D82A}">
                    <a16:rowId xmlns:a16="http://schemas.microsoft.com/office/drawing/2014/main" val="1722320939"/>
                  </a:ext>
                </a:extLst>
              </a:tr>
              <a:tr h="150750">
                <a:tc>
                  <a:txBody>
                    <a:bodyPr/>
                    <a:lstStyle/>
                    <a:p>
                      <a:pPr algn="ctr" fontAlgn="ctr"/>
                      <a:r>
                        <a:rPr lang="en-AU" sz="800">
                          <a:effectLst/>
                        </a:rPr>
                        <a:t>1</a:t>
                      </a:r>
                    </a:p>
                  </a:txBody>
                  <a:tcPr marL="30838" marR="30838" marT="15419" marB="15419" anchor="ctr"/>
                </a:tc>
                <a:extLst>
                  <a:ext uri="{0D108BD9-81ED-4DB2-BD59-A6C34878D82A}">
                    <a16:rowId xmlns:a16="http://schemas.microsoft.com/office/drawing/2014/main" val="1666207608"/>
                  </a:ext>
                </a:extLst>
              </a:tr>
              <a:tr h="150750">
                <a:tc>
                  <a:txBody>
                    <a:bodyPr/>
                    <a:lstStyle/>
                    <a:p>
                      <a:pPr algn="ctr" fontAlgn="ctr"/>
                      <a:r>
                        <a:rPr lang="en-AU" sz="800">
                          <a:effectLst/>
                        </a:rPr>
                        <a:t>1</a:t>
                      </a:r>
                    </a:p>
                  </a:txBody>
                  <a:tcPr marL="30838" marR="30838" marT="15419" marB="15419" anchor="ctr"/>
                </a:tc>
                <a:extLst>
                  <a:ext uri="{0D108BD9-81ED-4DB2-BD59-A6C34878D82A}">
                    <a16:rowId xmlns:a16="http://schemas.microsoft.com/office/drawing/2014/main" val="520934005"/>
                  </a:ext>
                </a:extLst>
              </a:tr>
              <a:tr h="150750">
                <a:tc>
                  <a:txBody>
                    <a:bodyPr/>
                    <a:lstStyle/>
                    <a:p>
                      <a:pPr algn="ctr" fontAlgn="ctr"/>
                      <a:r>
                        <a:rPr lang="en-AU" sz="800">
                          <a:effectLst/>
                        </a:rPr>
                        <a:t>1</a:t>
                      </a:r>
                    </a:p>
                  </a:txBody>
                  <a:tcPr marL="30838" marR="30838" marT="15419" marB="15419" anchor="ctr"/>
                </a:tc>
                <a:extLst>
                  <a:ext uri="{0D108BD9-81ED-4DB2-BD59-A6C34878D82A}">
                    <a16:rowId xmlns:a16="http://schemas.microsoft.com/office/drawing/2014/main" val="3601387971"/>
                  </a:ext>
                </a:extLst>
              </a:tr>
              <a:tr h="150750">
                <a:tc>
                  <a:txBody>
                    <a:bodyPr/>
                    <a:lstStyle/>
                    <a:p>
                      <a:pPr algn="ctr" fontAlgn="ctr"/>
                      <a:r>
                        <a:rPr lang="en-AU" sz="800">
                          <a:effectLst/>
                        </a:rPr>
                        <a:t>1</a:t>
                      </a:r>
                    </a:p>
                  </a:txBody>
                  <a:tcPr marL="30838" marR="30838" marT="15419" marB="15419" anchor="ctr"/>
                </a:tc>
                <a:extLst>
                  <a:ext uri="{0D108BD9-81ED-4DB2-BD59-A6C34878D82A}">
                    <a16:rowId xmlns:a16="http://schemas.microsoft.com/office/drawing/2014/main" val="4115061347"/>
                  </a:ext>
                </a:extLst>
              </a:tr>
            </a:tbl>
          </a:graphicData>
        </a:graphic>
      </p:graphicFrame>
    </p:spTree>
    <p:extLst>
      <p:ext uri="{BB962C8B-B14F-4D97-AF65-F5344CB8AC3E}">
        <p14:creationId xmlns:p14="http://schemas.microsoft.com/office/powerpoint/2010/main" val="46479066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97DAE-2794-2A48-B881-72AD9F2E19E6}"/>
              </a:ext>
            </a:extLst>
          </p:cNvPr>
          <p:cNvSpPr>
            <a:spLocks noGrp="1"/>
          </p:cNvSpPr>
          <p:nvPr>
            <p:ph type="title"/>
          </p:nvPr>
        </p:nvSpPr>
        <p:spPr>
          <a:xfrm>
            <a:off x="609600" y="499892"/>
            <a:ext cx="10972800" cy="1003205"/>
          </a:xfrm>
        </p:spPr>
        <p:txBody>
          <a:bodyPr/>
          <a:lstStyle/>
          <a:p>
            <a:r>
              <a:rPr lang="en-AU"/>
              <a:t>Grouping Results</a:t>
            </a:r>
          </a:p>
        </p:txBody>
      </p:sp>
      <p:sp>
        <p:nvSpPr>
          <p:cNvPr id="3" name="Content Placeholder 2">
            <a:extLst>
              <a:ext uri="{FF2B5EF4-FFF2-40B4-BE49-F238E27FC236}">
                <a16:creationId xmlns:a16="http://schemas.microsoft.com/office/drawing/2014/main" id="{47654F44-B3B5-5746-93E9-8536EF5C9CF8}"/>
              </a:ext>
            </a:extLst>
          </p:cNvPr>
          <p:cNvSpPr>
            <a:spLocks noGrp="1"/>
          </p:cNvSpPr>
          <p:nvPr>
            <p:ph idx="1"/>
          </p:nvPr>
        </p:nvSpPr>
        <p:spPr>
          <a:xfrm>
            <a:off x="609600" y="1793875"/>
            <a:ext cx="7913615" cy="4564063"/>
          </a:xfrm>
        </p:spPr>
        <p:txBody>
          <a:bodyPr>
            <a:normAutofit/>
          </a:bodyPr>
          <a:lstStyle/>
          <a:p>
            <a:r>
              <a:rPr lang="en-AU"/>
              <a:t>Updated count locations by country code</a:t>
            </a:r>
          </a:p>
          <a:p>
            <a:pPr lvl="1"/>
            <a:r>
              <a:rPr lang="en-AU">
                <a:solidFill>
                  <a:srgbClr val="92D050"/>
                </a:solidFill>
                <a:latin typeface="Fira Code" panose="020B0809050000020004" pitchFamily="49" charset="0"/>
                <a:ea typeface="Fira Code" panose="020B0809050000020004" pitchFamily="49" charset="0"/>
                <a:cs typeface="Fira Code" panose="020B0809050000020004" pitchFamily="49" charset="0"/>
              </a:rPr>
              <a:t>SELECT </a:t>
            </a:r>
            <a:r>
              <a:rPr lang="en-AU" err="1">
                <a:solidFill>
                  <a:srgbClr val="92D050"/>
                </a:solidFill>
                <a:latin typeface="Fira Code" panose="020B0809050000020004" pitchFamily="49" charset="0"/>
                <a:ea typeface="Fira Code" panose="020B0809050000020004" pitchFamily="49" charset="0"/>
                <a:cs typeface="Fira Code" panose="020B0809050000020004" pitchFamily="49" charset="0"/>
              </a:rPr>
              <a:t>country_code</a:t>
            </a:r>
            <a:r>
              <a:rPr lang="en-AU">
                <a:solidFill>
                  <a:srgbClr val="92D050"/>
                </a:solidFill>
                <a:latin typeface="Fira Code" panose="020B0809050000020004" pitchFamily="49" charset="0"/>
                <a:ea typeface="Fira Code" panose="020B0809050000020004" pitchFamily="49" charset="0"/>
                <a:cs typeface="Fira Code" panose="020B0809050000020004" pitchFamily="49" charset="0"/>
              </a:rPr>
              <a:t>, count(name) </a:t>
            </a:r>
            <a:br>
              <a:rPr lang="en-AU">
                <a:solidFill>
                  <a:srgbClr val="92D050"/>
                </a:solidFill>
                <a:latin typeface="Fira Code" panose="020B0809050000020004" pitchFamily="49" charset="0"/>
                <a:ea typeface="Fira Code" panose="020B0809050000020004" pitchFamily="49" charset="0"/>
                <a:cs typeface="Fira Code" panose="020B0809050000020004" pitchFamily="49" charset="0"/>
              </a:rPr>
            </a:br>
            <a:r>
              <a:rPr lang="en-AU">
                <a:solidFill>
                  <a:srgbClr val="92D050"/>
                </a:solidFill>
                <a:latin typeface="Fira Code" panose="020B0809050000020004" pitchFamily="49" charset="0"/>
                <a:ea typeface="Fira Code" panose="020B0809050000020004" pitchFamily="49" charset="0"/>
                <a:cs typeface="Fira Code" panose="020B0809050000020004" pitchFamily="49" charset="0"/>
              </a:rPr>
              <a:t>  FROM locations </a:t>
            </a:r>
            <a:br>
              <a:rPr lang="en-AU">
                <a:solidFill>
                  <a:srgbClr val="92D050"/>
                </a:solidFill>
                <a:latin typeface="Fira Code" panose="020B0809050000020004" pitchFamily="49" charset="0"/>
                <a:ea typeface="Fira Code" panose="020B0809050000020004" pitchFamily="49" charset="0"/>
                <a:cs typeface="Fira Code" panose="020B0809050000020004" pitchFamily="49" charset="0"/>
              </a:rPr>
            </a:br>
            <a:r>
              <a:rPr lang="en-AU">
                <a:solidFill>
                  <a:srgbClr val="92D050"/>
                </a:solidFill>
                <a:latin typeface="Fira Code" panose="020B0809050000020004" pitchFamily="49" charset="0"/>
                <a:ea typeface="Fira Code" panose="020B0809050000020004" pitchFamily="49" charset="0"/>
                <a:cs typeface="Fira Code" panose="020B0809050000020004" pitchFamily="49" charset="0"/>
              </a:rPr>
              <a:t>    GROUP BY </a:t>
            </a:r>
            <a:r>
              <a:rPr lang="en-AU" err="1">
                <a:solidFill>
                  <a:srgbClr val="92D050"/>
                </a:solidFill>
                <a:latin typeface="Fira Code" panose="020B0809050000020004" pitchFamily="49" charset="0"/>
                <a:ea typeface="Fira Code" panose="020B0809050000020004" pitchFamily="49" charset="0"/>
                <a:cs typeface="Fira Code" panose="020B0809050000020004" pitchFamily="49" charset="0"/>
              </a:rPr>
              <a:t>country_code</a:t>
            </a:r>
            <a:r>
              <a:rPr lang="en-AU">
                <a:solidFill>
                  <a:srgbClr val="92D050"/>
                </a:solidFill>
                <a:latin typeface="Fira Code" panose="020B0809050000020004" pitchFamily="49" charset="0"/>
                <a:ea typeface="Fira Code" panose="020B0809050000020004" pitchFamily="49" charset="0"/>
                <a:cs typeface="Fira Code" panose="020B0809050000020004" pitchFamily="49" charset="0"/>
              </a:rPr>
              <a:t/>
            </a:r>
            <a:br>
              <a:rPr lang="en-AU">
                <a:solidFill>
                  <a:srgbClr val="92D050"/>
                </a:solidFill>
                <a:latin typeface="Fira Code" panose="020B0809050000020004" pitchFamily="49" charset="0"/>
                <a:ea typeface="Fira Code" panose="020B0809050000020004" pitchFamily="49" charset="0"/>
                <a:cs typeface="Fira Code" panose="020B0809050000020004" pitchFamily="49" charset="0"/>
              </a:rPr>
            </a:br>
            <a:r>
              <a:rPr lang="en-AU">
                <a:solidFill>
                  <a:srgbClr val="92D050"/>
                </a:solidFill>
                <a:latin typeface="Fira Code" panose="020B0809050000020004" pitchFamily="49" charset="0"/>
                <a:ea typeface="Fira Code" panose="020B0809050000020004" pitchFamily="49" charset="0"/>
                <a:cs typeface="Fira Code" panose="020B0809050000020004" pitchFamily="49" charset="0"/>
              </a:rPr>
              <a:t>      ORDER BY </a:t>
            </a:r>
            <a:r>
              <a:rPr lang="en-AU" err="1">
                <a:solidFill>
                  <a:srgbClr val="92D050"/>
                </a:solidFill>
                <a:latin typeface="Fira Code" panose="020B0809050000020004" pitchFamily="49" charset="0"/>
                <a:ea typeface="Fira Code" panose="020B0809050000020004" pitchFamily="49" charset="0"/>
                <a:cs typeface="Fira Code" panose="020B0809050000020004" pitchFamily="49" charset="0"/>
              </a:rPr>
              <a:t>country_code</a:t>
            </a:r>
            <a:r>
              <a:rPr lang="en-AU">
                <a:solidFill>
                  <a:srgbClr val="92D050"/>
                </a:solidFill>
                <a:latin typeface="Fira Code" panose="020B0809050000020004" pitchFamily="49" charset="0"/>
                <a:ea typeface="Fira Code" panose="020B0809050000020004" pitchFamily="49" charset="0"/>
                <a:cs typeface="Fira Code" panose="020B0809050000020004" pitchFamily="49" charset="0"/>
              </a:rPr>
              <a:t>;</a:t>
            </a:r>
          </a:p>
        </p:txBody>
      </p:sp>
      <p:graphicFrame>
        <p:nvGraphicFramePr>
          <p:cNvPr id="4" name="Table 3">
            <a:extLst>
              <a:ext uri="{FF2B5EF4-FFF2-40B4-BE49-F238E27FC236}">
                <a16:creationId xmlns:a16="http://schemas.microsoft.com/office/drawing/2014/main" id="{17D1F908-8272-7A4F-BBA0-03ADA69459A5}"/>
              </a:ext>
            </a:extLst>
          </p:cNvPr>
          <p:cNvGraphicFramePr>
            <a:graphicFrameLocks noGrp="1"/>
          </p:cNvGraphicFramePr>
          <p:nvPr>
            <p:extLst>
              <p:ext uri="{D42A27DB-BD31-4B8C-83A1-F6EECF244321}">
                <p14:modId xmlns:p14="http://schemas.microsoft.com/office/powerpoint/2010/main" val="1360592594"/>
              </p:ext>
            </p:extLst>
          </p:nvPr>
        </p:nvGraphicFramePr>
        <p:xfrm>
          <a:off x="8691228" y="825544"/>
          <a:ext cx="2650454" cy="5688835"/>
        </p:xfrm>
        <a:graphic>
          <a:graphicData uri="http://schemas.openxmlformats.org/drawingml/2006/table">
            <a:tbl>
              <a:tblPr firstRow="1" bandRow="1">
                <a:tableStyleId>{284E427A-3D55-4303-BF80-6455036E1DE7}</a:tableStyleId>
              </a:tblPr>
              <a:tblGrid>
                <a:gridCol w="1325227">
                  <a:extLst>
                    <a:ext uri="{9D8B030D-6E8A-4147-A177-3AD203B41FA5}">
                      <a16:colId xmlns:a16="http://schemas.microsoft.com/office/drawing/2014/main" val="654743821"/>
                    </a:ext>
                  </a:extLst>
                </a:gridCol>
                <a:gridCol w="1325227">
                  <a:extLst>
                    <a:ext uri="{9D8B030D-6E8A-4147-A177-3AD203B41FA5}">
                      <a16:colId xmlns:a16="http://schemas.microsoft.com/office/drawing/2014/main" val="1437562885"/>
                    </a:ext>
                  </a:extLst>
                </a:gridCol>
              </a:tblGrid>
              <a:tr h="211579">
                <a:tc>
                  <a:txBody>
                    <a:bodyPr/>
                    <a:lstStyle/>
                    <a:p>
                      <a:pPr algn="ctr" fontAlgn="ctr"/>
                      <a:r>
                        <a:rPr lang="en-AU" sz="1000" b="1" u="none" strike="noStrike">
                          <a:solidFill>
                            <a:schemeClr val="bg1"/>
                          </a:solidFill>
                          <a:effectLst/>
                        </a:rPr>
                        <a:t>country code </a:t>
                      </a:r>
                      <a:endParaRPr lang="en-AU" sz="1000" b="1">
                        <a:solidFill>
                          <a:schemeClr val="bg1"/>
                        </a:solidFill>
                        <a:effectLst/>
                      </a:endParaRPr>
                    </a:p>
                  </a:txBody>
                  <a:tcPr marL="30226" marR="30226" marT="15113" marB="15113" anchor="ctr"/>
                </a:tc>
                <a:tc>
                  <a:txBody>
                    <a:bodyPr/>
                    <a:lstStyle/>
                    <a:p>
                      <a:pPr algn="ctr" fontAlgn="ctr"/>
                      <a:r>
                        <a:rPr lang="en-AU" sz="1000" b="1" u="none" strike="noStrike">
                          <a:solidFill>
                            <a:schemeClr val="bg1"/>
                          </a:solidFill>
                          <a:effectLst/>
                        </a:rPr>
                        <a:t>COUNT(name)</a:t>
                      </a:r>
                      <a:endParaRPr lang="en-AU" sz="1000" b="1">
                        <a:solidFill>
                          <a:schemeClr val="bg1"/>
                        </a:solidFill>
                        <a:effectLst/>
                      </a:endParaRPr>
                    </a:p>
                  </a:txBody>
                  <a:tcPr marL="30226" marR="30226" marT="15113" marB="15113" anchor="ctr"/>
                </a:tc>
                <a:extLst>
                  <a:ext uri="{0D108BD9-81ED-4DB2-BD59-A6C34878D82A}">
                    <a16:rowId xmlns:a16="http://schemas.microsoft.com/office/drawing/2014/main" val="76563770"/>
                  </a:ext>
                </a:extLst>
              </a:tr>
              <a:tr h="120902">
                <a:tc>
                  <a:txBody>
                    <a:bodyPr/>
                    <a:lstStyle/>
                    <a:p>
                      <a:pPr algn="ctr" fontAlgn="ctr"/>
                      <a:r>
                        <a:rPr lang="en-AU" sz="800">
                          <a:effectLst/>
                        </a:rPr>
                        <a:t>AI</a:t>
                      </a:r>
                    </a:p>
                  </a:txBody>
                  <a:tcPr marL="30226" marR="30226" marT="15113" marB="15113" anchor="ctr"/>
                </a:tc>
                <a:tc>
                  <a:txBody>
                    <a:bodyPr/>
                    <a:lstStyle/>
                    <a:p>
                      <a:pPr algn="ctr" fontAlgn="ctr"/>
                      <a:r>
                        <a:rPr lang="en-AU" sz="800">
                          <a:effectLst/>
                        </a:rPr>
                        <a:t>1</a:t>
                      </a:r>
                    </a:p>
                  </a:txBody>
                  <a:tcPr marL="30226" marR="30226" marT="15113" marB="15113" anchor="ctr"/>
                </a:tc>
                <a:extLst>
                  <a:ext uri="{0D108BD9-81ED-4DB2-BD59-A6C34878D82A}">
                    <a16:rowId xmlns:a16="http://schemas.microsoft.com/office/drawing/2014/main" val="4028476854"/>
                  </a:ext>
                </a:extLst>
              </a:tr>
              <a:tr h="62461">
                <a:tc>
                  <a:txBody>
                    <a:bodyPr/>
                    <a:lstStyle/>
                    <a:p>
                      <a:pPr algn="ctr" fontAlgn="ctr"/>
                      <a:r>
                        <a:rPr lang="en-AU" sz="800">
                          <a:effectLst/>
                        </a:rPr>
                        <a:t>BE</a:t>
                      </a:r>
                    </a:p>
                  </a:txBody>
                  <a:tcPr marL="30226" marR="30226" marT="15113" marB="15113" anchor="ctr"/>
                </a:tc>
                <a:tc>
                  <a:txBody>
                    <a:bodyPr/>
                    <a:lstStyle/>
                    <a:p>
                      <a:pPr algn="ctr" fontAlgn="ctr"/>
                      <a:r>
                        <a:rPr lang="en-AU" sz="800">
                          <a:effectLst/>
                        </a:rPr>
                        <a:t>1</a:t>
                      </a:r>
                    </a:p>
                  </a:txBody>
                  <a:tcPr marL="30226" marR="30226" marT="15113" marB="15113" anchor="ctr"/>
                </a:tc>
                <a:extLst>
                  <a:ext uri="{0D108BD9-81ED-4DB2-BD59-A6C34878D82A}">
                    <a16:rowId xmlns:a16="http://schemas.microsoft.com/office/drawing/2014/main" val="36198652"/>
                  </a:ext>
                </a:extLst>
              </a:tr>
              <a:tr h="120902">
                <a:tc>
                  <a:txBody>
                    <a:bodyPr/>
                    <a:lstStyle/>
                    <a:p>
                      <a:pPr algn="ctr" fontAlgn="ctr"/>
                      <a:r>
                        <a:rPr lang="en-AU" sz="800">
                          <a:effectLst/>
                        </a:rPr>
                        <a:t>BL</a:t>
                      </a:r>
                    </a:p>
                  </a:txBody>
                  <a:tcPr marL="30226" marR="30226" marT="15113" marB="15113" anchor="ctr"/>
                </a:tc>
                <a:tc>
                  <a:txBody>
                    <a:bodyPr/>
                    <a:lstStyle/>
                    <a:p>
                      <a:pPr algn="ctr" fontAlgn="ctr"/>
                      <a:r>
                        <a:rPr lang="en-AU" sz="800">
                          <a:effectLst/>
                        </a:rPr>
                        <a:t>1</a:t>
                      </a:r>
                    </a:p>
                  </a:txBody>
                  <a:tcPr marL="30226" marR="30226" marT="15113" marB="15113" anchor="ctr"/>
                </a:tc>
                <a:extLst>
                  <a:ext uri="{0D108BD9-81ED-4DB2-BD59-A6C34878D82A}">
                    <a16:rowId xmlns:a16="http://schemas.microsoft.com/office/drawing/2014/main" val="518198380"/>
                  </a:ext>
                </a:extLst>
              </a:tr>
              <a:tr h="120902">
                <a:tc>
                  <a:txBody>
                    <a:bodyPr/>
                    <a:lstStyle/>
                    <a:p>
                      <a:pPr algn="ctr" fontAlgn="ctr"/>
                      <a:r>
                        <a:rPr lang="en-AU" sz="800">
                          <a:effectLst/>
                        </a:rPr>
                        <a:t>BM</a:t>
                      </a:r>
                    </a:p>
                  </a:txBody>
                  <a:tcPr marL="30226" marR="30226" marT="15113" marB="15113" anchor="ctr"/>
                </a:tc>
                <a:tc>
                  <a:txBody>
                    <a:bodyPr/>
                    <a:lstStyle/>
                    <a:p>
                      <a:pPr algn="ctr" fontAlgn="ctr"/>
                      <a:r>
                        <a:rPr lang="en-AU" sz="800">
                          <a:effectLst/>
                        </a:rPr>
                        <a:t>1</a:t>
                      </a:r>
                    </a:p>
                  </a:txBody>
                  <a:tcPr marL="30226" marR="30226" marT="15113" marB="15113" anchor="ctr"/>
                </a:tc>
                <a:extLst>
                  <a:ext uri="{0D108BD9-81ED-4DB2-BD59-A6C34878D82A}">
                    <a16:rowId xmlns:a16="http://schemas.microsoft.com/office/drawing/2014/main" val="1596131197"/>
                  </a:ext>
                </a:extLst>
              </a:tr>
              <a:tr h="120902">
                <a:tc>
                  <a:txBody>
                    <a:bodyPr/>
                    <a:lstStyle/>
                    <a:p>
                      <a:pPr algn="ctr" fontAlgn="ctr"/>
                      <a:r>
                        <a:rPr lang="en-AU" sz="800">
                          <a:effectLst/>
                        </a:rPr>
                        <a:t>BQ</a:t>
                      </a:r>
                    </a:p>
                  </a:txBody>
                  <a:tcPr marL="30226" marR="30226" marT="15113" marB="15113" anchor="ctr"/>
                </a:tc>
                <a:tc>
                  <a:txBody>
                    <a:bodyPr/>
                    <a:lstStyle/>
                    <a:p>
                      <a:pPr algn="ctr" fontAlgn="ctr"/>
                      <a:r>
                        <a:rPr lang="en-AU" sz="800">
                          <a:effectLst/>
                        </a:rPr>
                        <a:t>1</a:t>
                      </a:r>
                    </a:p>
                  </a:txBody>
                  <a:tcPr marL="30226" marR="30226" marT="15113" marB="15113" anchor="ctr"/>
                </a:tc>
                <a:extLst>
                  <a:ext uri="{0D108BD9-81ED-4DB2-BD59-A6C34878D82A}">
                    <a16:rowId xmlns:a16="http://schemas.microsoft.com/office/drawing/2014/main" val="1949277381"/>
                  </a:ext>
                </a:extLst>
              </a:tr>
              <a:tr h="120902">
                <a:tc>
                  <a:txBody>
                    <a:bodyPr/>
                    <a:lstStyle/>
                    <a:p>
                      <a:pPr algn="ctr" fontAlgn="ctr"/>
                      <a:r>
                        <a:rPr lang="en-AU" sz="800">
                          <a:effectLst/>
                        </a:rPr>
                        <a:t>BR</a:t>
                      </a:r>
                    </a:p>
                  </a:txBody>
                  <a:tcPr marL="30226" marR="30226" marT="15113" marB="15113" anchor="ctr"/>
                </a:tc>
                <a:tc>
                  <a:txBody>
                    <a:bodyPr/>
                    <a:lstStyle/>
                    <a:p>
                      <a:pPr algn="ctr" fontAlgn="ctr"/>
                      <a:r>
                        <a:rPr lang="en-AU" sz="800">
                          <a:effectLst/>
                        </a:rPr>
                        <a:t>1</a:t>
                      </a:r>
                    </a:p>
                  </a:txBody>
                  <a:tcPr marL="30226" marR="30226" marT="15113" marB="15113" anchor="ctr"/>
                </a:tc>
                <a:extLst>
                  <a:ext uri="{0D108BD9-81ED-4DB2-BD59-A6C34878D82A}">
                    <a16:rowId xmlns:a16="http://schemas.microsoft.com/office/drawing/2014/main" val="1089018870"/>
                  </a:ext>
                </a:extLst>
              </a:tr>
              <a:tr h="120902">
                <a:tc>
                  <a:txBody>
                    <a:bodyPr/>
                    <a:lstStyle/>
                    <a:p>
                      <a:pPr algn="ctr" fontAlgn="ctr"/>
                      <a:r>
                        <a:rPr lang="en-AU" sz="800">
                          <a:effectLst/>
                        </a:rPr>
                        <a:t>CC</a:t>
                      </a:r>
                    </a:p>
                  </a:txBody>
                  <a:tcPr marL="30226" marR="30226" marT="15113" marB="15113" anchor="ctr"/>
                </a:tc>
                <a:tc>
                  <a:txBody>
                    <a:bodyPr/>
                    <a:lstStyle/>
                    <a:p>
                      <a:pPr algn="ctr" fontAlgn="ctr"/>
                      <a:r>
                        <a:rPr lang="en-AU" sz="800">
                          <a:effectLst/>
                        </a:rPr>
                        <a:t>1</a:t>
                      </a:r>
                    </a:p>
                  </a:txBody>
                  <a:tcPr marL="30226" marR="30226" marT="15113" marB="15113" anchor="ctr"/>
                </a:tc>
                <a:extLst>
                  <a:ext uri="{0D108BD9-81ED-4DB2-BD59-A6C34878D82A}">
                    <a16:rowId xmlns:a16="http://schemas.microsoft.com/office/drawing/2014/main" val="4230602284"/>
                  </a:ext>
                </a:extLst>
              </a:tr>
              <a:tr h="120902">
                <a:tc>
                  <a:txBody>
                    <a:bodyPr/>
                    <a:lstStyle/>
                    <a:p>
                      <a:pPr algn="ctr" fontAlgn="ctr"/>
                      <a:r>
                        <a:rPr lang="en-AU" sz="800">
                          <a:effectLst/>
                        </a:rPr>
                        <a:t>CX</a:t>
                      </a:r>
                    </a:p>
                  </a:txBody>
                  <a:tcPr marL="30226" marR="30226" marT="15113" marB="15113" anchor="ctr"/>
                </a:tc>
                <a:tc>
                  <a:txBody>
                    <a:bodyPr/>
                    <a:lstStyle/>
                    <a:p>
                      <a:pPr algn="ctr" fontAlgn="ctr"/>
                      <a:r>
                        <a:rPr lang="en-AU" sz="800">
                          <a:effectLst/>
                        </a:rPr>
                        <a:t>1</a:t>
                      </a:r>
                    </a:p>
                  </a:txBody>
                  <a:tcPr marL="30226" marR="30226" marT="15113" marB="15113" anchor="ctr"/>
                </a:tc>
                <a:extLst>
                  <a:ext uri="{0D108BD9-81ED-4DB2-BD59-A6C34878D82A}">
                    <a16:rowId xmlns:a16="http://schemas.microsoft.com/office/drawing/2014/main" val="2410941217"/>
                  </a:ext>
                </a:extLst>
              </a:tr>
              <a:tr h="120902">
                <a:tc>
                  <a:txBody>
                    <a:bodyPr/>
                    <a:lstStyle/>
                    <a:p>
                      <a:pPr algn="ctr" fontAlgn="ctr"/>
                      <a:r>
                        <a:rPr lang="en-AU" sz="800">
                          <a:effectLst/>
                        </a:rPr>
                        <a:t>DE</a:t>
                      </a:r>
                    </a:p>
                  </a:txBody>
                  <a:tcPr marL="30226" marR="30226" marT="15113" marB="15113" anchor="ctr"/>
                </a:tc>
                <a:tc>
                  <a:txBody>
                    <a:bodyPr/>
                    <a:lstStyle/>
                    <a:p>
                      <a:pPr algn="ctr" fontAlgn="ctr"/>
                      <a:r>
                        <a:rPr lang="en-AU" sz="800">
                          <a:effectLst/>
                        </a:rPr>
                        <a:t>2</a:t>
                      </a:r>
                    </a:p>
                  </a:txBody>
                  <a:tcPr marL="30226" marR="30226" marT="15113" marB="15113" anchor="ctr"/>
                </a:tc>
                <a:extLst>
                  <a:ext uri="{0D108BD9-81ED-4DB2-BD59-A6C34878D82A}">
                    <a16:rowId xmlns:a16="http://schemas.microsoft.com/office/drawing/2014/main" val="743341524"/>
                  </a:ext>
                </a:extLst>
              </a:tr>
              <a:tr h="120902">
                <a:tc>
                  <a:txBody>
                    <a:bodyPr/>
                    <a:lstStyle/>
                    <a:p>
                      <a:pPr algn="ctr" fontAlgn="ctr"/>
                      <a:r>
                        <a:rPr lang="en-AU" sz="800">
                          <a:effectLst/>
                        </a:rPr>
                        <a:t>FK</a:t>
                      </a:r>
                    </a:p>
                  </a:txBody>
                  <a:tcPr marL="30226" marR="30226" marT="15113" marB="15113" anchor="ctr"/>
                </a:tc>
                <a:tc>
                  <a:txBody>
                    <a:bodyPr/>
                    <a:lstStyle/>
                    <a:p>
                      <a:pPr algn="ctr" fontAlgn="ctr"/>
                      <a:r>
                        <a:rPr lang="en-AU" sz="800">
                          <a:effectLst/>
                        </a:rPr>
                        <a:t>1</a:t>
                      </a:r>
                    </a:p>
                  </a:txBody>
                  <a:tcPr marL="30226" marR="30226" marT="15113" marB="15113" anchor="ctr"/>
                </a:tc>
                <a:extLst>
                  <a:ext uri="{0D108BD9-81ED-4DB2-BD59-A6C34878D82A}">
                    <a16:rowId xmlns:a16="http://schemas.microsoft.com/office/drawing/2014/main" val="207825087"/>
                  </a:ext>
                </a:extLst>
              </a:tr>
              <a:tr h="120902">
                <a:tc>
                  <a:txBody>
                    <a:bodyPr/>
                    <a:lstStyle/>
                    <a:p>
                      <a:pPr algn="ctr" fontAlgn="ctr"/>
                      <a:r>
                        <a:rPr lang="en-AU" sz="800">
                          <a:effectLst/>
                        </a:rPr>
                        <a:t>FM</a:t>
                      </a:r>
                    </a:p>
                  </a:txBody>
                  <a:tcPr marL="30226" marR="30226" marT="15113" marB="15113" anchor="ctr"/>
                </a:tc>
                <a:tc>
                  <a:txBody>
                    <a:bodyPr/>
                    <a:lstStyle/>
                    <a:p>
                      <a:pPr algn="ctr" fontAlgn="ctr"/>
                      <a:r>
                        <a:rPr lang="en-AU" sz="800">
                          <a:effectLst/>
                        </a:rPr>
                        <a:t>1</a:t>
                      </a:r>
                    </a:p>
                  </a:txBody>
                  <a:tcPr marL="30226" marR="30226" marT="15113" marB="15113" anchor="ctr"/>
                </a:tc>
                <a:extLst>
                  <a:ext uri="{0D108BD9-81ED-4DB2-BD59-A6C34878D82A}">
                    <a16:rowId xmlns:a16="http://schemas.microsoft.com/office/drawing/2014/main" val="3528274256"/>
                  </a:ext>
                </a:extLst>
              </a:tr>
              <a:tr h="120902">
                <a:tc>
                  <a:txBody>
                    <a:bodyPr/>
                    <a:lstStyle/>
                    <a:p>
                      <a:pPr algn="ctr" fontAlgn="ctr"/>
                      <a:r>
                        <a:rPr lang="en-AU" sz="800">
                          <a:effectLst/>
                        </a:rPr>
                        <a:t>GS</a:t>
                      </a:r>
                    </a:p>
                  </a:txBody>
                  <a:tcPr marL="30226" marR="30226" marT="15113" marB="15113" anchor="ctr"/>
                </a:tc>
                <a:tc>
                  <a:txBody>
                    <a:bodyPr/>
                    <a:lstStyle/>
                    <a:p>
                      <a:pPr algn="ctr" fontAlgn="ctr"/>
                      <a:r>
                        <a:rPr lang="en-AU" sz="800">
                          <a:effectLst/>
                        </a:rPr>
                        <a:t>1</a:t>
                      </a:r>
                    </a:p>
                  </a:txBody>
                  <a:tcPr marL="30226" marR="30226" marT="15113" marB="15113" anchor="ctr"/>
                </a:tc>
                <a:extLst>
                  <a:ext uri="{0D108BD9-81ED-4DB2-BD59-A6C34878D82A}">
                    <a16:rowId xmlns:a16="http://schemas.microsoft.com/office/drawing/2014/main" val="1317245510"/>
                  </a:ext>
                </a:extLst>
              </a:tr>
              <a:tr h="120902">
                <a:tc>
                  <a:txBody>
                    <a:bodyPr/>
                    <a:lstStyle/>
                    <a:p>
                      <a:pPr algn="ctr" fontAlgn="ctr"/>
                      <a:r>
                        <a:rPr lang="en-AU" sz="800">
                          <a:effectLst/>
                        </a:rPr>
                        <a:t>GU</a:t>
                      </a:r>
                    </a:p>
                  </a:txBody>
                  <a:tcPr marL="30226" marR="30226" marT="15113" marB="15113" anchor="ctr"/>
                </a:tc>
                <a:tc>
                  <a:txBody>
                    <a:bodyPr/>
                    <a:lstStyle/>
                    <a:p>
                      <a:pPr algn="ctr" fontAlgn="ctr"/>
                      <a:r>
                        <a:rPr lang="en-AU" sz="800">
                          <a:effectLst/>
                        </a:rPr>
                        <a:t>2</a:t>
                      </a:r>
                    </a:p>
                  </a:txBody>
                  <a:tcPr marL="30226" marR="30226" marT="15113" marB="15113" anchor="ctr"/>
                </a:tc>
                <a:extLst>
                  <a:ext uri="{0D108BD9-81ED-4DB2-BD59-A6C34878D82A}">
                    <a16:rowId xmlns:a16="http://schemas.microsoft.com/office/drawing/2014/main" val="256888822"/>
                  </a:ext>
                </a:extLst>
              </a:tr>
              <a:tr h="120902">
                <a:tc>
                  <a:txBody>
                    <a:bodyPr/>
                    <a:lstStyle/>
                    <a:p>
                      <a:pPr algn="ctr" fontAlgn="ctr"/>
                      <a:r>
                        <a:rPr lang="en-AU" sz="800">
                          <a:effectLst/>
                        </a:rPr>
                        <a:t>IT</a:t>
                      </a:r>
                    </a:p>
                  </a:txBody>
                  <a:tcPr marL="30226" marR="30226" marT="15113" marB="15113" anchor="ctr"/>
                </a:tc>
                <a:tc>
                  <a:txBody>
                    <a:bodyPr/>
                    <a:lstStyle/>
                    <a:p>
                      <a:pPr algn="ctr" fontAlgn="ctr"/>
                      <a:r>
                        <a:rPr lang="en-AU" sz="800">
                          <a:effectLst/>
                        </a:rPr>
                        <a:t>2</a:t>
                      </a:r>
                    </a:p>
                  </a:txBody>
                  <a:tcPr marL="30226" marR="30226" marT="15113" marB="15113" anchor="ctr"/>
                </a:tc>
                <a:extLst>
                  <a:ext uri="{0D108BD9-81ED-4DB2-BD59-A6C34878D82A}">
                    <a16:rowId xmlns:a16="http://schemas.microsoft.com/office/drawing/2014/main" val="4140233810"/>
                  </a:ext>
                </a:extLst>
              </a:tr>
              <a:tr h="120902">
                <a:tc>
                  <a:txBody>
                    <a:bodyPr/>
                    <a:lstStyle/>
                    <a:p>
                      <a:pPr algn="ctr" fontAlgn="ctr"/>
                      <a:r>
                        <a:rPr lang="en-AU" sz="800">
                          <a:effectLst/>
                        </a:rPr>
                        <a:t>LI</a:t>
                      </a:r>
                    </a:p>
                  </a:txBody>
                  <a:tcPr marL="30226" marR="30226" marT="15113" marB="15113" anchor="ctr"/>
                </a:tc>
                <a:tc>
                  <a:txBody>
                    <a:bodyPr/>
                    <a:lstStyle/>
                    <a:p>
                      <a:pPr algn="ctr" fontAlgn="ctr"/>
                      <a:r>
                        <a:rPr lang="en-AU" sz="800">
                          <a:effectLst/>
                        </a:rPr>
                        <a:t>1</a:t>
                      </a:r>
                    </a:p>
                  </a:txBody>
                  <a:tcPr marL="30226" marR="30226" marT="15113" marB="15113" anchor="ctr"/>
                </a:tc>
                <a:extLst>
                  <a:ext uri="{0D108BD9-81ED-4DB2-BD59-A6C34878D82A}">
                    <a16:rowId xmlns:a16="http://schemas.microsoft.com/office/drawing/2014/main" val="724742887"/>
                  </a:ext>
                </a:extLst>
              </a:tr>
              <a:tr h="120902">
                <a:tc>
                  <a:txBody>
                    <a:bodyPr/>
                    <a:lstStyle/>
                    <a:p>
                      <a:pPr algn="ctr" fontAlgn="ctr"/>
                      <a:r>
                        <a:rPr lang="en-AU" sz="800">
                          <a:effectLst/>
                        </a:rPr>
                        <a:t>MF</a:t>
                      </a:r>
                    </a:p>
                  </a:txBody>
                  <a:tcPr marL="30226" marR="30226" marT="15113" marB="15113" anchor="ctr"/>
                </a:tc>
                <a:tc>
                  <a:txBody>
                    <a:bodyPr/>
                    <a:lstStyle/>
                    <a:p>
                      <a:pPr algn="ctr" fontAlgn="ctr"/>
                      <a:r>
                        <a:rPr lang="en-AU" sz="800">
                          <a:effectLst/>
                        </a:rPr>
                        <a:t>1</a:t>
                      </a:r>
                    </a:p>
                  </a:txBody>
                  <a:tcPr marL="30226" marR="30226" marT="15113" marB="15113" anchor="ctr"/>
                </a:tc>
                <a:extLst>
                  <a:ext uri="{0D108BD9-81ED-4DB2-BD59-A6C34878D82A}">
                    <a16:rowId xmlns:a16="http://schemas.microsoft.com/office/drawing/2014/main" val="2647922977"/>
                  </a:ext>
                </a:extLst>
              </a:tr>
              <a:tr h="120902">
                <a:tc>
                  <a:txBody>
                    <a:bodyPr/>
                    <a:lstStyle/>
                    <a:p>
                      <a:pPr algn="ctr" fontAlgn="ctr"/>
                      <a:r>
                        <a:rPr lang="en-AU" sz="800">
                          <a:effectLst/>
                        </a:rPr>
                        <a:t>MH</a:t>
                      </a:r>
                    </a:p>
                  </a:txBody>
                  <a:tcPr marL="30226" marR="30226" marT="15113" marB="15113" anchor="ctr"/>
                </a:tc>
                <a:tc>
                  <a:txBody>
                    <a:bodyPr/>
                    <a:lstStyle/>
                    <a:p>
                      <a:pPr algn="ctr" fontAlgn="ctr"/>
                      <a:r>
                        <a:rPr lang="en-AU" sz="800">
                          <a:effectLst/>
                        </a:rPr>
                        <a:t>1</a:t>
                      </a:r>
                    </a:p>
                  </a:txBody>
                  <a:tcPr marL="30226" marR="30226" marT="15113" marB="15113" anchor="ctr"/>
                </a:tc>
                <a:extLst>
                  <a:ext uri="{0D108BD9-81ED-4DB2-BD59-A6C34878D82A}">
                    <a16:rowId xmlns:a16="http://schemas.microsoft.com/office/drawing/2014/main" val="1898158794"/>
                  </a:ext>
                </a:extLst>
              </a:tr>
              <a:tr h="120902">
                <a:tc>
                  <a:txBody>
                    <a:bodyPr/>
                    <a:lstStyle/>
                    <a:p>
                      <a:pPr algn="ctr" fontAlgn="ctr"/>
                      <a:r>
                        <a:rPr lang="en-AU" sz="800">
                          <a:effectLst/>
                        </a:rPr>
                        <a:t>MS</a:t>
                      </a:r>
                    </a:p>
                  </a:txBody>
                  <a:tcPr marL="30226" marR="30226" marT="15113" marB="15113" anchor="ctr"/>
                </a:tc>
                <a:tc>
                  <a:txBody>
                    <a:bodyPr/>
                    <a:lstStyle/>
                    <a:p>
                      <a:pPr algn="ctr" fontAlgn="ctr"/>
                      <a:r>
                        <a:rPr lang="en-AU" sz="800">
                          <a:effectLst/>
                        </a:rPr>
                        <a:t>2</a:t>
                      </a:r>
                    </a:p>
                  </a:txBody>
                  <a:tcPr marL="30226" marR="30226" marT="15113" marB="15113" anchor="ctr"/>
                </a:tc>
                <a:extLst>
                  <a:ext uri="{0D108BD9-81ED-4DB2-BD59-A6C34878D82A}">
                    <a16:rowId xmlns:a16="http://schemas.microsoft.com/office/drawing/2014/main" val="1689841284"/>
                  </a:ext>
                </a:extLst>
              </a:tr>
              <a:tr h="120902">
                <a:tc>
                  <a:txBody>
                    <a:bodyPr/>
                    <a:lstStyle/>
                    <a:p>
                      <a:pPr algn="ctr" fontAlgn="ctr"/>
                      <a:r>
                        <a:rPr lang="en-AU" sz="800">
                          <a:effectLst/>
                        </a:rPr>
                        <a:t>NF</a:t>
                      </a:r>
                    </a:p>
                  </a:txBody>
                  <a:tcPr marL="30226" marR="30226" marT="15113" marB="15113" anchor="ctr"/>
                </a:tc>
                <a:tc>
                  <a:txBody>
                    <a:bodyPr/>
                    <a:lstStyle/>
                    <a:p>
                      <a:pPr algn="ctr" fontAlgn="ctr"/>
                      <a:r>
                        <a:rPr lang="en-AU" sz="800">
                          <a:effectLst/>
                        </a:rPr>
                        <a:t>1</a:t>
                      </a:r>
                    </a:p>
                  </a:txBody>
                  <a:tcPr marL="30226" marR="30226" marT="15113" marB="15113" anchor="ctr"/>
                </a:tc>
                <a:extLst>
                  <a:ext uri="{0D108BD9-81ED-4DB2-BD59-A6C34878D82A}">
                    <a16:rowId xmlns:a16="http://schemas.microsoft.com/office/drawing/2014/main" val="1767802242"/>
                  </a:ext>
                </a:extLst>
              </a:tr>
              <a:tr h="120902">
                <a:tc>
                  <a:txBody>
                    <a:bodyPr/>
                    <a:lstStyle/>
                    <a:p>
                      <a:pPr algn="ctr" fontAlgn="ctr"/>
                      <a:r>
                        <a:rPr lang="en-AU" sz="800">
                          <a:effectLst/>
                        </a:rPr>
                        <a:t>NR</a:t>
                      </a:r>
                    </a:p>
                  </a:txBody>
                  <a:tcPr marL="30226" marR="30226" marT="15113" marB="15113" anchor="ctr"/>
                </a:tc>
                <a:tc>
                  <a:txBody>
                    <a:bodyPr/>
                    <a:lstStyle/>
                    <a:p>
                      <a:pPr algn="ctr" fontAlgn="ctr"/>
                      <a:r>
                        <a:rPr lang="en-AU" sz="800">
                          <a:effectLst/>
                        </a:rPr>
                        <a:t>1</a:t>
                      </a:r>
                    </a:p>
                  </a:txBody>
                  <a:tcPr marL="30226" marR="30226" marT="15113" marB="15113" anchor="ctr"/>
                </a:tc>
                <a:extLst>
                  <a:ext uri="{0D108BD9-81ED-4DB2-BD59-A6C34878D82A}">
                    <a16:rowId xmlns:a16="http://schemas.microsoft.com/office/drawing/2014/main" val="1852074147"/>
                  </a:ext>
                </a:extLst>
              </a:tr>
              <a:tr h="120902">
                <a:tc>
                  <a:txBody>
                    <a:bodyPr/>
                    <a:lstStyle/>
                    <a:p>
                      <a:pPr algn="ctr" fontAlgn="ctr"/>
                      <a:r>
                        <a:rPr lang="en-AU" sz="800">
                          <a:effectLst/>
                        </a:rPr>
                        <a:t>NU</a:t>
                      </a:r>
                    </a:p>
                  </a:txBody>
                  <a:tcPr marL="30226" marR="30226" marT="15113" marB="15113" anchor="ctr"/>
                </a:tc>
                <a:tc>
                  <a:txBody>
                    <a:bodyPr/>
                    <a:lstStyle/>
                    <a:p>
                      <a:pPr algn="ctr" fontAlgn="ctr"/>
                      <a:r>
                        <a:rPr lang="en-AU" sz="800">
                          <a:effectLst/>
                        </a:rPr>
                        <a:t>1</a:t>
                      </a:r>
                    </a:p>
                  </a:txBody>
                  <a:tcPr marL="30226" marR="30226" marT="15113" marB="15113" anchor="ctr"/>
                </a:tc>
                <a:extLst>
                  <a:ext uri="{0D108BD9-81ED-4DB2-BD59-A6C34878D82A}">
                    <a16:rowId xmlns:a16="http://schemas.microsoft.com/office/drawing/2014/main" val="3568181341"/>
                  </a:ext>
                </a:extLst>
              </a:tr>
              <a:tr h="120902">
                <a:tc>
                  <a:txBody>
                    <a:bodyPr/>
                    <a:lstStyle/>
                    <a:p>
                      <a:pPr algn="ctr" fontAlgn="ctr"/>
                      <a:r>
                        <a:rPr lang="en-AU" sz="800">
                          <a:effectLst/>
                        </a:rPr>
                        <a:t>NZ</a:t>
                      </a:r>
                    </a:p>
                  </a:txBody>
                  <a:tcPr marL="30226" marR="30226" marT="15113" marB="15113" anchor="ctr"/>
                </a:tc>
                <a:tc>
                  <a:txBody>
                    <a:bodyPr/>
                    <a:lstStyle/>
                    <a:p>
                      <a:pPr algn="ctr" fontAlgn="ctr"/>
                      <a:r>
                        <a:rPr lang="en-AU" sz="800">
                          <a:effectLst/>
                        </a:rPr>
                        <a:t>1</a:t>
                      </a:r>
                    </a:p>
                  </a:txBody>
                  <a:tcPr marL="30226" marR="30226" marT="15113" marB="15113" anchor="ctr"/>
                </a:tc>
                <a:extLst>
                  <a:ext uri="{0D108BD9-81ED-4DB2-BD59-A6C34878D82A}">
                    <a16:rowId xmlns:a16="http://schemas.microsoft.com/office/drawing/2014/main" val="1777119769"/>
                  </a:ext>
                </a:extLst>
              </a:tr>
              <a:tr h="120902">
                <a:tc>
                  <a:txBody>
                    <a:bodyPr/>
                    <a:lstStyle/>
                    <a:p>
                      <a:pPr algn="ctr" fontAlgn="ctr"/>
                      <a:r>
                        <a:rPr lang="en-AU" sz="800">
                          <a:effectLst/>
                        </a:rPr>
                        <a:t>PN</a:t>
                      </a:r>
                    </a:p>
                  </a:txBody>
                  <a:tcPr marL="30226" marR="30226" marT="15113" marB="15113" anchor="ctr"/>
                </a:tc>
                <a:tc>
                  <a:txBody>
                    <a:bodyPr/>
                    <a:lstStyle/>
                    <a:p>
                      <a:pPr algn="ctr" fontAlgn="ctr"/>
                      <a:r>
                        <a:rPr lang="en-AU" sz="800">
                          <a:effectLst/>
                        </a:rPr>
                        <a:t>1</a:t>
                      </a:r>
                    </a:p>
                  </a:txBody>
                  <a:tcPr marL="30226" marR="30226" marT="15113" marB="15113" anchor="ctr"/>
                </a:tc>
                <a:extLst>
                  <a:ext uri="{0D108BD9-81ED-4DB2-BD59-A6C34878D82A}">
                    <a16:rowId xmlns:a16="http://schemas.microsoft.com/office/drawing/2014/main" val="2087451240"/>
                  </a:ext>
                </a:extLst>
              </a:tr>
              <a:tr h="120902">
                <a:tc>
                  <a:txBody>
                    <a:bodyPr/>
                    <a:lstStyle/>
                    <a:p>
                      <a:pPr algn="ctr" fontAlgn="ctr"/>
                      <a:r>
                        <a:rPr lang="en-AU" sz="800">
                          <a:effectLst/>
                        </a:rPr>
                        <a:t>PW</a:t>
                      </a:r>
                    </a:p>
                  </a:txBody>
                  <a:tcPr marL="30226" marR="30226" marT="15113" marB="15113" anchor="ctr"/>
                </a:tc>
                <a:tc>
                  <a:txBody>
                    <a:bodyPr/>
                    <a:lstStyle/>
                    <a:p>
                      <a:pPr algn="ctr" fontAlgn="ctr"/>
                      <a:r>
                        <a:rPr lang="en-AU" sz="800">
                          <a:effectLst/>
                        </a:rPr>
                        <a:t>1</a:t>
                      </a:r>
                    </a:p>
                  </a:txBody>
                  <a:tcPr marL="30226" marR="30226" marT="15113" marB="15113" anchor="ctr"/>
                </a:tc>
                <a:extLst>
                  <a:ext uri="{0D108BD9-81ED-4DB2-BD59-A6C34878D82A}">
                    <a16:rowId xmlns:a16="http://schemas.microsoft.com/office/drawing/2014/main" val="4078804759"/>
                  </a:ext>
                </a:extLst>
              </a:tr>
              <a:tr h="120902">
                <a:tc>
                  <a:txBody>
                    <a:bodyPr/>
                    <a:lstStyle/>
                    <a:p>
                      <a:pPr algn="ctr" fontAlgn="ctr"/>
                      <a:r>
                        <a:rPr lang="en-AU" sz="800">
                          <a:effectLst/>
                        </a:rPr>
                        <a:t>SH</a:t>
                      </a:r>
                    </a:p>
                  </a:txBody>
                  <a:tcPr marL="30226" marR="30226" marT="15113" marB="15113" anchor="ctr"/>
                </a:tc>
                <a:tc>
                  <a:txBody>
                    <a:bodyPr/>
                    <a:lstStyle/>
                    <a:p>
                      <a:pPr algn="ctr" fontAlgn="ctr"/>
                      <a:r>
                        <a:rPr lang="en-AU" sz="800">
                          <a:effectLst/>
                        </a:rPr>
                        <a:t>1</a:t>
                      </a:r>
                    </a:p>
                  </a:txBody>
                  <a:tcPr marL="30226" marR="30226" marT="15113" marB="15113" anchor="ctr"/>
                </a:tc>
                <a:extLst>
                  <a:ext uri="{0D108BD9-81ED-4DB2-BD59-A6C34878D82A}">
                    <a16:rowId xmlns:a16="http://schemas.microsoft.com/office/drawing/2014/main" val="3019012992"/>
                  </a:ext>
                </a:extLst>
              </a:tr>
              <a:tr h="120902">
                <a:tc>
                  <a:txBody>
                    <a:bodyPr/>
                    <a:lstStyle/>
                    <a:p>
                      <a:pPr algn="ctr" fontAlgn="ctr"/>
                      <a:r>
                        <a:rPr lang="en-AU" sz="800">
                          <a:effectLst/>
                        </a:rPr>
                        <a:t>SJ</a:t>
                      </a:r>
                    </a:p>
                  </a:txBody>
                  <a:tcPr marL="30226" marR="30226" marT="15113" marB="15113" anchor="ctr"/>
                </a:tc>
                <a:tc>
                  <a:txBody>
                    <a:bodyPr/>
                    <a:lstStyle/>
                    <a:p>
                      <a:pPr algn="ctr" fontAlgn="ctr"/>
                      <a:r>
                        <a:rPr lang="en-AU" sz="800">
                          <a:effectLst/>
                        </a:rPr>
                        <a:t>1</a:t>
                      </a:r>
                    </a:p>
                  </a:txBody>
                  <a:tcPr marL="30226" marR="30226" marT="15113" marB="15113" anchor="ctr"/>
                </a:tc>
                <a:extLst>
                  <a:ext uri="{0D108BD9-81ED-4DB2-BD59-A6C34878D82A}">
                    <a16:rowId xmlns:a16="http://schemas.microsoft.com/office/drawing/2014/main" val="3720510972"/>
                  </a:ext>
                </a:extLst>
              </a:tr>
              <a:tr h="120902">
                <a:tc>
                  <a:txBody>
                    <a:bodyPr/>
                    <a:lstStyle/>
                    <a:p>
                      <a:pPr algn="ctr" fontAlgn="ctr"/>
                      <a:r>
                        <a:rPr lang="en-AU" sz="800">
                          <a:effectLst/>
                        </a:rPr>
                        <a:t>SM</a:t>
                      </a:r>
                    </a:p>
                  </a:txBody>
                  <a:tcPr marL="30226" marR="30226" marT="15113" marB="15113" anchor="ctr"/>
                </a:tc>
                <a:tc>
                  <a:txBody>
                    <a:bodyPr/>
                    <a:lstStyle/>
                    <a:p>
                      <a:pPr algn="ctr" fontAlgn="ctr"/>
                      <a:r>
                        <a:rPr lang="en-AU" sz="800">
                          <a:effectLst/>
                        </a:rPr>
                        <a:t>1</a:t>
                      </a:r>
                    </a:p>
                  </a:txBody>
                  <a:tcPr marL="30226" marR="30226" marT="15113" marB="15113" anchor="ctr"/>
                </a:tc>
                <a:extLst>
                  <a:ext uri="{0D108BD9-81ED-4DB2-BD59-A6C34878D82A}">
                    <a16:rowId xmlns:a16="http://schemas.microsoft.com/office/drawing/2014/main" val="4063771090"/>
                  </a:ext>
                </a:extLst>
              </a:tr>
              <a:tr h="120902">
                <a:tc>
                  <a:txBody>
                    <a:bodyPr/>
                    <a:lstStyle/>
                    <a:p>
                      <a:pPr algn="ctr" fontAlgn="ctr"/>
                      <a:r>
                        <a:rPr lang="en-AU" sz="800">
                          <a:effectLst/>
                        </a:rPr>
                        <a:t>SX</a:t>
                      </a:r>
                    </a:p>
                  </a:txBody>
                  <a:tcPr marL="30226" marR="30226" marT="15113" marB="15113" anchor="ctr"/>
                </a:tc>
                <a:tc>
                  <a:txBody>
                    <a:bodyPr/>
                    <a:lstStyle/>
                    <a:p>
                      <a:pPr algn="ctr" fontAlgn="ctr"/>
                      <a:r>
                        <a:rPr lang="en-AU" sz="800">
                          <a:effectLst/>
                        </a:rPr>
                        <a:t>1</a:t>
                      </a:r>
                    </a:p>
                  </a:txBody>
                  <a:tcPr marL="30226" marR="30226" marT="15113" marB="15113" anchor="ctr"/>
                </a:tc>
                <a:extLst>
                  <a:ext uri="{0D108BD9-81ED-4DB2-BD59-A6C34878D82A}">
                    <a16:rowId xmlns:a16="http://schemas.microsoft.com/office/drawing/2014/main" val="168004404"/>
                  </a:ext>
                </a:extLst>
              </a:tr>
              <a:tr h="120902">
                <a:tc>
                  <a:txBody>
                    <a:bodyPr/>
                    <a:lstStyle/>
                    <a:p>
                      <a:pPr algn="ctr" fontAlgn="ctr"/>
                      <a:r>
                        <a:rPr lang="en-AU" sz="800">
                          <a:effectLst/>
                        </a:rPr>
                        <a:t>SZ</a:t>
                      </a:r>
                    </a:p>
                  </a:txBody>
                  <a:tcPr marL="30226" marR="30226" marT="15113" marB="15113" anchor="ctr"/>
                </a:tc>
                <a:tc>
                  <a:txBody>
                    <a:bodyPr/>
                    <a:lstStyle/>
                    <a:p>
                      <a:pPr algn="ctr" fontAlgn="ctr"/>
                      <a:r>
                        <a:rPr lang="en-AU" sz="800">
                          <a:effectLst/>
                        </a:rPr>
                        <a:t>1</a:t>
                      </a:r>
                    </a:p>
                  </a:txBody>
                  <a:tcPr marL="30226" marR="30226" marT="15113" marB="15113" anchor="ctr"/>
                </a:tc>
                <a:extLst>
                  <a:ext uri="{0D108BD9-81ED-4DB2-BD59-A6C34878D82A}">
                    <a16:rowId xmlns:a16="http://schemas.microsoft.com/office/drawing/2014/main" val="2867273400"/>
                  </a:ext>
                </a:extLst>
              </a:tr>
              <a:tr h="120902">
                <a:tc>
                  <a:txBody>
                    <a:bodyPr/>
                    <a:lstStyle/>
                    <a:p>
                      <a:pPr algn="ctr" fontAlgn="ctr"/>
                      <a:r>
                        <a:rPr lang="en-AU" sz="800">
                          <a:effectLst/>
                        </a:rPr>
                        <a:t>TC</a:t>
                      </a:r>
                    </a:p>
                  </a:txBody>
                  <a:tcPr marL="30226" marR="30226" marT="15113" marB="15113" anchor="ctr"/>
                </a:tc>
                <a:tc>
                  <a:txBody>
                    <a:bodyPr/>
                    <a:lstStyle/>
                    <a:p>
                      <a:pPr algn="ctr" fontAlgn="ctr"/>
                      <a:r>
                        <a:rPr lang="en-AU" sz="800">
                          <a:effectLst/>
                        </a:rPr>
                        <a:t>1</a:t>
                      </a:r>
                    </a:p>
                  </a:txBody>
                  <a:tcPr marL="30226" marR="30226" marT="15113" marB="15113" anchor="ctr"/>
                </a:tc>
                <a:extLst>
                  <a:ext uri="{0D108BD9-81ED-4DB2-BD59-A6C34878D82A}">
                    <a16:rowId xmlns:a16="http://schemas.microsoft.com/office/drawing/2014/main" val="4151030484"/>
                  </a:ext>
                </a:extLst>
              </a:tr>
              <a:tr h="120902">
                <a:tc>
                  <a:txBody>
                    <a:bodyPr/>
                    <a:lstStyle/>
                    <a:p>
                      <a:pPr algn="ctr" fontAlgn="ctr"/>
                      <a:r>
                        <a:rPr lang="en-AU" sz="800">
                          <a:effectLst/>
                        </a:rPr>
                        <a:t>TF</a:t>
                      </a:r>
                    </a:p>
                  </a:txBody>
                  <a:tcPr marL="30226" marR="30226" marT="15113" marB="15113" anchor="ctr"/>
                </a:tc>
                <a:tc>
                  <a:txBody>
                    <a:bodyPr/>
                    <a:lstStyle/>
                    <a:p>
                      <a:pPr algn="ctr" fontAlgn="ctr"/>
                      <a:r>
                        <a:rPr lang="en-AU" sz="800">
                          <a:effectLst/>
                        </a:rPr>
                        <a:t>1</a:t>
                      </a:r>
                    </a:p>
                  </a:txBody>
                  <a:tcPr marL="30226" marR="30226" marT="15113" marB="15113" anchor="ctr"/>
                </a:tc>
                <a:extLst>
                  <a:ext uri="{0D108BD9-81ED-4DB2-BD59-A6C34878D82A}">
                    <a16:rowId xmlns:a16="http://schemas.microsoft.com/office/drawing/2014/main" val="18278905"/>
                  </a:ext>
                </a:extLst>
              </a:tr>
              <a:tr h="120902">
                <a:tc>
                  <a:txBody>
                    <a:bodyPr/>
                    <a:lstStyle/>
                    <a:p>
                      <a:pPr algn="ctr" fontAlgn="ctr"/>
                      <a:r>
                        <a:rPr lang="en-AU" sz="800">
                          <a:effectLst/>
                        </a:rPr>
                        <a:t>TV</a:t>
                      </a:r>
                    </a:p>
                  </a:txBody>
                  <a:tcPr marL="30226" marR="30226" marT="15113" marB="15113" anchor="ctr"/>
                </a:tc>
                <a:tc>
                  <a:txBody>
                    <a:bodyPr/>
                    <a:lstStyle/>
                    <a:p>
                      <a:pPr algn="ctr" fontAlgn="ctr"/>
                      <a:r>
                        <a:rPr lang="en-AU" sz="800">
                          <a:effectLst/>
                        </a:rPr>
                        <a:t>1</a:t>
                      </a:r>
                    </a:p>
                  </a:txBody>
                  <a:tcPr marL="30226" marR="30226" marT="15113" marB="15113" anchor="ctr"/>
                </a:tc>
                <a:extLst>
                  <a:ext uri="{0D108BD9-81ED-4DB2-BD59-A6C34878D82A}">
                    <a16:rowId xmlns:a16="http://schemas.microsoft.com/office/drawing/2014/main" val="2832135727"/>
                  </a:ext>
                </a:extLst>
              </a:tr>
              <a:tr h="120902">
                <a:tc>
                  <a:txBody>
                    <a:bodyPr/>
                    <a:lstStyle/>
                    <a:p>
                      <a:pPr algn="ctr" fontAlgn="ctr"/>
                      <a:r>
                        <a:rPr lang="en-AU" sz="800">
                          <a:effectLst/>
                        </a:rPr>
                        <a:t>US</a:t>
                      </a:r>
                    </a:p>
                  </a:txBody>
                  <a:tcPr marL="30226" marR="30226" marT="15113" marB="15113" anchor="ctr"/>
                </a:tc>
                <a:tc>
                  <a:txBody>
                    <a:bodyPr/>
                    <a:lstStyle/>
                    <a:p>
                      <a:pPr algn="ctr" fontAlgn="ctr"/>
                      <a:r>
                        <a:rPr lang="en-AU" sz="800">
                          <a:effectLst/>
                        </a:rPr>
                        <a:t>1</a:t>
                      </a:r>
                    </a:p>
                  </a:txBody>
                  <a:tcPr marL="30226" marR="30226" marT="15113" marB="15113" anchor="ctr"/>
                </a:tc>
                <a:extLst>
                  <a:ext uri="{0D108BD9-81ED-4DB2-BD59-A6C34878D82A}">
                    <a16:rowId xmlns:a16="http://schemas.microsoft.com/office/drawing/2014/main" val="3069198054"/>
                  </a:ext>
                </a:extLst>
              </a:tr>
              <a:tr h="120902">
                <a:tc>
                  <a:txBody>
                    <a:bodyPr/>
                    <a:lstStyle/>
                    <a:p>
                      <a:pPr algn="ctr" fontAlgn="ctr"/>
                      <a:r>
                        <a:rPr lang="en-AU" sz="800">
                          <a:effectLst/>
                        </a:rPr>
                        <a:t>VA</a:t>
                      </a:r>
                    </a:p>
                  </a:txBody>
                  <a:tcPr marL="30226" marR="30226" marT="15113" marB="15113" anchor="ctr"/>
                </a:tc>
                <a:tc>
                  <a:txBody>
                    <a:bodyPr/>
                    <a:lstStyle/>
                    <a:p>
                      <a:pPr algn="ctr" fontAlgn="ctr"/>
                      <a:r>
                        <a:rPr lang="en-AU" sz="800">
                          <a:effectLst/>
                        </a:rPr>
                        <a:t>1</a:t>
                      </a:r>
                    </a:p>
                  </a:txBody>
                  <a:tcPr marL="30226" marR="30226" marT="15113" marB="15113" anchor="ctr"/>
                </a:tc>
                <a:extLst>
                  <a:ext uri="{0D108BD9-81ED-4DB2-BD59-A6C34878D82A}">
                    <a16:rowId xmlns:a16="http://schemas.microsoft.com/office/drawing/2014/main" val="2829272782"/>
                  </a:ext>
                </a:extLst>
              </a:tr>
              <a:tr h="120902">
                <a:tc>
                  <a:txBody>
                    <a:bodyPr/>
                    <a:lstStyle/>
                    <a:p>
                      <a:pPr algn="ctr" fontAlgn="ctr"/>
                      <a:r>
                        <a:rPr lang="en-AU" sz="800">
                          <a:effectLst/>
                        </a:rPr>
                        <a:t>WF</a:t>
                      </a:r>
                    </a:p>
                  </a:txBody>
                  <a:tcPr marL="30226" marR="30226" marT="15113" marB="15113" anchor="ctr"/>
                </a:tc>
                <a:tc>
                  <a:txBody>
                    <a:bodyPr/>
                    <a:lstStyle/>
                    <a:p>
                      <a:pPr algn="ctr" fontAlgn="ctr"/>
                      <a:r>
                        <a:rPr lang="en-AU" sz="800">
                          <a:effectLst/>
                        </a:rPr>
                        <a:t>1</a:t>
                      </a:r>
                    </a:p>
                  </a:txBody>
                  <a:tcPr marL="30226" marR="30226" marT="15113" marB="15113" anchor="ctr"/>
                </a:tc>
                <a:extLst>
                  <a:ext uri="{0D108BD9-81ED-4DB2-BD59-A6C34878D82A}">
                    <a16:rowId xmlns:a16="http://schemas.microsoft.com/office/drawing/2014/main" val="3051141318"/>
                  </a:ext>
                </a:extLst>
              </a:tr>
              <a:tr h="120902">
                <a:tc>
                  <a:txBody>
                    <a:bodyPr/>
                    <a:lstStyle/>
                    <a:p>
                      <a:pPr algn="ctr" fontAlgn="ctr"/>
                      <a:r>
                        <a:rPr lang="en-AU" sz="800">
                          <a:effectLst/>
                        </a:rPr>
                        <a:t>ZA</a:t>
                      </a:r>
                    </a:p>
                  </a:txBody>
                  <a:tcPr marL="30226" marR="30226" marT="15113" marB="15113" anchor="ctr"/>
                </a:tc>
                <a:tc>
                  <a:txBody>
                    <a:bodyPr/>
                    <a:lstStyle/>
                    <a:p>
                      <a:pPr algn="ctr" fontAlgn="ctr"/>
                      <a:r>
                        <a:rPr lang="en-AU" sz="800">
                          <a:effectLst/>
                        </a:rPr>
                        <a:t>1</a:t>
                      </a:r>
                    </a:p>
                  </a:txBody>
                  <a:tcPr marL="30226" marR="30226" marT="15113" marB="15113" anchor="ctr"/>
                </a:tc>
                <a:extLst>
                  <a:ext uri="{0D108BD9-81ED-4DB2-BD59-A6C34878D82A}">
                    <a16:rowId xmlns:a16="http://schemas.microsoft.com/office/drawing/2014/main" val="888693155"/>
                  </a:ext>
                </a:extLst>
              </a:tr>
            </a:tbl>
          </a:graphicData>
        </a:graphic>
      </p:graphicFrame>
      <p:pic>
        <p:nvPicPr>
          <p:cNvPr id="7170" name="Picture 2" descr="Ascending">
            <a:extLst>
              <a:ext uri="{FF2B5EF4-FFF2-40B4-BE49-F238E27FC236}">
                <a16:creationId xmlns:a16="http://schemas.microsoft.com/office/drawing/2014/main" id="{C65215BD-5B57-4044-9931-72150E751D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171" name="Picture 3" descr="Edit">
            <a:extLst>
              <a:ext uri="{FF2B5EF4-FFF2-40B4-BE49-F238E27FC236}">
                <a16:creationId xmlns:a16="http://schemas.microsoft.com/office/drawing/2014/main" id="{D5ED79AF-4A18-B345-B840-D9842E34EB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Copy">
            <a:extLst>
              <a:ext uri="{FF2B5EF4-FFF2-40B4-BE49-F238E27FC236}">
                <a16:creationId xmlns:a16="http://schemas.microsoft.com/office/drawing/2014/main" id="{FBA6165E-BBB3-264F-B659-7BADC52A27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173" name="Picture 5" descr="Delete">
            <a:extLst>
              <a:ext uri="{FF2B5EF4-FFF2-40B4-BE49-F238E27FC236}">
                <a16:creationId xmlns:a16="http://schemas.microsoft.com/office/drawing/2014/main" id="{9D5E0143-2F09-FC40-9496-179295E448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174" name="Picture 6" descr="Edit">
            <a:extLst>
              <a:ext uri="{FF2B5EF4-FFF2-40B4-BE49-F238E27FC236}">
                <a16:creationId xmlns:a16="http://schemas.microsoft.com/office/drawing/2014/main" id="{3DED508C-7EC1-BB40-A157-108A670911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175" name="Picture 7" descr="Copy">
            <a:extLst>
              <a:ext uri="{FF2B5EF4-FFF2-40B4-BE49-F238E27FC236}">
                <a16:creationId xmlns:a16="http://schemas.microsoft.com/office/drawing/2014/main" id="{FC190F5E-B29D-6344-996E-E87C33A1C3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176" name="Picture 8" descr="Delete">
            <a:extLst>
              <a:ext uri="{FF2B5EF4-FFF2-40B4-BE49-F238E27FC236}">
                <a16:creationId xmlns:a16="http://schemas.microsoft.com/office/drawing/2014/main" id="{27FD3534-0333-B04B-9A1D-C1016297D7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177" name="Picture 9" descr="Edit">
            <a:extLst>
              <a:ext uri="{FF2B5EF4-FFF2-40B4-BE49-F238E27FC236}">
                <a16:creationId xmlns:a16="http://schemas.microsoft.com/office/drawing/2014/main" id="{E6B3C597-A2C0-5641-8FA6-A4C08CB3D9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178" name="Picture 10" descr="Copy">
            <a:extLst>
              <a:ext uri="{FF2B5EF4-FFF2-40B4-BE49-F238E27FC236}">
                <a16:creationId xmlns:a16="http://schemas.microsoft.com/office/drawing/2014/main" id="{2E3E32CB-7E12-0545-A423-68FACE7C76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179" name="Picture 11" descr="Delete">
            <a:extLst>
              <a:ext uri="{FF2B5EF4-FFF2-40B4-BE49-F238E27FC236}">
                <a16:creationId xmlns:a16="http://schemas.microsoft.com/office/drawing/2014/main" id="{A3DD466D-EEBC-B349-B9B9-6FBA1FCCFA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180" name="Picture 12" descr="Edit">
            <a:extLst>
              <a:ext uri="{FF2B5EF4-FFF2-40B4-BE49-F238E27FC236}">
                <a16:creationId xmlns:a16="http://schemas.microsoft.com/office/drawing/2014/main" id="{74CA1543-4767-0443-99BD-551F5E25CA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181" name="Picture 13" descr="Copy">
            <a:extLst>
              <a:ext uri="{FF2B5EF4-FFF2-40B4-BE49-F238E27FC236}">
                <a16:creationId xmlns:a16="http://schemas.microsoft.com/office/drawing/2014/main" id="{349B3A53-E673-E148-B870-02F442734C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182" name="Picture 14" descr="Delete">
            <a:extLst>
              <a:ext uri="{FF2B5EF4-FFF2-40B4-BE49-F238E27FC236}">
                <a16:creationId xmlns:a16="http://schemas.microsoft.com/office/drawing/2014/main" id="{D306A5A9-DCC8-4549-8C94-2F85523CE0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183" name="Picture 15" descr="Edit">
            <a:extLst>
              <a:ext uri="{FF2B5EF4-FFF2-40B4-BE49-F238E27FC236}">
                <a16:creationId xmlns:a16="http://schemas.microsoft.com/office/drawing/2014/main" id="{21E5A904-E74A-6B46-AE2E-F5BCC53BCD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184" name="Picture 16" descr="Copy">
            <a:extLst>
              <a:ext uri="{FF2B5EF4-FFF2-40B4-BE49-F238E27FC236}">
                <a16:creationId xmlns:a16="http://schemas.microsoft.com/office/drawing/2014/main" id="{90E2174F-801A-484F-9F9D-0F68A3E71E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185" name="Picture 17" descr="Delete">
            <a:extLst>
              <a:ext uri="{FF2B5EF4-FFF2-40B4-BE49-F238E27FC236}">
                <a16:creationId xmlns:a16="http://schemas.microsoft.com/office/drawing/2014/main" id="{94133C48-B1C7-AA49-92AC-8F9331F193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186" name="Picture 18" descr="Edit">
            <a:extLst>
              <a:ext uri="{FF2B5EF4-FFF2-40B4-BE49-F238E27FC236}">
                <a16:creationId xmlns:a16="http://schemas.microsoft.com/office/drawing/2014/main" id="{2E1311ED-F149-084C-A8F4-E6397E967C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187" name="Picture 19" descr="Copy">
            <a:extLst>
              <a:ext uri="{FF2B5EF4-FFF2-40B4-BE49-F238E27FC236}">
                <a16:creationId xmlns:a16="http://schemas.microsoft.com/office/drawing/2014/main" id="{C030EA95-28E1-3A4E-9286-06ED81A839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188" name="Picture 20" descr="Delete">
            <a:extLst>
              <a:ext uri="{FF2B5EF4-FFF2-40B4-BE49-F238E27FC236}">
                <a16:creationId xmlns:a16="http://schemas.microsoft.com/office/drawing/2014/main" id="{7760BD29-0768-7740-AE93-754B4A8E9E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189" name="Picture 21" descr="Edit">
            <a:extLst>
              <a:ext uri="{FF2B5EF4-FFF2-40B4-BE49-F238E27FC236}">
                <a16:creationId xmlns:a16="http://schemas.microsoft.com/office/drawing/2014/main" id="{86EE7E1D-B3BB-B34A-A34A-821AF5F874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190" name="Picture 22" descr="Copy">
            <a:extLst>
              <a:ext uri="{FF2B5EF4-FFF2-40B4-BE49-F238E27FC236}">
                <a16:creationId xmlns:a16="http://schemas.microsoft.com/office/drawing/2014/main" id="{862F129A-C396-C448-8B35-9E5ECB71A3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191" name="Picture 23" descr="Delete">
            <a:extLst>
              <a:ext uri="{FF2B5EF4-FFF2-40B4-BE49-F238E27FC236}">
                <a16:creationId xmlns:a16="http://schemas.microsoft.com/office/drawing/2014/main" id="{E533F4DC-FC7E-B84C-8A4A-72573BFF78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192" name="Picture 24" descr="Edit">
            <a:extLst>
              <a:ext uri="{FF2B5EF4-FFF2-40B4-BE49-F238E27FC236}">
                <a16:creationId xmlns:a16="http://schemas.microsoft.com/office/drawing/2014/main" id="{305AC1A0-001A-B24C-AC0C-ED44BB393A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193" name="Picture 25" descr="Copy">
            <a:extLst>
              <a:ext uri="{FF2B5EF4-FFF2-40B4-BE49-F238E27FC236}">
                <a16:creationId xmlns:a16="http://schemas.microsoft.com/office/drawing/2014/main" id="{81A9DE29-9C1E-774E-826F-E08F62769A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194" name="Picture 26" descr="Delete">
            <a:extLst>
              <a:ext uri="{FF2B5EF4-FFF2-40B4-BE49-F238E27FC236}">
                <a16:creationId xmlns:a16="http://schemas.microsoft.com/office/drawing/2014/main" id="{28F49F1F-10C7-5245-93C9-55935E0A79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195" name="Picture 27" descr="Edit">
            <a:extLst>
              <a:ext uri="{FF2B5EF4-FFF2-40B4-BE49-F238E27FC236}">
                <a16:creationId xmlns:a16="http://schemas.microsoft.com/office/drawing/2014/main" id="{8F192FC9-44DB-C243-A214-73178E222C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196" name="Picture 28" descr="Copy">
            <a:extLst>
              <a:ext uri="{FF2B5EF4-FFF2-40B4-BE49-F238E27FC236}">
                <a16:creationId xmlns:a16="http://schemas.microsoft.com/office/drawing/2014/main" id="{C5548135-F3BC-1744-AB44-4104A61009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197" name="Picture 29" descr="Delete">
            <a:extLst>
              <a:ext uri="{FF2B5EF4-FFF2-40B4-BE49-F238E27FC236}">
                <a16:creationId xmlns:a16="http://schemas.microsoft.com/office/drawing/2014/main" id="{7361ED48-0603-A84B-BC4A-3B378B4536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198" name="Picture 30" descr="Edit">
            <a:extLst>
              <a:ext uri="{FF2B5EF4-FFF2-40B4-BE49-F238E27FC236}">
                <a16:creationId xmlns:a16="http://schemas.microsoft.com/office/drawing/2014/main" id="{6F1966E0-4F34-0B47-8CF1-2CB129A2B5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199" name="Picture 31" descr="Copy">
            <a:extLst>
              <a:ext uri="{FF2B5EF4-FFF2-40B4-BE49-F238E27FC236}">
                <a16:creationId xmlns:a16="http://schemas.microsoft.com/office/drawing/2014/main" id="{4DD913C6-C486-094C-B6FB-5BDE7C23E5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00" name="Picture 32" descr="Delete">
            <a:extLst>
              <a:ext uri="{FF2B5EF4-FFF2-40B4-BE49-F238E27FC236}">
                <a16:creationId xmlns:a16="http://schemas.microsoft.com/office/drawing/2014/main" id="{8D269F99-DE51-0044-8E70-B70960F751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01" name="Picture 33" descr="Edit">
            <a:extLst>
              <a:ext uri="{FF2B5EF4-FFF2-40B4-BE49-F238E27FC236}">
                <a16:creationId xmlns:a16="http://schemas.microsoft.com/office/drawing/2014/main" id="{8EEEB258-DD9F-4743-BF68-7D1DDAB51A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02" name="Picture 34" descr="Copy">
            <a:extLst>
              <a:ext uri="{FF2B5EF4-FFF2-40B4-BE49-F238E27FC236}">
                <a16:creationId xmlns:a16="http://schemas.microsoft.com/office/drawing/2014/main" id="{2247A77E-80FB-904D-9E00-F839C75441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03" name="Picture 35" descr="Delete">
            <a:extLst>
              <a:ext uri="{FF2B5EF4-FFF2-40B4-BE49-F238E27FC236}">
                <a16:creationId xmlns:a16="http://schemas.microsoft.com/office/drawing/2014/main" id="{639CC710-9294-0641-BAEA-37C6FDB55D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04" name="Picture 36" descr="Edit">
            <a:extLst>
              <a:ext uri="{FF2B5EF4-FFF2-40B4-BE49-F238E27FC236}">
                <a16:creationId xmlns:a16="http://schemas.microsoft.com/office/drawing/2014/main" id="{C1E6C482-4681-3940-94B4-6EFA7CC30F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05" name="Picture 37" descr="Copy">
            <a:extLst>
              <a:ext uri="{FF2B5EF4-FFF2-40B4-BE49-F238E27FC236}">
                <a16:creationId xmlns:a16="http://schemas.microsoft.com/office/drawing/2014/main" id="{159A1B20-2B46-C040-A4CA-DFE0FE13E2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06" name="Picture 38" descr="Delete">
            <a:extLst>
              <a:ext uri="{FF2B5EF4-FFF2-40B4-BE49-F238E27FC236}">
                <a16:creationId xmlns:a16="http://schemas.microsoft.com/office/drawing/2014/main" id="{0A8381CA-320A-7249-8C48-147A19F96E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07" name="Picture 39" descr="Edit">
            <a:extLst>
              <a:ext uri="{FF2B5EF4-FFF2-40B4-BE49-F238E27FC236}">
                <a16:creationId xmlns:a16="http://schemas.microsoft.com/office/drawing/2014/main" id="{23299FDB-6800-2147-B702-26AE4D8942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08" name="Picture 40" descr="Copy">
            <a:extLst>
              <a:ext uri="{FF2B5EF4-FFF2-40B4-BE49-F238E27FC236}">
                <a16:creationId xmlns:a16="http://schemas.microsoft.com/office/drawing/2014/main" id="{C9D2DC4D-C2FC-B34F-90D2-67FD46CFF2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09" name="Picture 41" descr="Delete">
            <a:extLst>
              <a:ext uri="{FF2B5EF4-FFF2-40B4-BE49-F238E27FC236}">
                <a16:creationId xmlns:a16="http://schemas.microsoft.com/office/drawing/2014/main" id="{6BBFB826-B21C-B24E-8ADD-4D6D4A2FFB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10" name="Picture 42" descr="Edit">
            <a:extLst>
              <a:ext uri="{FF2B5EF4-FFF2-40B4-BE49-F238E27FC236}">
                <a16:creationId xmlns:a16="http://schemas.microsoft.com/office/drawing/2014/main" id="{350D84E9-2CD7-394A-B4A7-2774D96F50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11" name="Picture 43" descr="Copy">
            <a:extLst>
              <a:ext uri="{FF2B5EF4-FFF2-40B4-BE49-F238E27FC236}">
                <a16:creationId xmlns:a16="http://schemas.microsoft.com/office/drawing/2014/main" id="{F82C45A0-60D7-FE44-9E82-6C92B33405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12" name="Picture 44" descr="Delete">
            <a:extLst>
              <a:ext uri="{FF2B5EF4-FFF2-40B4-BE49-F238E27FC236}">
                <a16:creationId xmlns:a16="http://schemas.microsoft.com/office/drawing/2014/main" id="{C180F2FA-07ED-3249-9093-DAED3656D9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13" name="Picture 45" descr="Edit">
            <a:extLst>
              <a:ext uri="{FF2B5EF4-FFF2-40B4-BE49-F238E27FC236}">
                <a16:creationId xmlns:a16="http://schemas.microsoft.com/office/drawing/2014/main" id="{00A1D60C-8C08-7848-93FE-C05E424E78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14" name="Picture 46" descr="Copy">
            <a:extLst>
              <a:ext uri="{FF2B5EF4-FFF2-40B4-BE49-F238E27FC236}">
                <a16:creationId xmlns:a16="http://schemas.microsoft.com/office/drawing/2014/main" id="{F8A7F605-378A-4D4D-802C-FB3A2E8326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15" name="Picture 47" descr="Delete">
            <a:extLst>
              <a:ext uri="{FF2B5EF4-FFF2-40B4-BE49-F238E27FC236}">
                <a16:creationId xmlns:a16="http://schemas.microsoft.com/office/drawing/2014/main" id="{8B9117B3-CD16-074F-82A3-D5096A4DFD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16" name="Picture 48" descr="Edit">
            <a:extLst>
              <a:ext uri="{FF2B5EF4-FFF2-40B4-BE49-F238E27FC236}">
                <a16:creationId xmlns:a16="http://schemas.microsoft.com/office/drawing/2014/main" id="{2FE84A72-AA0D-334A-B03A-7E066B4DEE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17" name="Picture 49" descr="Copy">
            <a:extLst>
              <a:ext uri="{FF2B5EF4-FFF2-40B4-BE49-F238E27FC236}">
                <a16:creationId xmlns:a16="http://schemas.microsoft.com/office/drawing/2014/main" id="{E845E9CE-1525-1E40-890D-A51A605EE6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18" name="Picture 50" descr="Delete">
            <a:extLst>
              <a:ext uri="{FF2B5EF4-FFF2-40B4-BE49-F238E27FC236}">
                <a16:creationId xmlns:a16="http://schemas.microsoft.com/office/drawing/2014/main" id="{0FE3432E-477B-C74E-80BC-C209526F00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19" name="Picture 51" descr="Edit">
            <a:extLst>
              <a:ext uri="{FF2B5EF4-FFF2-40B4-BE49-F238E27FC236}">
                <a16:creationId xmlns:a16="http://schemas.microsoft.com/office/drawing/2014/main" id="{DA98ACB1-2101-FE40-9A55-836B005D60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20" name="Picture 52" descr="Copy">
            <a:extLst>
              <a:ext uri="{FF2B5EF4-FFF2-40B4-BE49-F238E27FC236}">
                <a16:creationId xmlns:a16="http://schemas.microsoft.com/office/drawing/2014/main" id="{230D71F9-D01D-FF42-B758-EF61F22C12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21" name="Picture 53" descr="Delete">
            <a:extLst>
              <a:ext uri="{FF2B5EF4-FFF2-40B4-BE49-F238E27FC236}">
                <a16:creationId xmlns:a16="http://schemas.microsoft.com/office/drawing/2014/main" id="{073FE7BA-5FC2-3645-9766-0FB9DFAB6C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22" name="Picture 54" descr="Edit">
            <a:extLst>
              <a:ext uri="{FF2B5EF4-FFF2-40B4-BE49-F238E27FC236}">
                <a16:creationId xmlns:a16="http://schemas.microsoft.com/office/drawing/2014/main" id="{D9AFD85A-CE4B-484A-A5B8-BAEABB586A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23" name="Picture 55" descr="Copy">
            <a:extLst>
              <a:ext uri="{FF2B5EF4-FFF2-40B4-BE49-F238E27FC236}">
                <a16:creationId xmlns:a16="http://schemas.microsoft.com/office/drawing/2014/main" id="{A44154A1-1786-3F4C-9953-8101DE2501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24" name="Picture 56" descr="Delete">
            <a:extLst>
              <a:ext uri="{FF2B5EF4-FFF2-40B4-BE49-F238E27FC236}">
                <a16:creationId xmlns:a16="http://schemas.microsoft.com/office/drawing/2014/main" id="{CDB26216-F520-9D43-9F03-CC6078D11A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25" name="Picture 57" descr="Edit">
            <a:extLst>
              <a:ext uri="{FF2B5EF4-FFF2-40B4-BE49-F238E27FC236}">
                <a16:creationId xmlns:a16="http://schemas.microsoft.com/office/drawing/2014/main" id="{10F1DB99-8A42-A348-AA03-2A064895E5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26" name="Picture 58" descr="Copy">
            <a:extLst>
              <a:ext uri="{FF2B5EF4-FFF2-40B4-BE49-F238E27FC236}">
                <a16:creationId xmlns:a16="http://schemas.microsoft.com/office/drawing/2014/main" id="{313C5482-C410-FE44-9B67-CFA9177404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27" name="Picture 59" descr="Delete">
            <a:extLst>
              <a:ext uri="{FF2B5EF4-FFF2-40B4-BE49-F238E27FC236}">
                <a16:creationId xmlns:a16="http://schemas.microsoft.com/office/drawing/2014/main" id="{C5120BAF-0DD1-3B4A-8782-ADEE7BB95F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28" name="Picture 60" descr="Edit">
            <a:extLst>
              <a:ext uri="{FF2B5EF4-FFF2-40B4-BE49-F238E27FC236}">
                <a16:creationId xmlns:a16="http://schemas.microsoft.com/office/drawing/2014/main" id="{5D659988-94E0-AD4F-9466-4B46A9CCA9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29" name="Picture 61" descr="Copy">
            <a:extLst>
              <a:ext uri="{FF2B5EF4-FFF2-40B4-BE49-F238E27FC236}">
                <a16:creationId xmlns:a16="http://schemas.microsoft.com/office/drawing/2014/main" id="{9AA81DD6-A2AC-D749-A4FE-F82626FFFA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30" name="Picture 62" descr="Delete">
            <a:extLst>
              <a:ext uri="{FF2B5EF4-FFF2-40B4-BE49-F238E27FC236}">
                <a16:creationId xmlns:a16="http://schemas.microsoft.com/office/drawing/2014/main" id="{EAD8EBD8-D30D-1544-AA88-0A043D10F3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31" name="Picture 63" descr="Edit">
            <a:extLst>
              <a:ext uri="{FF2B5EF4-FFF2-40B4-BE49-F238E27FC236}">
                <a16:creationId xmlns:a16="http://schemas.microsoft.com/office/drawing/2014/main" id="{FA619B7B-F6B9-A24C-A391-BAB5A4C5DE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32" name="Picture 64" descr="Copy">
            <a:extLst>
              <a:ext uri="{FF2B5EF4-FFF2-40B4-BE49-F238E27FC236}">
                <a16:creationId xmlns:a16="http://schemas.microsoft.com/office/drawing/2014/main" id="{2BFEEB2A-F10B-134C-957A-FC9FE673E0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33" name="Picture 65" descr="Delete">
            <a:extLst>
              <a:ext uri="{FF2B5EF4-FFF2-40B4-BE49-F238E27FC236}">
                <a16:creationId xmlns:a16="http://schemas.microsoft.com/office/drawing/2014/main" id="{0D6CCC79-17D3-FF4B-9F32-D2EEBAADE4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34" name="Picture 66" descr="Edit">
            <a:extLst>
              <a:ext uri="{FF2B5EF4-FFF2-40B4-BE49-F238E27FC236}">
                <a16:creationId xmlns:a16="http://schemas.microsoft.com/office/drawing/2014/main" id="{B624129D-5217-2646-912D-1D1CB33494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35" name="Picture 67" descr="Copy">
            <a:extLst>
              <a:ext uri="{FF2B5EF4-FFF2-40B4-BE49-F238E27FC236}">
                <a16:creationId xmlns:a16="http://schemas.microsoft.com/office/drawing/2014/main" id="{7522B05C-C3CC-3E45-A00A-1687896307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36" name="Picture 68" descr="Delete">
            <a:extLst>
              <a:ext uri="{FF2B5EF4-FFF2-40B4-BE49-F238E27FC236}">
                <a16:creationId xmlns:a16="http://schemas.microsoft.com/office/drawing/2014/main" id="{0D38D860-0474-D14A-80E9-5351D3DCF7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37" name="Picture 69" descr="Edit">
            <a:extLst>
              <a:ext uri="{FF2B5EF4-FFF2-40B4-BE49-F238E27FC236}">
                <a16:creationId xmlns:a16="http://schemas.microsoft.com/office/drawing/2014/main" id="{80A8FC36-88B1-5B47-A6B8-0EC244CDC4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38" name="Picture 70" descr="Copy">
            <a:extLst>
              <a:ext uri="{FF2B5EF4-FFF2-40B4-BE49-F238E27FC236}">
                <a16:creationId xmlns:a16="http://schemas.microsoft.com/office/drawing/2014/main" id="{2408ED3D-3FD3-1548-8A24-7583A66CEB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39" name="Picture 71" descr="Delete">
            <a:extLst>
              <a:ext uri="{FF2B5EF4-FFF2-40B4-BE49-F238E27FC236}">
                <a16:creationId xmlns:a16="http://schemas.microsoft.com/office/drawing/2014/main" id="{1B749367-0541-4C44-82A9-F1B7CB19D6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40" name="Picture 72" descr="Edit">
            <a:extLst>
              <a:ext uri="{FF2B5EF4-FFF2-40B4-BE49-F238E27FC236}">
                <a16:creationId xmlns:a16="http://schemas.microsoft.com/office/drawing/2014/main" id="{24E149B0-2433-244D-B804-9F3558AB62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41" name="Picture 73" descr="Copy">
            <a:extLst>
              <a:ext uri="{FF2B5EF4-FFF2-40B4-BE49-F238E27FC236}">
                <a16:creationId xmlns:a16="http://schemas.microsoft.com/office/drawing/2014/main" id="{6B9CC010-A54E-4A43-9900-1713427C53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42" name="Picture 74" descr="Delete">
            <a:extLst>
              <a:ext uri="{FF2B5EF4-FFF2-40B4-BE49-F238E27FC236}">
                <a16:creationId xmlns:a16="http://schemas.microsoft.com/office/drawing/2014/main" id="{63EED20F-110F-2E44-90C7-BA8FF3CA3B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43" name="Picture 75" descr="Edit">
            <a:extLst>
              <a:ext uri="{FF2B5EF4-FFF2-40B4-BE49-F238E27FC236}">
                <a16:creationId xmlns:a16="http://schemas.microsoft.com/office/drawing/2014/main" id="{6CB6A258-CCF8-814C-8CF2-21999AF3E9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44" name="Picture 76" descr="Copy">
            <a:extLst>
              <a:ext uri="{FF2B5EF4-FFF2-40B4-BE49-F238E27FC236}">
                <a16:creationId xmlns:a16="http://schemas.microsoft.com/office/drawing/2014/main" id="{C3214E57-8123-4545-B340-CB76673E83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45" name="Picture 77" descr="Delete">
            <a:extLst>
              <a:ext uri="{FF2B5EF4-FFF2-40B4-BE49-F238E27FC236}">
                <a16:creationId xmlns:a16="http://schemas.microsoft.com/office/drawing/2014/main" id="{080BFB43-39E9-794C-9627-DDD29B4864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46" name="Picture 78" descr="Edit">
            <a:extLst>
              <a:ext uri="{FF2B5EF4-FFF2-40B4-BE49-F238E27FC236}">
                <a16:creationId xmlns:a16="http://schemas.microsoft.com/office/drawing/2014/main" id="{C76DB593-26D0-E546-8BDF-F53B764FC1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47" name="Picture 79" descr="Copy">
            <a:extLst>
              <a:ext uri="{FF2B5EF4-FFF2-40B4-BE49-F238E27FC236}">
                <a16:creationId xmlns:a16="http://schemas.microsoft.com/office/drawing/2014/main" id="{7F2B36A3-2DE8-4640-A9C9-59972A5534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48" name="Picture 80" descr="Delete">
            <a:extLst>
              <a:ext uri="{FF2B5EF4-FFF2-40B4-BE49-F238E27FC236}">
                <a16:creationId xmlns:a16="http://schemas.microsoft.com/office/drawing/2014/main" id="{E7DACCCE-1B2F-DE48-856A-87DE97669E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49" name="Picture 81" descr="Edit">
            <a:extLst>
              <a:ext uri="{FF2B5EF4-FFF2-40B4-BE49-F238E27FC236}">
                <a16:creationId xmlns:a16="http://schemas.microsoft.com/office/drawing/2014/main" id="{9638018F-7630-CE4A-9355-CE11B3FC81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50" name="Picture 82" descr="Copy">
            <a:extLst>
              <a:ext uri="{FF2B5EF4-FFF2-40B4-BE49-F238E27FC236}">
                <a16:creationId xmlns:a16="http://schemas.microsoft.com/office/drawing/2014/main" id="{50905964-6153-3940-8581-4E33AE5F6E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51" name="Picture 83" descr="Delete">
            <a:extLst>
              <a:ext uri="{FF2B5EF4-FFF2-40B4-BE49-F238E27FC236}">
                <a16:creationId xmlns:a16="http://schemas.microsoft.com/office/drawing/2014/main" id="{D90C0E12-E72B-8C41-91FA-7DF1639906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52" name="Picture 84" descr="Edit">
            <a:extLst>
              <a:ext uri="{FF2B5EF4-FFF2-40B4-BE49-F238E27FC236}">
                <a16:creationId xmlns:a16="http://schemas.microsoft.com/office/drawing/2014/main" id="{30F2445D-97CB-F446-BBD3-81BDB7D577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53" name="Picture 85" descr="Copy">
            <a:extLst>
              <a:ext uri="{FF2B5EF4-FFF2-40B4-BE49-F238E27FC236}">
                <a16:creationId xmlns:a16="http://schemas.microsoft.com/office/drawing/2014/main" id="{DDA7856D-5189-AF45-BD0B-651D084E98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54" name="Picture 86" descr="Delete">
            <a:extLst>
              <a:ext uri="{FF2B5EF4-FFF2-40B4-BE49-F238E27FC236}">
                <a16:creationId xmlns:a16="http://schemas.microsoft.com/office/drawing/2014/main" id="{A7D85B9A-C557-D74F-922A-932BAC48CA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55" name="Picture 87" descr="Edit">
            <a:extLst>
              <a:ext uri="{FF2B5EF4-FFF2-40B4-BE49-F238E27FC236}">
                <a16:creationId xmlns:a16="http://schemas.microsoft.com/office/drawing/2014/main" id="{DFB52E64-6476-7944-90C6-78AE57050C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56" name="Picture 88" descr="Copy">
            <a:extLst>
              <a:ext uri="{FF2B5EF4-FFF2-40B4-BE49-F238E27FC236}">
                <a16:creationId xmlns:a16="http://schemas.microsoft.com/office/drawing/2014/main" id="{B3F011E5-D843-6544-AD01-1FD7E34405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57" name="Picture 89" descr="Delete">
            <a:extLst>
              <a:ext uri="{FF2B5EF4-FFF2-40B4-BE49-F238E27FC236}">
                <a16:creationId xmlns:a16="http://schemas.microsoft.com/office/drawing/2014/main" id="{49753787-A49F-444B-850C-1D303F93BD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58" name="Picture 90" descr="Edit">
            <a:extLst>
              <a:ext uri="{FF2B5EF4-FFF2-40B4-BE49-F238E27FC236}">
                <a16:creationId xmlns:a16="http://schemas.microsoft.com/office/drawing/2014/main" id="{A2F0A34A-E701-D941-A355-5E02B70A68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59" name="Picture 91" descr="Copy">
            <a:extLst>
              <a:ext uri="{FF2B5EF4-FFF2-40B4-BE49-F238E27FC236}">
                <a16:creationId xmlns:a16="http://schemas.microsoft.com/office/drawing/2014/main" id="{F8EAB2C0-102B-FF43-BE7C-6D36924E0F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60" name="Picture 92" descr="Delete">
            <a:extLst>
              <a:ext uri="{FF2B5EF4-FFF2-40B4-BE49-F238E27FC236}">
                <a16:creationId xmlns:a16="http://schemas.microsoft.com/office/drawing/2014/main" id="{A6194C9D-95F5-3D41-94AA-75EF90B754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61" name="Picture 93" descr="Edit">
            <a:extLst>
              <a:ext uri="{FF2B5EF4-FFF2-40B4-BE49-F238E27FC236}">
                <a16:creationId xmlns:a16="http://schemas.microsoft.com/office/drawing/2014/main" id="{11FD369F-C6F5-7F48-8A4B-6A0971EC7A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62" name="Picture 94" descr="Copy">
            <a:extLst>
              <a:ext uri="{FF2B5EF4-FFF2-40B4-BE49-F238E27FC236}">
                <a16:creationId xmlns:a16="http://schemas.microsoft.com/office/drawing/2014/main" id="{C9DC0687-5FE1-034F-8A4A-9C58ABD5DB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63" name="Picture 95" descr="Delete">
            <a:extLst>
              <a:ext uri="{FF2B5EF4-FFF2-40B4-BE49-F238E27FC236}">
                <a16:creationId xmlns:a16="http://schemas.microsoft.com/office/drawing/2014/main" id="{2AD73EEB-6ABD-9B44-A756-C32352F274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64" name="Picture 96" descr="Edit">
            <a:extLst>
              <a:ext uri="{FF2B5EF4-FFF2-40B4-BE49-F238E27FC236}">
                <a16:creationId xmlns:a16="http://schemas.microsoft.com/office/drawing/2014/main" id="{10B34E61-15B9-2E49-87B9-73B2D7CA68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65" name="Picture 97" descr="Copy">
            <a:extLst>
              <a:ext uri="{FF2B5EF4-FFF2-40B4-BE49-F238E27FC236}">
                <a16:creationId xmlns:a16="http://schemas.microsoft.com/office/drawing/2014/main" id="{DD2D3E0B-9847-AB49-B1D3-F4D1036F53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66" name="Picture 98" descr="Delete">
            <a:extLst>
              <a:ext uri="{FF2B5EF4-FFF2-40B4-BE49-F238E27FC236}">
                <a16:creationId xmlns:a16="http://schemas.microsoft.com/office/drawing/2014/main" id="{2E6B4D75-18BB-A144-816D-F2B4619AF4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67" name="Picture 99" descr="Edit">
            <a:extLst>
              <a:ext uri="{FF2B5EF4-FFF2-40B4-BE49-F238E27FC236}">
                <a16:creationId xmlns:a16="http://schemas.microsoft.com/office/drawing/2014/main" id="{FD1EDE04-2CAE-0944-85C6-942CAF846D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68" name="Picture 100" descr="Copy">
            <a:extLst>
              <a:ext uri="{FF2B5EF4-FFF2-40B4-BE49-F238E27FC236}">
                <a16:creationId xmlns:a16="http://schemas.microsoft.com/office/drawing/2014/main" id="{0311F970-C813-0046-B959-F2B02CFB0C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69" name="Picture 101" descr="Delete">
            <a:extLst>
              <a:ext uri="{FF2B5EF4-FFF2-40B4-BE49-F238E27FC236}">
                <a16:creationId xmlns:a16="http://schemas.microsoft.com/office/drawing/2014/main" id="{A29F9472-4262-2E49-AB07-394AEC0363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70" name="Picture 102" descr="Edit">
            <a:extLst>
              <a:ext uri="{FF2B5EF4-FFF2-40B4-BE49-F238E27FC236}">
                <a16:creationId xmlns:a16="http://schemas.microsoft.com/office/drawing/2014/main" id="{388DB9D5-6E65-7643-A25E-3D38446B63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71" name="Picture 103" descr="Copy">
            <a:extLst>
              <a:ext uri="{FF2B5EF4-FFF2-40B4-BE49-F238E27FC236}">
                <a16:creationId xmlns:a16="http://schemas.microsoft.com/office/drawing/2014/main" id="{E1D696C6-1DB6-C149-BB26-B53BCEAF27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72" name="Picture 104" descr="Delete">
            <a:extLst>
              <a:ext uri="{FF2B5EF4-FFF2-40B4-BE49-F238E27FC236}">
                <a16:creationId xmlns:a16="http://schemas.microsoft.com/office/drawing/2014/main" id="{2BF06DD9-3B1A-D34C-9A63-B55958FEB6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73" name="Picture 105" descr="Edit">
            <a:extLst>
              <a:ext uri="{FF2B5EF4-FFF2-40B4-BE49-F238E27FC236}">
                <a16:creationId xmlns:a16="http://schemas.microsoft.com/office/drawing/2014/main" id="{F779866C-856E-6145-9265-3FC104F236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74" name="Picture 106" descr="Copy">
            <a:extLst>
              <a:ext uri="{FF2B5EF4-FFF2-40B4-BE49-F238E27FC236}">
                <a16:creationId xmlns:a16="http://schemas.microsoft.com/office/drawing/2014/main" id="{70D9D364-C44A-0144-80C8-EF4A1A6A6C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75" name="Picture 107" descr="Delete">
            <a:extLst>
              <a:ext uri="{FF2B5EF4-FFF2-40B4-BE49-F238E27FC236}">
                <a16:creationId xmlns:a16="http://schemas.microsoft.com/office/drawing/2014/main" id="{3C3379C6-BD39-4B4A-8BE6-AA5F77C496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76" name="Picture 108" descr="Edit">
            <a:extLst>
              <a:ext uri="{FF2B5EF4-FFF2-40B4-BE49-F238E27FC236}">
                <a16:creationId xmlns:a16="http://schemas.microsoft.com/office/drawing/2014/main" id="{3FE1382E-5F62-5649-BC20-91DE8CB680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77" name="Picture 109" descr="Copy">
            <a:extLst>
              <a:ext uri="{FF2B5EF4-FFF2-40B4-BE49-F238E27FC236}">
                <a16:creationId xmlns:a16="http://schemas.microsoft.com/office/drawing/2014/main" id="{739E4073-C04F-E843-82FD-4DE1266AE6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7278" name="Picture 110" descr="Delete">
            <a:extLst>
              <a:ext uri="{FF2B5EF4-FFF2-40B4-BE49-F238E27FC236}">
                <a16:creationId xmlns:a16="http://schemas.microsoft.com/office/drawing/2014/main" id="{C66F04BA-9996-1348-9DF2-1AB3D889B1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8811" y="1389601"/>
            <a:ext cx="12700" cy="12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245896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Exercises</a:t>
            </a:r>
          </a:p>
        </p:txBody>
      </p:sp>
      <p:sp>
        <p:nvSpPr>
          <p:cNvPr id="3" name="Text Placeholder 2"/>
          <p:cNvSpPr>
            <a:spLocks noGrp="1"/>
          </p:cNvSpPr>
          <p:nvPr>
            <p:ph type="body" idx="1"/>
          </p:nvPr>
        </p:nvSpPr>
        <p:spPr/>
        <p:txBody>
          <a:bodyPr/>
          <a:lstStyle/>
          <a:p>
            <a:r>
              <a:rPr lang="en-AU"/>
              <a:t>SQL Queries Part 1</a:t>
            </a:r>
          </a:p>
        </p:txBody>
      </p:sp>
    </p:spTree>
    <p:extLst>
      <p:ext uri="{BB962C8B-B14F-4D97-AF65-F5344CB8AC3E}">
        <p14:creationId xmlns:p14="http://schemas.microsoft.com/office/powerpoint/2010/main" val="241469996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97DAE-2794-2A48-B881-72AD9F2E19E6}"/>
              </a:ext>
            </a:extLst>
          </p:cNvPr>
          <p:cNvSpPr>
            <a:spLocks noGrp="1"/>
          </p:cNvSpPr>
          <p:nvPr>
            <p:ph type="title"/>
          </p:nvPr>
        </p:nvSpPr>
        <p:spPr>
          <a:xfrm>
            <a:off x="609600" y="499892"/>
            <a:ext cx="10972800" cy="1003205"/>
          </a:xfrm>
        </p:spPr>
        <p:txBody>
          <a:bodyPr/>
          <a:lstStyle/>
          <a:p>
            <a:r>
              <a:rPr lang="en-AU" dirty="0"/>
              <a:t>Sample Location Population SQL Code</a:t>
            </a:r>
          </a:p>
        </p:txBody>
      </p:sp>
      <p:sp>
        <p:nvSpPr>
          <p:cNvPr id="3" name="Content Placeholder 2">
            <a:extLst>
              <a:ext uri="{FF2B5EF4-FFF2-40B4-BE49-F238E27FC236}">
                <a16:creationId xmlns:a16="http://schemas.microsoft.com/office/drawing/2014/main" id="{47654F44-B3B5-5746-93E9-8536EF5C9CF8}"/>
              </a:ext>
            </a:extLst>
          </p:cNvPr>
          <p:cNvSpPr>
            <a:spLocks noGrp="1"/>
          </p:cNvSpPr>
          <p:nvPr>
            <p:ph idx="1"/>
          </p:nvPr>
        </p:nvSpPr>
        <p:spPr>
          <a:xfrm>
            <a:off x="609600" y="1628400"/>
            <a:ext cx="10972800" cy="3601200"/>
          </a:xfrm>
          <a:prstGeom prst="flowChartAlternateProcess">
            <a:avLst/>
          </a:prstGeom>
        </p:spPr>
        <p:style>
          <a:lnRef idx="3">
            <a:schemeClr val="lt1"/>
          </a:lnRef>
          <a:fillRef idx="1">
            <a:schemeClr val="accent2"/>
          </a:fillRef>
          <a:effectRef idx="1">
            <a:schemeClr val="accent2"/>
          </a:effectRef>
          <a:fontRef idx="minor">
            <a:schemeClr val="lt1"/>
          </a:fontRef>
        </p:style>
        <p:txBody>
          <a:bodyPr numCol="1">
            <a:noAutofit/>
          </a:bodyPr>
          <a:lstStyle/>
          <a:p>
            <a:pPr marL="0" indent="0" algn="ctr">
              <a:buNone/>
            </a:pPr>
            <a:r>
              <a:rPr lang="en-AU" sz="5400" dirty="0"/>
              <a:t>All of the SQL for </a:t>
            </a:r>
            <a:br>
              <a:rPr lang="en-AU" sz="5400" dirty="0"/>
            </a:br>
            <a:r>
              <a:rPr lang="en-AU" sz="5400" dirty="0"/>
              <a:t>the table and sample data </a:t>
            </a:r>
            <a:br>
              <a:rPr lang="en-AU" sz="5400" dirty="0"/>
            </a:br>
            <a:r>
              <a:rPr lang="en-AU" sz="5400" dirty="0"/>
              <a:t>for the location populations is in this slide’s notes…</a:t>
            </a:r>
          </a:p>
        </p:txBody>
      </p:sp>
    </p:spTree>
    <p:extLst>
      <p:ext uri="{BB962C8B-B14F-4D97-AF65-F5344CB8AC3E}">
        <p14:creationId xmlns:p14="http://schemas.microsoft.com/office/powerpoint/2010/main" val="336270624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Exercise 1</a:t>
            </a:r>
          </a:p>
        </p:txBody>
      </p:sp>
      <p:sp>
        <p:nvSpPr>
          <p:cNvPr id="4" name="Content Placeholder 3"/>
          <p:cNvSpPr>
            <a:spLocks noGrp="1"/>
          </p:cNvSpPr>
          <p:nvPr>
            <p:ph idx="1"/>
          </p:nvPr>
        </p:nvSpPr>
        <p:spPr/>
        <p:txBody>
          <a:bodyPr/>
          <a:lstStyle/>
          <a:p>
            <a:r>
              <a:rPr lang="en-AU"/>
              <a:t>Create the following queries:</a:t>
            </a:r>
            <a:br>
              <a:rPr lang="en-AU"/>
            </a:br>
            <a:endParaRPr lang="en-AU"/>
          </a:p>
          <a:p>
            <a:pPr lvl="1"/>
            <a:r>
              <a:rPr lang="en-AU"/>
              <a:t>Show the total population for </a:t>
            </a:r>
            <a:br>
              <a:rPr lang="en-AU"/>
            </a:br>
            <a:r>
              <a:rPr lang="en-AU"/>
              <a:t>each country code in reverse order of total</a:t>
            </a:r>
            <a:br>
              <a:rPr lang="en-AU"/>
            </a:br>
            <a:endParaRPr lang="en-AU"/>
          </a:p>
          <a:p>
            <a:pPr lvl="1"/>
            <a:r>
              <a:rPr lang="en-AU"/>
              <a:t>Show the average population </a:t>
            </a:r>
            <a:br>
              <a:rPr lang="en-AU"/>
            </a:br>
            <a:r>
              <a:rPr lang="en-AU"/>
              <a:t>of each country in increasing  order of the average</a:t>
            </a:r>
          </a:p>
        </p:txBody>
      </p:sp>
    </p:spTree>
    <p:extLst>
      <p:ext uri="{BB962C8B-B14F-4D97-AF65-F5344CB8AC3E}">
        <p14:creationId xmlns:p14="http://schemas.microsoft.com/office/powerpoint/2010/main" val="62513484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Exercise 1</a:t>
            </a:r>
          </a:p>
        </p:txBody>
      </p:sp>
      <p:sp>
        <p:nvSpPr>
          <p:cNvPr id="4" name="Content Placeholder 3"/>
          <p:cNvSpPr>
            <a:spLocks noGrp="1"/>
          </p:cNvSpPr>
          <p:nvPr>
            <p:ph idx="1"/>
          </p:nvPr>
        </p:nvSpPr>
        <p:spPr/>
        <p:txBody>
          <a:bodyPr/>
          <a:lstStyle/>
          <a:p>
            <a:r>
              <a:rPr lang="en-AU" dirty="0"/>
              <a:t>Create the following queries:</a:t>
            </a:r>
            <a:br>
              <a:rPr lang="en-AU" dirty="0"/>
            </a:br>
            <a:endParaRPr lang="en-AU" dirty="0"/>
          </a:p>
          <a:p>
            <a:pPr lvl="1"/>
            <a:r>
              <a:rPr lang="en-AU" dirty="0"/>
              <a:t>Show the first </a:t>
            </a:r>
            <a:r>
              <a:rPr lang="en-AU" b="1" dirty="0"/>
              <a:t>FIVE</a:t>
            </a:r>
            <a:r>
              <a:rPr lang="en-AU" dirty="0"/>
              <a:t> countries with zero total population</a:t>
            </a:r>
            <a:br>
              <a:rPr lang="en-AU" dirty="0"/>
            </a:br>
            <a:endParaRPr lang="en-AU" dirty="0"/>
          </a:p>
          <a:p>
            <a:r>
              <a:rPr lang="en-AU" i="1" dirty="0"/>
              <a:t>HINT: </a:t>
            </a:r>
          </a:p>
          <a:p>
            <a:pPr lvl="1"/>
            <a:r>
              <a:rPr lang="en-AU" dirty="0"/>
              <a:t>you will need to use:</a:t>
            </a:r>
          </a:p>
          <a:p>
            <a:pPr lvl="2"/>
            <a:r>
              <a:rPr lang="en-AU" dirty="0">
                <a:solidFill>
                  <a:srgbClr val="92D050"/>
                </a:solidFill>
                <a:latin typeface="Fira Code" panose="020B0809050000020004" pitchFamily="49" charset="0"/>
                <a:ea typeface="Fira Code" panose="020B0809050000020004" pitchFamily="49" charset="0"/>
                <a:cs typeface="Fira Code" panose="020B0809050000020004" pitchFamily="49" charset="0"/>
              </a:rPr>
              <a:t>SUM</a:t>
            </a:r>
            <a:r>
              <a:rPr lang="en-AU" dirty="0"/>
              <a:t>, </a:t>
            </a:r>
            <a:r>
              <a:rPr lang="en-AU" dirty="0">
                <a:solidFill>
                  <a:srgbClr val="92D050"/>
                </a:solidFill>
                <a:latin typeface="Fira Code" panose="020B0809050000020004" pitchFamily="49" charset="0"/>
                <a:ea typeface="Fira Code" panose="020B0809050000020004" pitchFamily="49" charset="0"/>
                <a:cs typeface="Fira Code" panose="020B0809050000020004" pitchFamily="49" charset="0"/>
              </a:rPr>
              <a:t>GROUP BY</a:t>
            </a:r>
            <a:r>
              <a:rPr lang="en-AU" dirty="0"/>
              <a:t>, </a:t>
            </a:r>
            <a:r>
              <a:rPr lang="en-AU" dirty="0">
                <a:solidFill>
                  <a:srgbClr val="92D050"/>
                </a:solidFill>
                <a:latin typeface="Fira Code" panose="020B0809050000020004" pitchFamily="49" charset="0"/>
                <a:ea typeface="Fira Code" panose="020B0809050000020004" pitchFamily="49" charset="0"/>
                <a:cs typeface="Fira Code" panose="020B0809050000020004" pitchFamily="49" charset="0"/>
              </a:rPr>
              <a:t>ORDER BY </a:t>
            </a:r>
            <a:r>
              <a:rPr lang="en-AU" dirty="0"/>
              <a:t>and </a:t>
            </a:r>
            <a:r>
              <a:rPr lang="en-AU" dirty="0">
                <a:solidFill>
                  <a:srgbClr val="92D050"/>
                </a:solidFill>
                <a:latin typeface="Fira Code" panose="020B0809050000020004" pitchFamily="49" charset="0"/>
                <a:ea typeface="Fira Code" panose="020B0809050000020004" pitchFamily="49" charset="0"/>
                <a:cs typeface="Fira Code" panose="020B0809050000020004" pitchFamily="49" charset="0"/>
              </a:rPr>
              <a:t>LIMIT</a:t>
            </a:r>
          </a:p>
        </p:txBody>
      </p:sp>
    </p:spTree>
    <p:extLst>
      <p:ext uri="{BB962C8B-B14F-4D97-AF65-F5344CB8AC3E}">
        <p14:creationId xmlns:p14="http://schemas.microsoft.com/office/powerpoint/2010/main" val="119723455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7.0&quot;&gt;&lt;object type=&quot;1&quot; unique_id=&quot;10001&quot;&gt;&lt;object type=&quot;8&quot; unique_id=&quot;10002&quot;&gt;&lt;/object&gt;&lt;object type=&quot;2&quot; unique_id=&quot;10003&quot;&gt;&lt;object type=&quot;3&quot; unique_id=&quot;10004&quot;&gt;&lt;property id=&quot;20148&quot; value=&quot;5&quot;/&gt;&lt;property id=&quot;20300&quot; value=&quot;Slide 1 - &amp;quot;SMS Availabilities&amp;#x0D;&amp;#x0A;Overview&amp;quot;&quot;/&gt;&lt;property id=&quot;20307&quot; value=&quot;256&quot;/&gt;&lt;/object&gt;&lt;object type=&quot;3&quot; unique_id=&quot;10005&quot;&gt;&lt;property id=&quot;20148&quot; value=&quot;5&quot;/&gt;&lt;property id=&quot;20300&quot; value=&quot;Slide 2&quot;/&gt;&lt;property id=&quot;20307&quot; value=&quot;257&quot;/&gt;&lt;/object&gt;&lt;object type=&quot;3&quot; unique_id=&quot;10006&quot;&gt;&lt;property id=&quot;20148&quot; value=&quot;5&quot;/&gt;&lt;property id=&quot;20300&quot; value=&quot;Slide 3 - &amp;quot;&amp;#x0D;&amp;#x0A;Course Availabilities&amp;quot;&quot;/&gt;&lt;property id=&quot;20307&quot; value=&quot;261&quot;/&gt;&lt;/object&gt;&lt;object type=&quot;3&quot; unique_id=&quot;10007&quot;&gt;&lt;property id=&quot;20148&quot; value=&quot;5&quot;/&gt;&lt;property id=&quot;20300&quot; value=&quot;Slide 4 - &amp;quot;Intake Calendars&amp;quot;&quot;/&gt;&lt;property id=&quot;20307&quot; value=&quot;264&quot;/&gt;&lt;/object&gt;&lt;object type=&quot;3&quot; unique_id=&quot;10008&quot;&gt;&lt;property id=&quot;20148&quot; value=&quot;5&quot;/&gt;&lt;property id=&quot;20300&quot; value=&quot;Slide 5 - &amp;quot;&amp;#x0D;&amp;#x0A;Unit Availabilities&amp;quot;&quot;/&gt;&lt;property id=&quot;20307&quot; value=&quot;259&quot;/&gt;&lt;/object&gt;&lt;object type=&quot;3&quot; unique_id=&quot;10009&quot;&gt;&lt;property id=&quot;20148&quot; value=&quot;5&quot;/&gt;&lt;property id=&quot;20300&quot; value=&quot;Slide 6 - &amp;quot;&amp;#x0D;&amp;#x0A;Unit Availabilities&amp;quot;&quot;/&gt;&lt;property id=&quot;20307&quot; value=&quot;260&quot;/&gt;&lt;/object&gt;&lt;object type=&quot;3&quot; unique_id=&quot;10010&quot;&gt;&lt;property id=&quot;20148&quot; value=&quot;5&quot;/&gt;&lt;property id=&quot;20300&quot; value=&quot;Slide 7 - &amp;quot;Enrolment Calendars&amp;quot;&quot;/&gt;&lt;property id=&quot;20307&quot; value=&quot;265&quot;/&gt;&lt;/object&gt;&lt;object type=&quot;3&quot; unique_id=&quot;10011&quot;&gt;&lt;property id=&quot;20148&quot; value=&quot;5&quot;/&gt;&lt;property id=&quot;20300&quot; value=&quot;Slide 8 - &amp;quot;Business Guidelines&amp;quot;&quot;/&gt;&lt;property id=&quot;20307&quot; value=&quot;268&quot;/&gt;&lt;/object&gt;&lt;object type=&quot;3&quot; unique_id=&quot;10012&quot;&gt;&lt;property id=&quot;20148&quot; value=&quot;5&quot;/&gt;&lt;property id=&quot;20300&quot; value=&quot;Slide 9 - &amp;quot;Business Guidelines&amp;quot;&quot;/&gt;&lt;property id=&quot;20307&quot; value=&quot;269&quot;/&gt;&lt;/object&gt;&lt;object type=&quot;3&quot; unique_id=&quot;10013&quot;&gt;&lt;property id=&quot;20148&quot; value=&quot;5&quot;/&gt;&lt;property id=&quot;20300&quot; value=&quot;Slide 10 - &amp;quot;Business Considerations&amp;quot;&quot;/&gt;&lt;property id=&quot;20307&quot; value=&quot;262&quot;/&gt;&lt;/object&gt;&lt;object type=&quot;3&quot; unique_id=&quot;10014&quot;&gt;&lt;property id=&quot;20148&quot; value=&quot;5&quot;/&gt;&lt;property id=&quot;20300&quot; value=&quot;Slide 11 - &amp;quot;Availabilities tasks&amp;quot;&quot;/&gt;&lt;property id=&quot;20307&quot; value=&quot;266&quot;/&gt;&lt;/object&gt;&lt;object type=&quot;3&quot; unique_id=&quot;10015&quot;&gt;&lt;property id=&quot;20148&quot; value=&quot;5&quot;/&gt;&lt;property id=&quot;20300&quot; value=&quot;Slide 12 - &amp;quot;Availabilities Template&amp;quot;&quot;/&gt;&lt;property id=&quot;20307&quot; value=&quot;267&quot;/&gt;&lt;/object&gt;&lt;object type=&quot;3&quot; unique_id=&quot;10016&quot;&gt;&lt;property id=&quot;20148&quot; value=&quot;5&quot;/&gt;&lt;property id=&quot;20300&quot; value=&quot;Slide 13 - &amp;quot;Timetabling&amp;quot;&quot;/&gt;&lt;property id=&quot;20307&quot; value=&quot;263&quot;/&gt;&lt;/object&gt;&lt;/object&gt;&lt;/object&gt;&lt;/database&gt;"/>
  <p:tag name="SECTOMILLISECCONVERTED"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TAFE">
      <a:majorFont>
        <a:latin typeface="Century Gothic"/>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NMT-Presentation-HD-1920x1080-AJG-V2020.07.01.potx" id="{3EDD48A2-5C86-4826-A34B-3DD4694D6775}" vid="{2EDC81D3-35B6-4E09-B25C-3248DC8F64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80C3346745D2A44898E7C00B26BA3DF" ma:contentTypeVersion="8" ma:contentTypeDescription="Create a new document." ma:contentTypeScope="" ma:versionID="d47a56e76954139babc54a88d80e6969">
  <xsd:schema xmlns:xsd="http://www.w3.org/2001/XMLSchema" xmlns:xs="http://www.w3.org/2001/XMLSchema" xmlns:p="http://schemas.microsoft.com/office/2006/metadata/properties" xmlns:ns3="b94cf9f7-a8e4-46ed-a738-1528c1b4a8b4" xmlns:ns4="89e3a213-c188-43cc-91c0-e14b70b4fad2" targetNamespace="http://schemas.microsoft.com/office/2006/metadata/properties" ma:root="true" ma:fieldsID="44c30f9887d90218b9b2ec057a4cd5b7" ns3:_="" ns4:_="">
    <xsd:import namespace="b94cf9f7-a8e4-46ed-a738-1528c1b4a8b4"/>
    <xsd:import namespace="89e3a213-c188-43cc-91c0-e14b70b4fad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GenerationTime" minOccurs="0"/>
                <xsd:element ref="ns3:MediaServiceEventHashCode" minOccurs="0"/>
                <xsd:element ref="ns4:SharedWithUsers" minOccurs="0"/>
                <xsd:element ref="ns4:SharedWithDetails" minOccurs="0"/>
                <xsd:element ref="ns4:SharingHintHash"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94cf9f7-a8e4-46ed-a738-1528c1b4a8b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9e3a213-c188-43cc-91c0-e14b70b4fad2"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SharingHintHash" ma:index="15"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93B4755-80B4-4FE9-9650-4C8006444834}">
  <ds:schemaRefs>
    <ds:schemaRef ds:uri="http://schemas.microsoft.com/sharepoint/v3/contenttype/forms"/>
  </ds:schemaRefs>
</ds:datastoreItem>
</file>

<file path=customXml/itemProps2.xml><?xml version="1.0" encoding="utf-8"?>
<ds:datastoreItem xmlns:ds="http://schemas.openxmlformats.org/officeDocument/2006/customXml" ds:itemID="{EB149AA4-09F0-4EA4-AEDC-F683534FABF6}">
  <ds:schemaRefs>
    <ds:schemaRef ds:uri="89e3a213-c188-43cc-91c0-e14b70b4fad2"/>
    <ds:schemaRef ds:uri="b94cf9f7-a8e4-46ed-a738-1528c1b4a8b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D6F79D9B-5A67-492D-BB4F-F3913BAD9421}">
  <ds:schemaRefs>
    <ds:schemaRef ds:uri="89e3a213-c188-43cc-91c0-e14b70b4fad2"/>
    <ds:schemaRef ds:uri="b94cf9f7-a8e4-46ed-a738-1528c1b4a8b4"/>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NMT-Presentation-HD-1920x1080-AJG-V2020.07.01</Template>
  <TotalTime>713</TotalTime>
  <Words>3822</Words>
  <Application>Microsoft Office PowerPoint</Application>
  <PresentationFormat>Widescreen</PresentationFormat>
  <Paragraphs>721</Paragraphs>
  <Slides>69</Slides>
  <Notes>48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69</vt:i4>
      </vt:variant>
    </vt:vector>
  </HeadingPairs>
  <TitlesOfParts>
    <vt:vector size="75" baseType="lpstr">
      <vt:lpstr>Arial</vt:lpstr>
      <vt:lpstr>Calibri</vt:lpstr>
      <vt:lpstr>Century Gothic</vt:lpstr>
      <vt:lpstr>Courier New</vt:lpstr>
      <vt:lpstr>Fira Code</vt:lpstr>
      <vt:lpstr>Office Theme</vt:lpstr>
      <vt:lpstr>SQL Queries </vt:lpstr>
      <vt:lpstr>Session Contents</vt:lpstr>
      <vt:lpstr>Review</vt:lpstr>
      <vt:lpstr>Creating Tables with a Primary key</vt:lpstr>
      <vt:lpstr>Creating Tables</vt:lpstr>
      <vt:lpstr>Creating Tables</vt:lpstr>
      <vt:lpstr>Creating Table with a Primary Key and Add Data Records </vt:lpstr>
      <vt:lpstr>Another way to declare a Primary Key </vt:lpstr>
      <vt:lpstr>Add Data Records</vt:lpstr>
      <vt:lpstr>Insert few more records and insert at least 2 records with your own hypothetical data</vt:lpstr>
      <vt:lpstr>The same insert command works this way too</vt:lpstr>
      <vt:lpstr>Exercises: Create Tables</vt:lpstr>
      <vt:lpstr>Exercise 1</vt:lpstr>
      <vt:lpstr>Exercise 2</vt:lpstr>
      <vt:lpstr>Basic Select Queries</vt:lpstr>
      <vt:lpstr>Select Query Basics</vt:lpstr>
      <vt:lpstr>Select Query Basics</vt:lpstr>
      <vt:lpstr>Select Query Basics</vt:lpstr>
      <vt:lpstr>WHERE Conditions</vt:lpstr>
      <vt:lpstr>Select Query Basics</vt:lpstr>
      <vt:lpstr>Select Query Basics</vt:lpstr>
      <vt:lpstr>Select Query Basics</vt:lpstr>
      <vt:lpstr>WHERE Conditions with Boolean Expressions</vt:lpstr>
      <vt:lpstr>Select Query Basics</vt:lpstr>
      <vt:lpstr>Select Query Basics</vt:lpstr>
      <vt:lpstr>Deleting tables</vt:lpstr>
      <vt:lpstr>Create Table dummy</vt:lpstr>
      <vt:lpstr>Creating another_dummy table</vt:lpstr>
      <vt:lpstr>Deleting Tables</vt:lpstr>
      <vt:lpstr>Exercise 1</vt:lpstr>
      <vt:lpstr>Altering Tables</vt:lpstr>
      <vt:lpstr>Altering Tables</vt:lpstr>
      <vt:lpstr>Alter Table</vt:lpstr>
      <vt:lpstr>Querying Tables with concat function</vt:lpstr>
      <vt:lpstr>UpDating tables</vt:lpstr>
      <vt:lpstr>To Update table by adding a new column and values. To update the values in the table Set command is used </vt:lpstr>
      <vt:lpstr>Update table by adding null value </vt:lpstr>
      <vt:lpstr>Exercise</vt:lpstr>
      <vt:lpstr>Ordering Results</vt:lpstr>
      <vt:lpstr>Select Query Basics</vt:lpstr>
      <vt:lpstr>Select Query Basics</vt:lpstr>
      <vt:lpstr>Select Query Basics</vt:lpstr>
      <vt:lpstr>Select Query Basics</vt:lpstr>
      <vt:lpstr>Select Query Basics</vt:lpstr>
      <vt:lpstr>Select Query Basics</vt:lpstr>
      <vt:lpstr>Limiting Results</vt:lpstr>
      <vt:lpstr>Limiting Results</vt:lpstr>
      <vt:lpstr>Limiting Results</vt:lpstr>
      <vt:lpstr>Limiting Results</vt:lpstr>
      <vt:lpstr>Mathematical/Statistical functions</vt:lpstr>
      <vt:lpstr>Functions</vt:lpstr>
      <vt:lpstr>Functions</vt:lpstr>
      <vt:lpstr>Functions</vt:lpstr>
      <vt:lpstr>Grouping</vt:lpstr>
      <vt:lpstr>More Select Query Basics</vt:lpstr>
      <vt:lpstr>Grouping Results</vt:lpstr>
      <vt:lpstr>Grouping Results</vt:lpstr>
      <vt:lpstr>Grouping Results</vt:lpstr>
      <vt:lpstr>Grouping Results</vt:lpstr>
      <vt:lpstr>Grouping Results</vt:lpstr>
      <vt:lpstr>Grouping Results</vt:lpstr>
      <vt:lpstr>Grouping Results</vt:lpstr>
      <vt:lpstr>Grouping Results</vt:lpstr>
      <vt:lpstr>Grouping Results</vt:lpstr>
      <vt:lpstr>Grouping Results</vt:lpstr>
      <vt:lpstr>Exercises</vt:lpstr>
      <vt:lpstr>Sample Location Population SQL Code</vt:lpstr>
      <vt:lpstr>Exercise 1</vt:lpstr>
      <vt:lpstr>Exercise 1</vt:lpstr>
    </vt:vector>
  </TitlesOfParts>
  <Manager/>
  <Company>North Metro TAFE</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 &amp; Data Basics</dc:title>
  <dc:subject>Powerpoint presentation template (G076C)</dc:subject>
  <dc:creator>Adrian Gould</dc:creator>
  <cp:keywords>HD, 1920x1080, Template, Powerpoint</cp:keywords>
  <dc:description>Template created by Adrian Gould, Lecturer in IT (Software Development, Web Development, IoT, and more)</dc:description>
  <cp:lastModifiedBy>Amanda Guest</cp:lastModifiedBy>
  <cp:revision>18</cp:revision>
  <cp:lastPrinted>2020-04-28T01:47:42Z</cp:lastPrinted>
  <dcterms:created xsi:type="dcterms:W3CDTF">2021-01-27T03:41:12Z</dcterms:created>
  <dcterms:modified xsi:type="dcterms:W3CDTF">2025-08-12T08:28:04Z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0x010100080C3346745D2A44898E7C00B26BA3DF</vt:lpwstr>
  </property>
  <property fmtid="{D5CDD505-2E9C-101B-9397-08002B2CF9AE}" pid="3" name="MSIP_Label_f3ac7e5b-5da2-46c7-8677-8a6b50f7d886_Enabled">
    <vt:lpwstr>true</vt:lpwstr>
  </property>
  <property fmtid="{D5CDD505-2E9C-101B-9397-08002B2CF9AE}" pid="4" name="MSIP_Label_f3ac7e5b-5da2-46c7-8677-8a6b50f7d886_SetDate">
    <vt:lpwstr>2022-11-28T06:50:27Z</vt:lpwstr>
  </property>
  <property fmtid="{D5CDD505-2E9C-101B-9397-08002B2CF9AE}" pid="5" name="MSIP_Label_f3ac7e5b-5da2-46c7-8677-8a6b50f7d886_Method">
    <vt:lpwstr>Standard</vt:lpwstr>
  </property>
  <property fmtid="{D5CDD505-2E9C-101B-9397-08002B2CF9AE}" pid="6" name="MSIP_Label_f3ac7e5b-5da2-46c7-8677-8a6b50f7d886_Name">
    <vt:lpwstr>Official</vt:lpwstr>
  </property>
  <property fmtid="{D5CDD505-2E9C-101B-9397-08002B2CF9AE}" pid="7" name="MSIP_Label_f3ac7e5b-5da2-46c7-8677-8a6b50f7d886_SiteId">
    <vt:lpwstr>218881e8-07ad-4142-87d7-f6b90d17009b</vt:lpwstr>
  </property>
  <property fmtid="{D5CDD505-2E9C-101B-9397-08002B2CF9AE}" pid="8" name="MSIP_Label_f3ac7e5b-5da2-46c7-8677-8a6b50f7d886_ActionId">
    <vt:lpwstr>5d19e649-dcf3-4a7c-919a-3e72bc118d39</vt:lpwstr>
  </property>
  <property fmtid="{D5CDD505-2E9C-101B-9397-08002B2CF9AE}" pid="9" name="MSIP_Label_f3ac7e5b-5da2-46c7-8677-8a6b50f7d886_ContentBits">
    <vt:lpwstr>1</vt:lpwstr>
  </property>
  <property fmtid="{D5CDD505-2E9C-101B-9397-08002B2CF9AE}" pid="10" name="ClassificationContentMarkingHeaderLocations">
    <vt:lpwstr>Office Theme:7</vt:lpwstr>
  </property>
  <property fmtid="{D5CDD505-2E9C-101B-9397-08002B2CF9AE}" pid="11" name="ClassificationContentMarkingHeaderText">
    <vt:lpwstr>OFFICIAL</vt:lpwstr>
  </property>
</Properties>
</file>