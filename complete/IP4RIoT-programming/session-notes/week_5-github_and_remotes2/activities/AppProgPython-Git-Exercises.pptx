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9" r:id="rId5"/>
    <p:sldId id="280" r:id="rId6"/>
    <p:sldId id="281" r:id="rId7"/>
    <p:sldId id="282" r:id="rId8"/>
    <p:sldId id="283" r:id="rId9"/>
    <p:sldId id="284" r:id="rId10"/>
  </p:sldIdLst>
  <p:sldSz cx="12192000" cy="6858000"/>
  <p:notesSz cx="7104063" cy="10234613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E631FFDE-1010-498F-9120-6F57EFC23AC7}">
          <p14:sldIdLst>
            <p14:sldId id="259"/>
          </p14:sldIdLst>
        </p14:section>
        <p14:section name="Content" id="{A4C4AF5C-441C-4785-B207-3A67FABB8DD3}">
          <p14:sldIdLst>
            <p14:sldId id="280"/>
            <p14:sldId id="281"/>
            <p14:sldId id="282"/>
            <p14:sldId id="283"/>
            <p14:sldId id="284"/>
          </p14:sldIdLst>
        </p14:section>
        <p14:section name="End" id="{93331663-B8C4-402D-B508-DB1C8C4EB94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62E"/>
    <a:srgbClr val="000000"/>
    <a:srgbClr val="D81C24"/>
    <a:srgbClr val="CC0000"/>
    <a:srgbClr val="9BBB59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97FF18-20B7-FF4F-9829-1C8866A81670}" v="2" dt="2021-02-25T11:22:29.2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71219" autoAdjust="0"/>
  </p:normalViewPr>
  <p:slideViewPr>
    <p:cSldViewPr snapToGrid="0" snapToObjects="1">
      <p:cViewPr varScale="1">
        <p:scale>
          <a:sx n="82" d="100"/>
          <a:sy n="82" d="100"/>
        </p:scale>
        <p:origin x="1656" y="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104" d="100"/>
          <a:sy n="104" d="100"/>
        </p:scale>
        <p:origin x="275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r Huijsen" userId="ebd506f1-b64d-401b-b5dc-e4bc6c5db72b" providerId="ADAL" clId="{7797FF18-20B7-FF4F-9829-1C8866A81670}"/>
    <pc:docChg chg="custSel addSld modSld sldOrd modSection">
      <pc:chgData name="Sander Huijsen" userId="ebd506f1-b64d-401b-b5dc-e4bc6c5db72b" providerId="ADAL" clId="{7797FF18-20B7-FF4F-9829-1C8866A81670}" dt="2021-02-25T23:30:28.360" v="1103" actId="20578"/>
      <pc:docMkLst>
        <pc:docMk/>
      </pc:docMkLst>
      <pc:sldChg chg="modSp mod ord">
        <pc:chgData name="Sander Huijsen" userId="ebd506f1-b64d-401b-b5dc-e4bc6c5db72b" providerId="ADAL" clId="{7797FF18-20B7-FF4F-9829-1C8866A81670}" dt="2021-02-25T23:30:28.360" v="1103" actId="20578"/>
        <pc:sldMkLst>
          <pc:docMk/>
          <pc:sldMk cId="3786166827" sldId="259"/>
        </pc:sldMkLst>
        <pc:spChg chg="mod">
          <ac:chgData name="Sander Huijsen" userId="ebd506f1-b64d-401b-b5dc-e4bc6c5db72b" providerId="ADAL" clId="{7797FF18-20B7-FF4F-9829-1C8866A81670}" dt="2021-02-25T23:29:01.255" v="1029" actId="20577"/>
          <ac:spMkLst>
            <pc:docMk/>
            <pc:sldMk cId="3786166827" sldId="259"/>
            <ac:spMk id="2" creationId="{00000000-0000-0000-0000-000000000000}"/>
          </ac:spMkLst>
        </pc:spChg>
      </pc:sldChg>
      <pc:sldChg chg="modSp mod">
        <pc:chgData name="Sander Huijsen" userId="ebd506f1-b64d-401b-b5dc-e4bc6c5db72b" providerId="ADAL" clId="{7797FF18-20B7-FF4F-9829-1C8866A81670}" dt="2021-02-25T11:17:25.716" v="985" actId="20577"/>
        <pc:sldMkLst>
          <pc:docMk/>
          <pc:sldMk cId="310077806" sldId="278"/>
        </pc:sldMkLst>
        <pc:spChg chg="mod">
          <ac:chgData name="Sander Huijsen" userId="ebd506f1-b64d-401b-b5dc-e4bc6c5db72b" providerId="ADAL" clId="{7797FF18-20B7-FF4F-9829-1C8866A81670}" dt="2021-02-25T11:17:02.646" v="973" actId="20577"/>
          <ac:spMkLst>
            <pc:docMk/>
            <pc:sldMk cId="310077806" sldId="278"/>
            <ac:spMk id="2" creationId="{00000000-0000-0000-0000-000000000000}"/>
          </ac:spMkLst>
        </pc:spChg>
        <pc:spChg chg="mod">
          <ac:chgData name="Sander Huijsen" userId="ebd506f1-b64d-401b-b5dc-e4bc6c5db72b" providerId="ADAL" clId="{7797FF18-20B7-FF4F-9829-1C8866A81670}" dt="2021-02-25T11:17:25.716" v="985" actId="20577"/>
          <ac:spMkLst>
            <pc:docMk/>
            <pc:sldMk cId="310077806" sldId="278"/>
            <ac:spMk id="3" creationId="{00000000-0000-0000-0000-000000000000}"/>
          </ac:spMkLst>
        </pc:spChg>
        <pc:spChg chg="mod">
          <ac:chgData name="Sander Huijsen" userId="ebd506f1-b64d-401b-b5dc-e4bc6c5db72b" providerId="ADAL" clId="{7797FF18-20B7-FF4F-9829-1C8866A81670}" dt="2021-02-25T00:18:52.068" v="1" actId="207"/>
          <ac:spMkLst>
            <pc:docMk/>
            <pc:sldMk cId="310077806" sldId="278"/>
            <ac:spMk id="4" creationId="{B1AFE30C-E3F1-814B-BA64-A87B3112A2F2}"/>
          </ac:spMkLst>
        </pc:spChg>
      </pc:sldChg>
      <pc:sldChg chg="modSp add mod">
        <pc:chgData name="Sander Huijsen" userId="ebd506f1-b64d-401b-b5dc-e4bc6c5db72b" providerId="ADAL" clId="{7797FF18-20B7-FF4F-9829-1C8866A81670}" dt="2021-02-25T11:23:23.031" v="1028" actId="27636"/>
        <pc:sldMkLst>
          <pc:docMk/>
          <pc:sldMk cId="3004756239" sldId="279"/>
        </pc:sldMkLst>
        <pc:spChg chg="mod">
          <ac:chgData name="Sander Huijsen" userId="ebd506f1-b64d-401b-b5dc-e4bc6c5db72b" providerId="ADAL" clId="{7797FF18-20B7-FF4F-9829-1C8866A81670}" dt="2021-02-25T11:21:22.157" v="986" actId="20577"/>
          <ac:spMkLst>
            <pc:docMk/>
            <pc:sldMk cId="3004756239" sldId="279"/>
            <ac:spMk id="2" creationId="{00000000-0000-0000-0000-000000000000}"/>
          </ac:spMkLst>
        </pc:spChg>
        <pc:spChg chg="mod">
          <ac:chgData name="Sander Huijsen" userId="ebd506f1-b64d-401b-b5dc-e4bc6c5db72b" providerId="ADAL" clId="{7797FF18-20B7-FF4F-9829-1C8866A81670}" dt="2021-02-25T11:23:23.031" v="1028" actId="27636"/>
          <ac:spMkLst>
            <pc:docMk/>
            <pc:sldMk cId="3004756239" sldId="279"/>
            <ac:spMk id="3" creationId="{00000000-0000-0000-0000-000000000000}"/>
          </ac:spMkLst>
        </pc:spChg>
      </pc:sldChg>
      <pc:sldChg chg="modSp new mod">
        <pc:chgData name="Sander Huijsen" userId="ebd506f1-b64d-401b-b5dc-e4bc6c5db72b" providerId="ADAL" clId="{7797FF18-20B7-FF4F-9829-1C8866A81670}" dt="2021-02-25T23:30:17.179" v="1102" actId="114"/>
        <pc:sldMkLst>
          <pc:docMk/>
          <pc:sldMk cId="1554752147" sldId="280"/>
        </pc:sldMkLst>
        <pc:spChg chg="mod">
          <ac:chgData name="Sander Huijsen" userId="ebd506f1-b64d-401b-b5dc-e4bc6c5db72b" providerId="ADAL" clId="{7797FF18-20B7-FF4F-9829-1C8866A81670}" dt="2021-02-25T11:16:51.322" v="947" actId="20577"/>
          <ac:spMkLst>
            <pc:docMk/>
            <pc:sldMk cId="1554752147" sldId="280"/>
            <ac:spMk id="2" creationId="{B23FFACD-B3C9-994A-A788-264F4E599F70}"/>
          </ac:spMkLst>
        </pc:spChg>
        <pc:spChg chg="mod">
          <ac:chgData name="Sander Huijsen" userId="ebd506f1-b64d-401b-b5dc-e4bc6c5db72b" providerId="ADAL" clId="{7797FF18-20B7-FF4F-9829-1C8866A81670}" dt="2021-02-25T23:30:17.179" v="1102" actId="114"/>
          <ac:spMkLst>
            <pc:docMk/>
            <pc:sldMk cId="1554752147" sldId="280"/>
            <ac:spMk id="3" creationId="{78412583-F6A2-BB48-9596-9D605BCE66BD}"/>
          </ac:spMkLst>
        </pc:spChg>
      </pc:sldChg>
      <pc:sldChg chg="modSp add mod">
        <pc:chgData name="Sander Huijsen" userId="ebd506f1-b64d-401b-b5dc-e4bc6c5db72b" providerId="ADAL" clId="{7797FF18-20B7-FF4F-9829-1C8866A81670}" dt="2021-02-25T23:29:43.154" v="1039" actId="113"/>
        <pc:sldMkLst>
          <pc:docMk/>
          <pc:sldMk cId="1749268779" sldId="281"/>
        </pc:sldMkLst>
        <pc:spChg chg="mod">
          <ac:chgData name="Sander Huijsen" userId="ebd506f1-b64d-401b-b5dc-e4bc6c5db72b" providerId="ADAL" clId="{7797FF18-20B7-FF4F-9829-1C8866A81670}" dt="2021-02-25T11:16:56.518" v="960" actId="20577"/>
          <ac:spMkLst>
            <pc:docMk/>
            <pc:sldMk cId="1749268779" sldId="281"/>
            <ac:spMk id="2" creationId="{B23FFACD-B3C9-994A-A788-264F4E599F70}"/>
          </ac:spMkLst>
        </pc:spChg>
        <pc:spChg chg="mod">
          <ac:chgData name="Sander Huijsen" userId="ebd506f1-b64d-401b-b5dc-e4bc6c5db72b" providerId="ADAL" clId="{7797FF18-20B7-FF4F-9829-1C8866A81670}" dt="2021-02-25T23:29:43.154" v="1039" actId="113"/>
          <ac:spMkLst>
            <pc:docMk/>
            <pc:sldMk cId="1749268779" sldId="281"/>
            <ac:spMk id="3" creationId="{78412583-F6A2-BB48-9596-9D605BCE66B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AU"/>
              <a:t>IoT Week 02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9CFFF-A852-4B7A-992A-9744EBE872C2}" type="datetime1">
              <a:rPr lang="en-AU" smtClean="0"/>
              <a:t>8/02/2022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90BAA7-B135-4D62-84B8-9C605C802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7369133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r>
              <a:rPr lang="en-US"/>
              <a:t>IoT Week 02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EAF1312F-A309-4725-95E4-25A93289DE51}" type="datetime1">
              <a:rPr lang="en-AU" smtClean="0"/>
              <a:t>8/02/2022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A3E024E-F835-6D45-89C3-0E2F93EE79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57729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6B1B025-7642-4C3E-AEDE-299B887BA0A0}" type="datetime1">
              <a:rPr lang="en-AU" smtClean="0"/>
              <a:t>8/02/2022</a:t>
            </a:fld>
            <a:endParaRPr lang="en-US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IoT Week 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425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Use online resources to find out what tools the random module offers.</a:t>
            </a:r>
            <a:endParaRPr lang="en-AU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IoT Week 02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AF1312F-A309-4725-95E4-25A93289DE51}" type="datetime1">
              <a:rPr lang="en-AU" smtClean="0"/>
              <a:t>8/02/2022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21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Week/Session 00 – Presentation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AU" noProof="0" smtClean="0"/>
              <a:t>8/02/2022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471725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10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94618"/>
            <a:ext cx="10972800" cy="219169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FB0483-D927-6C4B-9F8E-0CBFBED89EA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4182975"/>
            <a:ext cx="10972800" cy="2191699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527477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99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7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06903"/>
            <a:ext cx="851452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906713"/>
            <a:ext cx="851452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7D5DACE-FF0F-2D46-93D3-295ECF1DA8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812656" y="2900636"/>
            <a:ext cx="1769744" cy="2868342"/>
          </a:xfrm>
          <a:prstGeom prst="roundRect">
            <a:avLst>
              <a:gd name="adj" fmla="val 4112"/>
            </a:avLst>
          </a:prstGeom>
          <a:blipFill>
            <a:blip r:embed="rId2"/>
            <a:stretch>
              <a:fillRect l="16" r="16"/>
            </a:stretch>
          </a:blipFill>
          <a:ln w="12700" cap="rnd">
            <a:solidFill>
              <a:srgbClr val="D8262E">
                <a:alpha val="50000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644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65600" y="1600202"/>
            <a:ext cx="7416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08A67E-3ED8-7842-9A36-FDA51ABEB2A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1600203"/>
            <a:ext cx="2792484" cy="4525963"/>
          </a:xfrm>
          <a:prstGeom prst="roundRect">
            <a:avLst>
              <a:gd name="adj" fmla="val 3374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4302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58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73062"/>
            <a:ext cx="7212496" cy="49118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16528" y="973063"/>
            <a:ext cx="3030587" cy="4911873"/>
          </a:xfrm>
          <a:prstGeom prst="roundRect">
            <a:avLst>
              <a:gd name="adj" fmla="val 3523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89589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710508"/>
            <a:ext cx="10972800" cy="4948123"/>
          </a:xfrm>
          <a:prstGeom prst="roundRect">
            <a:avLst>
              <a:gd name="adj" fmla="val 1876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5755274"/>
            <a:ext cx="10972800" cy="52783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8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18246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D779252-2DB5-164E-B413-9653D35CC4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53685" y="672443"/>
            <a:ext cx="3328716" cy="5395071"/>
          </a:xfrm>
          <a:prstGeom prst="roundRect">
            <a:avLst>
              <a:gd name="adj" fmla="val 4147"/>
            </a:avLst>
          </a:prstGeom>
          <a:blipFill>
            <a:blip r:embed="rId2">
              <a:alphaModFix/>
            </a:blip>
            <a:stretch>
              <a:fillRect l="16" r="1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FC5ADCF-7EA1-3644-9B75-D84582085E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71513"/>
            <a:ext cx="7416800" cy="5396001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078927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76053"/>
            <a:ext cx="6207659" cy="382380"/>
          </a:xfrm>
          <a:prstGeom prst="rect">
            <a:avLst/>
          </a:prstGeom>
        </p:spPr>
        <p:txBody>
          <a:bodyPr anchor="t"/>
          <a:lstStyle>
            <a:lvl1pPr algn="l">
              <a:defRPr sz="1800" b="1" cap="none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AU" noProof="0" dirty="0"/>
              <a:t>PRESENTATION TEMPLATE CREATED BY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7D5DACE-FF0F-2D46-93D3-295ECF1DA8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78086" y="873914"/>
            <a:ext cx="1561468" cy="1561468"/>
          </a:xfrm>
          <a:prstGeom prst="roundRect">
            <a:avLst>
              <a:gd name="adj" fmla="val 4112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rnd">
            <a:solidFill>
              <a:srgbClr val="D8262E">
                <a:alpha val="50000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58681"/>
            <a:ext cx="6207659" cy="633082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85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Adrian Gould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101835"/>
            <a:ext cx="6207659" cy="333547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LECTURER SOFTWARE DEVELOPMENT, WEB DEVELOPMENT, 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450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098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3776"/>
            <a:ext cx="4011084" cy="94132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93776"/>
            <a:ext cx="6815667" cy="56323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99615"/>
            <a:ext cx="4011084" cy="46265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291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oundRect">
            <a:avLst>
              <a:gd name="adj" fmla="val 2544"/>
            </a:avLst>
          </a:prstGeom>
          <a:solidFill>
            <a:schemeClr val="tx2">
              <a:lumMod val="60000"/>
              <a:lumOff val="4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385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94617"/>
            <a:ext cx="10972800" cy="4563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pPr/>
              <a:t>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82040"/>
            <a:ext cx="3860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4">
            <a:extLst>
              <a:ext uri="{FF2B5EF4-FFF2-40B4-BE49-F238E27FC236}">
                <a16:creationId xmlns:a16="http://schemas.microsoft.com/office/drawing/2014/main" id="{ED1A118C-2DC5-9B4D-B303-C0863344B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54"/>
            <a:ext cx="10972799" cy="1248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70132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65" r:id="rId3"/>
    <p:sldLayoutId id="2147483652" r:id="rId4"/>
    <p:sldLayoutId id="2147483653" r:id="rId5"/>
    <p:sldLayoutId id="2147483661" r:id="rId6"/>
    <p:sldLayoutId id="2147483662" r:id="rId7"/>
    <p:sldLayoutId id="2147483654" r:id="rId8"/>
    <p:sldLayoutId id="2147483663" r:id="rId9"/>
    <p:sldLayoutId id="2147483664" r:id="rId10"/>
    <p:sldLayoutId id="2147483660" r:id="rId11"/>
    <p:sldLayoutId id="2147483668" r:id="rId12"/>
    <p:sldLayoutId id="2147483655" r:id="rId13"/>
    <p:sldLayoutId id="2147483656" r:id="rId14"/>
    <p:sldLayoutId id="2147483657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4200" b="1" i="0" kern="1200" spc="5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Exercises</a:t>
            </a:r>
            <a:br>
              <a:rPr lang="en-AU" dirty="0" smtClean="0"/>
            </a:br>
            <a:r>
              <a:rPr lang="en-AU" sz="2800" dirty="0" smtClean="0"/>
              <a:t>Git and python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Session 03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86166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FACD-B3C9-994A-A788-264F4E59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</a:t>
            </a:r>
            <a:r>
              <a:rPr lang="en-US" dirty="0" smtClean="0"/>
              <a:t>Password Generator (1)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12583-F6A2-BB48-9596-9D605BCE6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Create a new repository in GitHub</a:t>
            </a:r>
          </a:p>
          <a:p>
            <a:endParaRPr lang="en-US" dirty="0"/>
          </a:p>
          <a:p>
            <a:r>
              <a:rPr lang="en-US" dirty="0" smtClean="0"/>
              <a:t>Check out a local copy of that remote</a:t>
            </a:r>
          </a:p>
          <a:p>
            <a:pPr lvl="1"/>
            <a:r>
              <a:rPr lang="en-US" i="1" dirty="0" smtClean="0"/>
              <a:t>Use GitHub Desktop, or use the </a:t>
            </a:r>
            <a:r>
              <a:rPr lang="en-US" i="1" dirty="0" err="1" smtClean="0"/>
              <a:t>Laragon</a:t>
            </a:r>
            <a:r>
              <a:rPr lang="en-US" i="1" dirty="0" smtClean="0"/>
              <a:t> </a:t>
            </a:r>
            <a:r>
              <a:rPr lang="en-US" i="1" dirty="0" err="1" smtClean="0"/>
              <a:t>Cmdr</a:t>
            </a:r>
            <a:r>
              <a:rPr lang="en-US" i="1" dirty="0" smtClean="0"/>
              <a:t> for CLI </a:t>
            </a:r>
            <a:r>
              <a:rPr lang="en-US" i="1" dirty="0" err="1" smtClean="0"/>
              <a:t>git</a:t>
            </a:r>
            <a:endParaRPr lang="en-US" i="1" dirty="0" smtClean="0"/>
          </a:p>
          <a:p>
            <a:endParaRPr lang="en-US" dirty="0"/>
          </a:p>
          <a:p>
            <a:r>
              <a:rPr lang="en-US" dirty="0" smtClean="0"/>
              <a:t>Create a simple Python password generator</a:t>
            </a:r>
          </a:p>
          <a:p>
            <a:pPr lvl="1"/>
            <a:r>
              <a:rPr lang="en-US" dirty="0" smtClean="0"/>
              <a:t>Generates and prints a string of 10 random characters</a:t>
            </a:r>
          </a:p>
          <a:p>
            <a:pPr lvl="1"/>
            <a:r>
              <a:rPr lang="en-US" dirty="0" smtClean="0"/>
              <a:t>Use the </a:t>
            </a:r>
            <a:r>
              <a:rPr lang="en-US" dirty="0" smtClean="0">
                <a:solidFill>
                  <a:schemeClr val="accent3"/>
                </a:solidFill>
                <a:latin typeface="Lucida Console" panose="020B0609040504020204" pitchFamily="49" charset="0"/>
              </a:rPr>
              <a:t>random</a:t>
            </a:r>
            <a:r>
              <a:rPr lang="en-US" dirty="0" smtClean="0"/>
              <a:t> module</a:t>
            </a:r>
          </a:p>
          <a:p>
            <a:pPr lvl="1"/>
            <a:r>
              <a:rPr lang="en-US" dirty="0" smtClean="0"/>
              <a:t>Keep it simple at this stage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Commit to your repository and push to 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5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FACD-B3C9-994A-A788-264F4E59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</a:t>
            </a:r>
            <a:r>
              <a:rPr lang="en-US" dirty="0" smtClean="0"/>
              <a:t>Password Generator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12583-F6A2-BB48-9596-9D605BCE6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Create a new </a:t>
            </a:r>
            <a:r>
              <a:rPr lang="en-US" b="1" dirty="0" smtClean="0"/>
              <a:t>local branch</a:t>
            </a:r>
            <a:r>
              <a:rPr lang="en-US" dirty="0" smtClean="0"/>
              <a:t> in your repository</a:t>
            </a:r>
          </a:p>
          <a:p>
            <a:pPr lvl="1"/>
            <a:r>
              <a:rPr lang="en-US" dirty="0" smtClean="0"/>
              <a:t>Follow the instructions to create a Pull Request (PR)</a:t>
            </a:r>
          </a:p>
          <a:p>
            <a:endParaRPr lang="en-US" dirty="0"/>
          </a:p>
          <a:p>
            <a:r>
              <a:rPr lang="en-US" dirty="0" smtClean="0"/>
              <a:t>Add a feature to your password generator:</a:t>
            </a:r>
          </a:p>
          <a:p>
            <a:pPr lvl="1"/>
            <a:r>
              <a:rPr lang="en-US" dirty="0" smtClean="0"/>
              <a:t>Ask the user to input the required length for the password</a:t>
            </a:r>
          </a:p>
          <a:p>
            <a:pPr lvl="1"/>
            <a:r>
              <a:rPr lang="en-US" dirty="0" smtClean="0"/>
              <a:t>Validate the input: 0 &lt; length &lt; 50</a:t>
            </a:r>
          </a:p>
          <a:p>
            <a:pPr lvl="1"/>
            <a:endParaRPr lang="en-US" dirty="0"/>
          </a:p>
          <a:p>
            <a:r>
              <a:rPr lang="en-US" dirty="0" smtClean="0"/>
              <a:t>Generate and print a string of {</a:t>
            </a:r>
            <a:r>
              <a:rPr lang="en-US" dirty="0" smtClean="0">
                <a:solidFill>
                  <a:schemeClr val="accent3"/>
                </a:solidFill>
                <a:latin typeface="Lucida Console" panose="020B0609040504020204" pitchFamily="49" charset="0"/>
              </a:rPr>
              <a:t>length</a:t>
            </a:r>
            <a:r>
              <a:rPr lang="en-US" dirty="0" smtClean="0"/>
              <a:t>} random characters</a:t>
            </a:r>
          </a:p>
          <a:p>
            <a:endParaRPr lang="en-US" dirty="0" smtClean="0"/>
          </a:p>
          <a:p>
            <a:r>
              <a:rPr lang="en-US" dirty="0" smtClean="0"/>
              <a:t>Commit to your </a:t>
            </a:r>
            <a:r>
              <a:rPr lang="en-US" b="1" dirty="0" smtClean="0"/>
              <a:t>branch</a:t>
            </a:r>
            <a:r>
              <a:rPr lang="en-US" dirty="0" smtClean="0"/>
              <a:t> and push to GitHub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2438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FACD-B3C9-994A-A788-264F4E59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</a:t>
            </a:r>
            <a:r>
              <a:rPr lang="en-US" dirty="0" smtClean="0"/>
              <a:t>Password Generator (3)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12583-F6A2-BB48-9596-9D605BCE6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You can add additional commits to an existing PR</a:t>
            </a:r>
          </a:p>
          <a:p>
            <a:endParaRPr lang="en-US" dirty="0" smtClean="0"/>
          </a:p>
          <a:p>
            <a:r>
              <a:rPr lang="en-US" dirty="0" smtClean="0"/>
              <a:t>In the same branch, add another feature:</a:t>
            </a:r>
          </a:p>
          <a:p>
            <a:pPr lvl="1"/>
            <a:r>
              <a:rPr lang="en-US" dirty="0" smtClean="0"/>
              <a:t>Ask the user if they want:</a:t>
            </a:r>
          </a:p>
          <a:p>
            <a:pPr lvl="2"/>
            <a:r>
              <a:rPr lang="en-US" dirty="0" smtClean="0"/>
              <a:t>Uppercase letters (A..Z)</a:t>
            </a:r>
          </a:p>
          <a:p>
            <a:pPr lvl="2"/>
            <a:r>
              <a:rPr lang="en-US" dirty="0" smtClean="0"/>
              <a:t>Lowercase letters (</a:t>
            </a:r>
            <a:r>
              <a:rPr lang="en-US" dirty="0" err="1" smtClean="0"/>
              <a:t>a..z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Digits (0..9)</a:t>
            </a:r>
          </a:p>
          <a:p>
            <a:pPr lvl="2"/>
            <a:r>
              <a:rPr lang="en-US" dirty="0" smtClean="0"/>
              <a:t>Special characters (!@#$)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Update the password generator to take this into account</a:t>
            </a:r>
          </a:p>
          <a:p>
            <a:endParaRPr lang="en-US" dirty="0"/>
          </a:p>
          <a:p>
            <a:r>
              <a:rPr lang="en-US" dirty="0" smtClean="0"/>
              <a:t>Commit and push in the same PR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91142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FACD-B3C9-994A-A788-264F4E59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</a:t>
            </a:r>
            <a:r>
              <a:rPr lang="en-US" dirty="0" smtClean="0"/>
              <a:t>Password Generator (4)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12583-F6A2-BB48-9596-9D605BCE6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You can now merge the PR</a:t>
            </a:r>
          </a:p>
          <a:p>
            <a:endParaRPr lang="en-US" dirty="0"/>
          </a:p>
          <a:p>
            <a:r>
              <a:rPr lang="en-US" dirty="0" smtClean="0"/>
              <a:t>Do this in GitHub</a:t>
            </a:r>
          </a:p>
          <a:p>
            <a:pPr lvl="1"/>
            <a:r>
              <a:rPr lang="en-US" dirty="0" smtClean="0"/>
              <a:t>Follow the instructions</a:t>
            </a:r>
          </a:p>
          <a:p>
            <a:pPr lvl="1"/>
            <a:endParaRPr lang="en-US" dirty="0"/>
          </a:p>
          <a:p>
            <a:r>
              <a:rPr lang="en-US" dirty="0" smtClean="0"/>
              <a:t>After merging the PR:</a:t>
            </a:r>
          </a:p>
          <a:p>
            <a:pPr lvl="1"/>
            <a:r>
              <a:rPr lang="en-US" dirty="0" smtClean="0"/>
              <a:t>Delete the branch in GitHub</a:t>
            </a:r>
          </a:p>
          <a:p>
            <a:pPr lvl="1"/>
            <a:r>
              <a:rPr lang="en-US" dirty="0" smtClean="0"/>
              <a:t>Delete the branch locally</a:t>
            </a:r>
          </a:p>
          <a:p>
            <a:pPr lvl="1"/>
            <a:r>
              <a:rPr lang="en-US" dirty="0" smtClean="0"/>
              <a:t>Make sure to merge changes into your local master branch</a:t>
            </a:r>
          </a:p>
        </p:txBody>
      </p:sp>
    </p:spTree>
    <p:extLst>
      <p:ext uri="{BB962C8B-B14F-4D97-AF65-F5344CB8AC3E}">
        <p14:creationId xmlns:p14="http://schemas.microsoft.com/office/powerpoint/2010/main" val="479043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FACD-B3C9-994A-A788-264F4E59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</a:t>
            </a:r>
            <a:r>
              <a:rPr lang="en-US" dirty="0" smtClean="0"/>
              <a:t>Password Generator (5)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12583-F6A2-BB48-9596-9D605BCE6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Check out a new branch</a:t>
            </a:r>
          </a:p>
          <a:p>
            <a:endParaRPr lang="en-US" dirty="0"/>
          </a:p>
          <a:p>
            <a:r>
              <a:rPr lang="en-US" dirty="0" smtClean="0"/>
              <a:t>Calculate the “strength” of the password that was created</a:t>
            </a:r>
          </a:p>
          <a:p>
            <a:pPr lvl="1"/>
            <a:r>
              <a:rPr lang="en-US" i="1" dirty="0" smtClean="0"/>
              <a:t>Can you use any external modules for this?</a:t>
            </a:r>
          </a:p>
          <a:p>
            <a:pPr lvl="1"/>
            <a:endParaRPr lang="en-US" dirty="0"/>
          </a:p>
          <a:p>
            <a:r>
              <a:rPr lang="en-US" dirty="0" smtClean="0"/>
              <a:t>Also print the password’s strength</a:t>
            </a:r>
          </a:p>
          <a:p>
            <a:endParaRPr lang="en-US" dirty="0"/>
          </a:p>
          <a:p>
            <a:r>
              <a:rPr lang="en-US" dirty="0" smtClean="0"/>
              <a:t>Commit and push to GitHub</a:t>
            </a:r>
          </a:p>
          <a:p>
            <a:r>
              <a:rPr lang="en-US" dirty="0" smtClean="0"/>
              <a:t>Merge the PR as per instruction in slide (4)</a:t>
            </a:r>
          </a:p>
        </p:txBody>
      </p:sp>
    </p:spTree>
    <p:extLst>
      <p:ext uri="{BB962C8B-B14F-4D97-AF65-F5344CB8AC3E}">
        <p14:creationId xmlns:p14="http://schemas.microsoft.com/office/powerpoint/2010/main" val="8437069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MS Availabilities&amp;#x0D;&amp;#x0A;Overview&amp;quot;&quot;/&gt;&lt;property id=&quot;20307&quot; value=&quot;256&quot;/&gt;&lt;/object&gt;&lt;object type=&quot;3&quot; unique_id=&quot;10005&quot;&gt;&lt;property id=&quot;20148&quot; value=&quot;5&quot;/&gt;&lt;property id=&quot;20300&quot; value=&quot;Slide 2&quot;/&gt;&lt;property id=&quot;20307&quot; value=&quot;257&quot;/&gt;&lt;/object&gt;&lt;object type=&quot;3&quot; unique_id=&quot;10006&quot;&gt;&lt;property id=&quot;20148&quot; value=&quot;5&quot;/&gt;&lt;property id=&quot;20300&quot; value=&quot;Slide 3 - &amp;quot;&amp;#x0D;&amp;#x0A;Course Availabilities&amp;quot;&quot;/&gt;&lt;property id=&quot;20307&quot; value=&quot;261&quot;/&gt;&lt;/object&gt;&lt;object type=&quot;3&quot; unique_id=&quot;10007&quot;&gt;&lt;property id=&quot;20148&quot; value=&quot;5&quot;/&gt;&lt;property id=&quot;20300&quot; value=&quot;Slide 4 - &amp;quot;Intake Calendars&amp;quot;&quot;/&gt;&lt;property id=&quot;20307&quot; value=&quot;264&quot;/&gt;&lt;/object&gt;&lt;object type=&quot;3&quot; unique_id=&quot;10008&quot;&gt;&lt;property id=&quot;20148&quot; value=&quot;5&quot;/&gt;&lt;property id=&quot;20300&quot; value=&quot;Slide 5 - &amp;quot;&amp;#x0D;&amp;#x0A;Unit Availabilities&amp;quot;&quot;/&gt;&lt;property id=&quot;20307&quot; value=&quot;259&quot;/&gt;&lt;/object&gt;&lt;object type=&quot;3&quot; unique_id=&quot;10009&quot;&gt;&lt;property id=&quot;20148&quot; value=&quot;5&quot;/&gt;&lt;property id=&quot;20300&quot; value=&quot;Slide 6 - &amp;quot;&amp;#x0D;&amp;#x0A;Unit Availabilities&amp;quot;&quot;/&gt;&lt;property id=&quot;20307&quot; value=&quot;260&quot;/&gt;&lt;/object&gt;&lt;object type=&quot;3&quot; unique_id=&quot;10010&quot;&gt;&lt;property id=&quot;20148&quot; value=&quot;5&quot;/&gt;&lt;property id=&quot;20300&quot; value=&quot;Slide 7 - &amp;quot;Enrolment Calendars&amp;quot;&quot;/&gt;&lt;property id=&quot;20307&quot; value=&quot;265&quot;/&gt;&lt;/object&gt;&lt;object type=&quot;3&quot; unique_id=&quot;10011&quot;&gt;&lt;property id=&quot;20148&quot; value=&quot;5&quot;/&gt;&lt;property id=&quot;20300&quot; value=&quot;Slide 8 - &amp;quot;Business Guidelines&amp;quot;&quot;/&gt;&lt;property id=&quot;20307&quot; value=&quot;268&quot;/&gt;&lt;/object&gt;&lt;object type=&quot;3&quot; unique_id=&quot;10012&quot;&gt;&lt;property id=&quot;20148&quot; value=&quot;5&quot;/&gt;&lt;property id=&quot;20300&quot; value=&quot;Slide 9 - &amp;quot;Business Guidelines&amp;quot;&quot;/&gt;&lt;property id=&quot;20307&quot; value=&quot;269&quot;/&gt;&lt;/object&gt;&lt;object type=&quot;3&quot; unique_id=&quot;10013&quot;&gt;&lt;property id=&quot;20148&quot; value=&quot;5&quot;/&gt;&lt;property id=&quot;20300&quot; value=&quot;Slide 10 - &amp;quot;Business Considerations&amp;quot;&quot;/&gt;&lt;property id=&quot;20307&quot; value=&quot;262&quot;/&gt;&lt;/object&gt;&lt;object type=&quot;3&quot; unique_id=&quot;10014&quot;&gt;&lt;property id=&quot;20148&quot; value=&quot;5&quot;/&gt;&lt;property id=&quot;20300&quot; value=&quot;Slide 11 - &amp;quot;Availabilities tasks&amp;quot;&quot;/&gt;&lt;property id=&quot;20307&quot; value=&quot;266&quot;/&gt;&lt;/object&gt;&lt;object type=&quot;3&quot; unique_id=&quot;10015&quot;&gt;&lt;property id=&quot;20148&quot; value=&quot;5&quot;/&gt;&lt;property id=&quot;20300&quot; value=&quot;Slide 12 - &amp;quot;Availabilities Template&amp;quot;&quot;/&gt;&lt;property id=&quot;20307&quot; value=&quot;267&quot;/&gt;&lt;/object&gt;&lt;object type=&quot;3&quot; unique_id=&quot;10016&quot;&gt;&lt;property id=&quot;20148&quot; value=&quot;5&quot;/&gt;&lt;property id=&quot;20300&quot; value=&quot;Slide 13 - &amp;quot;Timetabling&amp;quot;&quot;/&gt;&lt;property id=&quot;20307&quot; value=&quot;26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AFE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MT-Presentation-HD-1920x1080-AJG-V2020.07.01.potx" id="{3EDD48A2-5C86-4826-A34B-3DD4694D6775}" vid="{2EDC81D3-35B6-4E09-B25C-3248DC8F64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833ce3ab-d172-455c-9989-f10facae9784" xsi:nil="true"/>
    <Students xmlns="833ce3ab-d172-455c-9989-f10facae9784">
      <UserInfo>
        <DisplayName/>
        <AccountId xsi:nil="true"/>
        <AccountType/>
      </UserInfo>
    </Students>
    <TeamsChannelId xmlns="833ce3ab-d172-455c-9989-f10facae9784" xsi:nil="true"/>
    <Student_Groups xmlns="833ce3ab-d172-455c-9989-f10facae9784">
      <UserInfo>
        <DisplayName/>
        <AccountId xsi:nil="true"/>
        <AccountType/>
      </UserInfo>
    </Student_Groups>
    <Math_Settings xmlns="833ce3ab-d172-455c-9989-f10facae9784" xsi:nil="true"/>
    <Is_Collaboration_Space_Locked xmlns="833ce3ab-d172-455c-9989-f10facae9784" xsi:nil="true"/>
    <AppVersion xmlns="833ce3ab-d172-455c-9989-f10facae9784" xsi:nil="true"/>
    <Owner xmlns="833ce3ab-d172-455c-9989-f10facae9784">
      <UserInfo>
        <DisplayName/>
        <AccountId xsi:nil="true"/>
        <AccountType/>
      </UserInfo>
    </Owner>
    <Has_Teacher_Only_SectionGroup xmlns="833ce3ab-d172-455c-9989-f10facae9784" xsi:nil="true"/>
    <NotebookType xmlns="833ce3ab-d172-455c-9989-f10facae9784" xsi:nil="true"/>
    <Teachers xmlns="833ce3ab-d172-455c-9989-f10facae9784">
      <UserInfo>
        <DisplayName/>
        <AccountId xsi:nil="true"/>
        <AccountType/>
      </UserInfo>
    </Teachers>
    <Templates xmlns="833ce3ab-d172-455c-9989-f10facae9784" xsi:nil="true"/>
    <DefaultSectionNames xmlns="833ce3ab-d172-455c-9989-f10facae9784" xsi:nil="true"/>
    <CultureName xmlns="833ce3ab-d172-455c-9989-f10facae9784" xsi:nil="true"/>
    <Distribution_Groups xmlns="833ce3ab-d172-455c-9989-f10facae9784" xsi:nil="true"/>
    <Self_Registration_Enabled xmlns="833ce3ab-d172-455c-9989-f10facae9784" xsi:nil="true"/>
    <LMS_Mappings xmlns="833ce3ab-d172-455c-9989-f10facae9784" xsi:nil="true"/>
    <Invited_Teachers xmlns="833ce3ab-d172-455c-9989-f10facae9784" xsi:nil="true"/>
    <Invited_Students xmlns="833ce3ab-d172-455c-9989-f10facae9784" xsi:nil="true"/>
    <IsNotebookLocked xmlns="833ce3ab-d172-455c-9989-f10facae97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82CBA738D00D4AAC9330883AE1DA78" ma:contentTypeVersion="33" ma:contentTypeDescription="Create a new document." ma:contentTypeScope="" ma:versionID="8e47dcab4e34a32242880baf61f0a73d">
  <xsd:schema xmlns:xsd="http://www.w3.org/2001/XMLSchema" xmlns:xs="http://www.w3.org/2001/XMLSchema" xmlns:p="http://schemas.microsoft.com/office/2006/metadata/properties" xmlns:ns3="3936cbe9-feea-4685-b03c-7f8d09c550f1" xmlns:ns4="833ce3ab-d172-455c-9989-f10facae9784" targetNamespace="http://schemas.microsoft.com/office/2006/metadata/properties" ma:root="true" ma:fieldsID="174389be43a91ce68753c33b6ac99b4e" ns3:_="" ns4:_="">
    <xsd:import namespace="3936cbe9-feea-4685-b03c-7f8d09c550f1"/>
    <xsd:import namespace="833ce3ab-d172-455c-9989-f10facae978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  <xsd:element ref="ns4:NotebookType" minOccurs="0"/>
                <xsd:element ref="ns4:FolderType" minOccurs="0"/>
                <xsd:element ref="ns4:CultureName" minOccurs="0"/>
                <xsd:element ref="ns4:AppVersion" minOccurs="0"/>
                <xsd:element ref="ns4:TeamsChannelId" minOccurs="0"/>
                <xsd:element ref="ns4:Owner" minOccurs="0"/>
                <xsd:element ref="ns4:Math_Settings" minOccurs="0"/>
                <xsd:element ref="ns4:DefaultSectionNames" minOccurs="0"/>
                <xsd:element ref="ns4:Templates" minOccurs="0"/>
                <xsd:element ref="ns4:Teachers" minOccurs="0"/>
                <xsd:element ref="ns4:Students" minOccurs="0"/>
                <xsd:element ref="ns4:Student_Groups" minOccurs="0"/>
                <xsd:element ref="ns4:Distribution_Groups" minOccurs="0"/>
                <xsd:element ref="ns4:LMS_Mapping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Has_Teacher_Only_SectionGroup" minOccurs="0"/>
                <xsd:element ref="ns4:Is_Collaboration_Space_Locked" minOccurs="0"/>
                <xsd:element ref="ns4:IsNotebookLock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36cbe9-feea-4685-b03c-7f8d09c550f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3ce3ab-d172-455c-9989-f10facae97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1" nillable="true" ma:displayName="Notebook Type" ma:internalName="NotebookType">
      <xsd:simpleType>
        <xsd:restriction base="dms:Text"/>
      </xsd:simpleType>
    </xsd:element>
    <xsd:element name="FolderType" ma:index="22" nillable="true" ma:displayName="Folder Type" ma:internalName="FolderType">
      <xsd:simpleType>
        <xsd:restriction base="dms:Text"/>
      </xsd:simpleType>
    </xsd:element>
    <xsd:element name="CultureName" ma:index="23" nillable="true" ma:displayName="Culture Name" ma:internalName="CultureName">
      <xsd:simpleType>
        <xsd:restriction base="dms:Text"/>
      </xsd:simpleType>
    </xsd:element>
    <xsd:element name="AppVersion" ma:index="24" nillable="true" ma:displayName="App Version" ma:internalName="AppVersion">
      <xsd:simpleType>
        <xsd:restriction base="dms:Text"/>
      </xsd:simpleType>
    </xsd:element>
    <xsd:element name="TeamsChannelId" ma:index="25" nillable="true" ma:displayName="Teams Channel Id" ma:internalName="TeamsChannelId">
      <xsd:simpleType>
        <xsd:restriction base="dms:Text"/>
      </xsd:simpleType>
    </xsd:element>
    <xsd:element name="Owner" ma:index="2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7" nillable="true" ma:displayName="Math Settings" ma:internalName="Math_Settings">
      <xsd:simpleType>
        <xsd:restriction base="dms:Text"/>
      </xsd:simpleType>
    </xsd:element>
    <xsd:element name="DefaultSectionNames" ma:index="2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3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9" nillable="true" ma:displayName="Is Collaboration Space Locked" ma:internalName="Is_Collaboration_Space_Locked">
      <xsd:simpleType>
        <xsd:restriction base="dms:Boolean"/>
      </xsd:simpleType>
    </xsd:element>
    <xsd:element name="IsNotebookLocked" ma:index="40" nillable="true" ma:displayName="Is Notebook Locked" ma:internalName="IsNotebookLocked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F79D9B-5A67-492D-BB4F-F3913BAD9421}">
  <ds:schemaRefs>
    <ds:schemaRef ds:uri="http://schemas.openxmlformats.org/package/2006/metadata/core-properties"/>
    <ds:schemaRef ds:uri="3936cbe9-feea-4685-b03c-7f8d09c550f1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833ce3ab-d172-455c-9989-f10facae9784"/>
    <ds:schemaRef ds:uri="http://schemas.microsoft.com/office/2006/documentManagement/typ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93B4755-80B4-4FE9-9650-4C80064448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DE3886-A981-4E1C-91EF-EBC9EDE0D1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36cbe9-feea-4685-b03c-7f8d09c550f1"/>
    <ds:schemaRef ds:uri="833ce3ab-d172-455c-9989-f10facae97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NMT-Presentation-HD-1920x1080-AJG-V2020.07.01</Template>
  <TotalTime>4251</TotalTime>
  <Words>337</Words>
  <Application>Microsoft Office PowerPoint</Application>
  <PresentationFormat>Widescreen</PresentationFormat>
  <Paragraphs>65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Lucida Console</vt:lpstr>
      <vt:lpstr>Office Theme</vt:lpstr>
      <vt:lpstr>Exercises Git and python</vt:lpstr>
      <vt:lpstr>Exercise: Password Generator (1)</vt:lpstr>
      <vt:lpstr>Exercise: Password Generator (2)</vt:lpstr>
      <vt:lpstr>Exercise: Password Generator (3)</vt:lpstr>
      <vt:lpstr>Exercise: Password Generator (4)</vt:lpstr>
      <vt:lpstr>Exercise: Password Generator (5)</vt:lpstr>
    </vt:vector>
  </TitlesOfParts>
  <Manager/>
  <Company>North Metro TAFE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>Powerpoint presentation template (G076C)</dc:subject>
  <dc:creator>Adrian Gould</dc:creator>
  <cp:keywords>HD, 1920x1080, Template, Powerpoint</cp:keywords>
  <dc:description>Template created by Adrian Gould, Lecturer in IT (Software Development, Web Development, IoT, and more)</dc:description>
  <cp:lastModifiedBy>Sander Huijsen</cp:lastModifiedBy>
  <cp:revision>51</cp:revision>
  <cp:lastPrinted>2020-07-27T03:09:30Z</cp:lastPrinted>
  <dcterms:created xsi:type="dcterms:W3CDTF">2020-07-19T07:10:30Z</dcterms:created>
  <dcterms:modified xsi:type="dcterms:W3CDTF">2022-02-08T01:11:39Z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0x010100D482CBA738D00D4AAC9330883AE1DA78</vt:lpwstr>
  </property>
</Properties>
</file>