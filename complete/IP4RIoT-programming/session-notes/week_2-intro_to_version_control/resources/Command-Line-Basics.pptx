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1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2.xml" ContentType="application/vnd.openxmlformats-officedocument.theme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13.xml" ContentType="application/vnd.openxmlformats-officedocument.theme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  <p:sldMasterId id="2147483686" r:id="rId5"/>
    <p:sldMasterId id="2147483698" r:id="rId6"/>
    <p:sldMasterId id="2147483710" r:id="rId7"/>
    <p:sldMasterId id="2147483722" r:id="rId8"/>
    <p:sldMasterId id="2147483734" r:id="rId9"/>
    <p:sldMasterId id="2147483746" r:id="rId10"/>
    <p:sldMasterId id="2147483758" r:id="rId11"/>
    <p:sldMasterId id="2147483770" r:id="rId12"/>
    <p:sldMasterId id="2147483806" r:id="rId13"/>
    <p:sldMasterId id="2147483818" r:id="rId14"/>
    <p:sldMasterId id="2147483829" r:id="rId15"/>
    <p:sldMasterId id="2147483840" r:id="rId16"/>
    <p:sldMasterId id="2147483851" r:id="rId17"/>
  </p:sldMasterIdLst>
  <p:notesMasterIdLst>
    <p:notesMasterId r:id="rId85"/>
  </p:notesMasterIdLst>
  <p:sldIdLst>
    <p:sldId id="270" r:id="rId18"/>
    <p:sldId id="381" r:id="rId19"/>
    <p:sldId id="423" r:id="rId20"/>
    <p:sldId id="425" r:id="rId21"/>
    <p:sldId id="426" r:id="rId22"/>
    <p:sldId id="427" r:id="rId23"/>
    <p:sldId id="452" r:id="rId24"/>
    <p:sldId id="442" r:id="rId25"/>
    <p:sldId id="451" r:id="rId26"/>
    <p:sldId id="453" r:id="rId27"/>
    <p:sldId id="454" r:id="rId28"/>
    <p:sldId id="455" r:id="rId29"/>
    <p:sldId id="444" r:id="rId30"/>
    <p:sldId id="436" r:id="rId31"/>
    <p:sldId id="438" r:id="rId32"/>
    <p:sldId id="437" r:id="rId33"/>
    <p:sldId id="439" r:id="rId34"/>
    <p:sldId id="445" r:id="rId35"/>
    <p:sldId id="434" r:id="rId36"/>
    <p:sldId id="428" r:id="rId37"/>
    <p:sldId id="435" r:id="rId38"/>
    <p:sldId id="446" r:id="rId39"/>
    <p:sldId id="432" r:id="rId40"/>
    <p:sldId id="429" r:id="rId41"/>
    <p:sldId id="443" r:id="rId42"/>
    <p:sldId id="447" r:id="rId43"/>
    <p:sldId id="448" r:id="rId44"/>
    <p:sldId id="456" r:id="rId45"/>
    <p:sldId id="457" r:id="rId46"/>
    <p:sldId id="430" r:id="rId47"/>
    <p:sldId id="441" r:id="rId48"/>
    <p:sldId id="471" r:id="rId49"/>
    <p:sldId id="458" r:id="rId50"/>
    <p:sldId id="440" r:id="rId51"/>
    <p:sldId id="433" r:id="rId52"/>
    <p:sldId id="463" r:id="rId53"/>
    <p:sldId id="464" r:id="rId54"/>
    <p:sldId id="462" r:id="rId55"/>
    <p:sldId id="465" r:id="rId56"/>
    <p:sldId id="466" r:id="rId57"/>
    <p:sldId id="467" r:id="rId58"/>
    <p:sldId id="459" r:id="rId59"/>
    <p:sldId id="431" r:id="rId60"/>
    <p:sldId id="468" r:id="rId61"/>
    <p:sldId id="461" r:id="rId62"/>
    <p:sldId id="469" r:id="rId63"/>
    <p:sldId id="470" r:id="rId64"/>
    <p:sldId id="472" r:id="rId65"/>
    <p:sldId id="473" r:id="rId66"/>
    <p:sldId id="474" r:id="rId67"/>
    <p:sldId id="475" r:id="rId68"/>
    <p:sldId id="476" r:id="rId69"/>
    <p:sldId id="477" r:id="rId70"/>
    <p:sldId id="478" r:id="rId71"/>
    <p:sldId id="479" r:id="rId72"/>
    <p:sldId id="480" r:id="rId73"/>
    <p:sldId id="481" r:id="rId74"/>
    <p:sldId id="482" r:id="rId75"/>
    <p:sldId id="483" r:id="rId76"/>
    <p:sldId id="484" r:id="rId77"/>
    <p:sldId id="485" r:id="rId78"/>
    <p:sldId id="486" r:id="rId79"/>
    <p:sldId id="487" r:id="rId80"/>
    <p:sldId id="488" r:id="rId81"/>
    <p:sldId id="489" r:id="rId82"/>
    <p:sldId id="424" r:id="rId83"/>
    <p:sldId id="398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2673E5C-48F0-4880-9E5D-C1B753F526B3}">
          <p14:sldIdLst>
            <p14:sldId id="270"/>
          </p14:sldIdLst>
        </p14:section>
        <p14:section name="Session" id="{C197B232-8979-4844-90E7-6DEAB5E7C385}">
          <p14:sldIdLst>
            <p14:sldId id="381"/>
            <p14:sldId id="423"/>
            <p14:sldId id="425"/>
            <p14:sldId id="426"/>
            <p14:sldId id="427"/>
          </p14:sldIdLst>
        </p14:section>
        <p14:section name="Spaces and Sensitivity" id="{62C4B22C-BD15-48B8-9021-E0B934DBD436}">
          <p14:sldIdLst>
            <p14:sldId id="452"/>
            <p14:sldId id="442"/>
            <p14:sldId id="451"/>
          </p14:sldIdLst>
        </p14:section>
        <p14:section name="Switches" id="{F23B1860-8CB6-4798-A190-F041C124DBC4}">
          <p14:sldIdLst>
            <p14:sldId id="453"/>
            <p14:sldId id="454"/>
            <p14:sldId id="455"/>
          </p14:sldIdLst>
        </p14:section>
        <p14:section name="Folder and Files" id="{F4DFBEF6-3447-430C-B0D8-36114C83BAAB}">
          <p14:sldIdLst>
            <p14:sldId id="444"/>
            <p14:sldId id="436"/>
            <p14:sldId id="438"/>
            <p14:sldId id="437"/>
            <p14:sldId id="439"/>
          </p14:sldIdLst>
        </p14:section>
        <p14:section name="Folders and Directories" id="{C56DDF71-88B0-4A4B-A53F-7EEAC7C83DD7}">
          <p14:sldIdLst>
            <p14:sldId id="445"/>
            <p14:sldId id="434"/>
            <p14:sldId id="428"/>
            <p14:sldId id="435"/>
          </p14:sldIdLst>
        </p14:section>
        <p14:section name="Listing Files 1" id="{934C0712-5B46-4971-81BC-A7CF1B18194C}">
          <p14:sldIdLst>
            <p14:sldId id="446"/>
            <p14:sldId id="432"/>
            <p14:sldId id="429"/>
            <p14:sldId id="443"/>
          </p14:sldIdLst>
        </p14:section>
        <p14:section name="Listing Files 1" id="{A648D89E-F0F3-4DB4-B15C-86D2BF0117A3}">
          <p14:sldIdLst>
            <p14:sldId id="447"/>
            <p14:sldId id="448"/>
            <p14:sldId id="456"/>
          </p14:sldIdLst>
        </p14:section>
        <p14:section name="Creating Folders" id="{245D070A-522D-4070-8A9D-94AF1F364768}">
          <p14:sldIdLst>
            <p14:sldId id="457"/>
            <p14:sldId id="430"/>
            <p14:sldId id="441"/>
            <p14:sldId id="471"/>
          </p14:sldIdLst>
        </p14:section>
        <p14:section name="Changing Folders" id="{4A72EA77-C6EC-4760-8566-F372447B3985}">
          <p14:sldIdLst>
            <p14:sldId id="458"/>
            <p14:sldId id="440"/>
            <p14:sldId id="433"/>
          </p14:sldIdLst>
        </p14:section>
        <p14:section name="User Home Folder" id="{8E8DCBB1-22F2-464A-AE21-6F068AFED3C9}">
          <p14:sldIdLst>
            <p14:sldId id="463"/>
            <p14:sldId id="464"/>
            <p14:sldId id="462"/>
          </p14:sldIdLst>
        </p14:section>
        <p14:section name="User Home Folder" id="{E491C4CB-0831-40C4-978B-B80E5E199FBB}">
          <p14:sldIdLst>
            <p14:sldId id="465"/>
            <p14:sldId id="466"/>
            <p14:sldId id="467"/>
          </p14:sldIdLst>
        </p14:section>
        <p14:section name="Changing Folders" id="{B9563EC9-3723-4F18-B70D-5C838E48FBE1}">
          <p14:sldIdLst>
            <p14:sldId id="459"/>
            <p14:sldId id="431"/>
            <p14:sldId id="468"/>
            <p14:sldId id="461"/>
            <p14:sldId id="469"/>
            <p14:sldId id="470"/>
            <p14:sldId id="472"/>
          </p14:sldIdLst>
        </p14:section>
        <p14:section name="Copying Files" id="{7D460EE1-FA69-475A-A33D-48F98F97A360}">
          <p14:sldIdLst>
            <p14:sldId id="473"/>
            <p14:sldId id="474"/>
            <p14:sldId id="475"/>
            <p14:sldId id="476"/>
            <p14:sldId id="477"/>
            <p14:sldId id="478"/>
            <p14:sldId id="479"/>
          </p14:sldIdLst>
        </p14:section>
        <p14:section name="Moving Files" id="{0DA062FF-503B-45B3-9544-3827751CF23D}">
          <p14:sldIdLst>
            <p14:sldId id="480"/>
            <p14:sldId id="481"/>
            <p14:sldId id="482"/>
            <p14:sldId id="483"/>
            <p14:sldId id="484"/>
            <p14:sldId id="485"/>
          </p14:sldIdLst>
        </p14:section>
        <p14:section name="Rename Files" id="{D83ECF32-C496-4F5F-8BF4-8689CB6650CC}">
          <p14:sldIdLst>
            <p14:sldId id="486"/>
            <p14:sldId id="487"/>
          </p14:sldIdLst>
        </p14:section>
        <p14:section name="Exercises II" id="{6D63CA37-18C8-4AAF-AF9B-3BAC6005EAAC}">
          <p14:sldIdLst>
            <p14:sldId id="488"/>
            <p14:sldId id="489"/>
          </p14:sldIdLst>
        </p14:section>
        <p14:section name="MS Terminal" id="{AC17EFC7-9668-42B1-94F8-BD6C25A7A394}">
          <p14:sldIdLst>
            <p14:sldId id="424"/>
          </p14:sldIdLst>
        </p14:section>
        <p14:section name="End" id="{E2DC129E-1B4D-4B53-AFDA-C552201A3805}">
          <p14:sldIdLst>
            <p14:sldId id="3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DB720D-CB23-00BD-4BF4-8F254009EC64}" name="Adrian Gould" initials="AG" userId="S::Adrian.Gould@nmtafe.wa.edu.au::0a44525a-5416-41c1-827b-f073cee28c70" providerId="AD"/>
  <p188:author id="{CF9B4C55-2547-8E87-20F7-0B62AB1B37EA}" name="John Robertson" initials="JR" userId="S::john.robertson@nmtafe.wa.edu.au::27eef65d-0d9b-46bb-85ea-fba5d9d9135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6953"/>
    <a:srgbClr val="44911B"/>
    <a:srgbClr val="2A0001"/>
    <a:srgbClr val="4C0001"/>
    <a:srgbClr val="3C3F41"/>
    <a:srgbClr val="0B0000"/>
    <a:srgbClr val="000000"/>
    <a:srgbClr val="3A0001"/>
    <a:srgbClr val="3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C9CA9B-51BC-44C9-B107-4A70EB35575B}" v="90" dt="2024-02-09T02:05:44.3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9.xml"/><Relationship Id="rId21" Type="http://schemas.openxmlformats.org/officeDocument/2006/relationships/slide" Target="slides/slide4.xml"/><Relationship Id="rId42" Type="http://schemas.openxmlformats.org/officeDocument/2006/relationships/slide" Target="slides/slide25.xml"/><Relationship Id="rId47" Type="http://schemas.openxmlformats.org/officeDocument/2006/relationships/slide" Target="slides/slide30.xml"/><Relationship Id="rId63" Type="http://schemas.openxmlformats.org/officeDocument/2006/relationships/slide" Target="slides/slide46.xml"/><Relationship Id="rId68" Type="http://schemas.openxmlformats.org/officeDocument/2006/relationships/slide" Target="slides/slide51.xml"/><Relationship Id="rId84" Type="http://schemas.openxmlformats.org/officeDocument/2006/relationships/slide" Target="slides/slide67.xml"/><Relationship Id="rId89" Type="http://schemas.openxmlformats.org/officeDocument/2006/relationships/tableStyles" Target="tableStyles.xml"/><Relationship Id="rId16" Type="http://schemas.openxmlformats.org/officeDocument/2006/relationships/slideMaster" Target="slideMasters/slideMaster13.xml"/><Relationship Id="rId11" Type="http://schemas.openxmlformats.org/officeDocument/2006/relationships/slideMaster" Target="slideMasters/slideMaster8.xml"/><Relationship Id="rId32" Type="http://schemas.openxmlformats.org/officeDocument/2006/relationships/slide" Target="slides/slide15.xml"/><Relationship Id="rId37" Type="http://schemas.openxmlformats.org/officeDocument/2006/relationships/slide" Target="slides/slide20.xml"/><Relationship Id="rId53" Type="http://schemas.openxmlformats.org/officeDocument/2006/relationships/slide" Target="slides/slide36.xml"/><Relationship Id="rId58" Type="http://schemas.openxmlformats.org/officeDocument/2006/relationships/slide" Target="slides/slide41.xml"/><Relationship Id="rId74" Type="http://schemas.openxmlformats.org/officeDocument/2006/relationships/slide" Target="slides/slide57.xml"/><Relationship Id="rId79" Type="http://schemas.openxmlformats.org/officeDocument/2006/relationships/slide" Target="slides/slide62.xml"/><Relationship Id="rId5" Type="http://schemas.openxmlformats.org/officeDocument/2006/relationships/slideMaster" Target="slideMasters/slideMaster2.xml"/><Relationship Id="rId90" Type="http://schemas.microsoft.com/office/2016/11/relationships/changesInfo" Target="changesInfos/changesInfo1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slide" Target="slides/slide18.xml"/><Relationship Id="rId43" Type="http://schemas.openxmlformats.org/officeDocument/2006/relationships/slide" Target="slides/slide26.xml"/><Relationship Id="rId48" Type="http://schemas.openxmlformats.org/officeDocument/2006/relationships/slide" Target="slides/slide31.xml"/><Relationship Id="rId56" Type="http://schemas.openxmlformats.org/officeDocument/2006/relationships/slide" Target="slides/slide39.xml"/><Relationship Id="rId64" Type="http://schemas.openxmlformats.org/officeDocument/2006/relationships/slide" Target="slides/slide47.xml"/><Relationship Id="rId69" Type="http://schemas.openxmlformats.org/officeDocument/2006/relationships/slide" Target="slides/slide52.xml"/><Relationship Id="rId77" Type="http://schemas.openxmlformats.org/officeDocument/2006/relationships/slide" Target="slides/slide60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34.xml"/><Relationship Id="rId72" Type="http://schemas.openxmlformats.org/officeDocument/2006/relationships/slide" Target="slides/slide55.xml"/><Relationship Id="rId80" Type="http://schemas.openxmlformats.org/officeDocument/2006/relationships/slide" Target="slides/slide63.xml"/><Relationship Id="rId85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slide" Target="slides/slide21.xml"/><Relationship Id="rId46" Type="http://schemas.openxmlformats.org/officeDocument/2006/relationships/slide" Target="slides/slide29.xml"/><Relationship Id="rId59" Type="http://schemas.openxmlformats.org/officeDocument/2006/relationships/slide" Target="slides/slide42.xml"/><Relationship Id="rId67" Type="http://schemas.openxmlformats.org/officeDocument/2006/relationships/slide" Target="slides/slide50.xml"/><Relationship Id="rId20" Type="http://schemas.openxmlformats.org/officeDocument/2006/relationships/slide" Target="slides/slide3.xml"/><Relationship Id="rId41" Type="http://schemas.openxmlformats.org/officeDocument/2006/relationships/slide" Target="slides/slide24.xml"/><Relationship Id="rId54" Type="http://schemas.openxmlformats.org/officeDocument/2006/relationships/slide" Target="slides/slide37.xml"/><Relationship Id="rId62" Type="http://schemas.openxmlformats.org/officeDocument/2006/relationships/slide" Target="slides/slide45.xml"/><Relationship Id="rId70" Type="http://schemas.openxmlformats.org/officeDocument/2006/relationships/slide" Target="slides/slide53.xml"/><Relationship Id="rId75" Type="http://schemas.openxmlformats.org/officeDocument/2006/relationships/slide" Target="slides/slide58.xml"/><Relationship Id="rId83" Type="http://schemas.openxmlformats.org/officeDocument/2006/relationships/slide" Target="slides/slide66.xml"/><Relationship Id="rId88" Type="http://schemas.openxmlformats.org/officeDocument/2006/relationships/theme" Target="theme/theme1.xml"/><Relationship Id="rId9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slide" Target="slides/slide19.xml"/><Relationship Id="rId49" Type="http://schemas.openxmlformats.org/officeDocument/2006/relationships/slide" Target="slides/slide32.xml"/><Relationship Id="rId57" Type="http://schemas.openxmlformats.org/officeDocument/2006/relationships/slide" Target="slides/slide40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4.xml"/><Relationship Id="rId44" Type="http://schemas.openxmlformats.org/officeDocument/2006/relationships/slide" Target="slides/slide27.xml"/><Relationship Id="rId52" Type="http://schemas.openxmlformats.org/officeDocument/2006/relationships/slide" Target="slides/slide35.xml"/><Relationship Id="rId60" Type="http://schemas.openxmlformats.org/officeDocument/2006/relationships/slide" Target="slides/slide43.xml"/><Relationship Id="rId65" Type="http://schemas.openxmlformats.org/officeDocument/2006/relationships/slide" Target="slides/slide48.xml"/><Relationship Id="rId73" Type="http://schemas.openxmlformats.org/officeDocument/2006/relationships/slide" Target="slides/slide56.xml"/><Relationship Id="rId78" Type="http://schemas.openxmlformats.org/officeDocument/2006/relationships/slide" Target="slides/slide61.xml"/><Relationship Id="rId81" Type="http://schemas.openxmlformats.org/officeDocument/2006/relationships/slide" Target="slides/slide64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1.xml"/><Relationship Id="rId39" Type="http://schemas.openxmlformats.org/officeDocument/2006/relationships/slide" Target="slides/slide22.xml"/><Relationship Id="rId34" Type="http://schemas.openxmlformats.org/officeDocument/2006/relationships/slide" Target="slides/slide17.xml"/><Relationship Id="rId50" Type="http://schemas.openxmlformats.org/officeDocument/2006/relationships/slide" Target="slides/slide33.xml"/><Relationship Id="rId55" Type="http://schemas.openxmlformats.org/officeDocument/2006/relationships/slide" Target="slides/slide38.xml"/><Relationship Id="rId76" Type="http://schemas.openxmlformats.org/officeDocument/2006/relationships/slide" Target="slides/slide59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54.xml"/><Relationship Id="rId92" Type="http://schemas.microsoft.com/office/2018/10/relationships/authors" Target="authors.xml"/><Relationship Id="rId2" Type="http://schemas.openxmlformats.org/officeDocument/2006/relationships/customXml" Target="../customXml/item2.xml"/><Relationship Id="rId29" Type="http://schemas.openxmlformats.org/officeDocument/2006/relationships/slide" Target="slides/slide12.xml"/><Relationship Id="rId24" Type="http://schemas.openxmlformats.org/officeDocument/2006/relationships/slide" Target="slides/slide7.xml"/><Relationship Id="rId40" Type="http://schemas.openxmlformats.org/officeDocument/2006/relationships/slide" Target="slides/slide23.xml"/><Relationship Id="rId45" Type="http://schemas.openxmlformats.org/officeDocument/2006/relationships/slide" Target="slides/slide28.xml"/><Relationship Id="rId66" Type="http://schemas.openxmlformats.org/officeDocument/2006/relationships/slide" Target="slides/slide49.xml"/><Relationship Id="rId87" Type="http://schemas.openxmlformats.org/officeDocument/2006/relationships/viewProps" Target="viewProps.xml"/><Relationship Id="rId61" Type="http://schemas.openxmlformats.org/officeDocument/2006/relationships/slide" Target="slides/slide44.xml"/><Relationship Id="rId82" Type="http://schemas.openxmlformats.org/officeDocument/2006/relationships/slide" Target="slides/slide65.xml"/><Relationship Id="rId19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 Gould" userId="0a44525a-5416-41c1-827b-f073cee28c70" providerId="ADAL" clId="{75C9CA9B-51BC-44C9-B107-4A70EB35575B}"/>
    <pc:docChg chg="undo custSel addSld delSld modSld sldOrd addSection delSection modSection">
      <pc:chgData name="Adrian Gould" userId="0a44525a-5416-41c1-827b-f073cee28c70" providerId="ADAL" clId="{75C9CA9B-51BC-44C9-B107-4A70EB35575B}" dt="2024-02-09T02:06:04.134" v="8187" actId="20577"/>
      <pc:docMkLst>
        <pc:docMk/>
      </pc:docMkLst>
      <pc:sldChg chg="addSp delSp modSp mod">
        <pc:chgData name="Adrian Gould" userId="0a44525a-5416-41c1-827b-f073cee28c70" providerId="ADAL" clId="{75C9CA9B-51BC-44C9-B107-4A70EB35575B}" dt="2024-02-08T08:08:11.513" v="66" actId="2711"/>
        <pc:sldMkLst>
          <pc:docMk/>
          <pc:sldMk cId="1480433223" sldId="270"/>
        </pc:sldMkLst>
        <pc:spChg chg="add del mod">
          <ac:chgData name="Adrian Gould" userId="0a44525a-5416-41c1-827b-f073cee28c70" providerId="ADAL" clId="{75C9CA9B-51BC-44C9-B107-4A70EB35575B}" dt="2024-02-08T08:07:41.657" v="55" actId="478"/>
          <ac:spMkLst>
            <pc:docMk/>
            <pc:sldMk cId="1480433223" sldId="270"/>
            <ac:spMk id="3" creationId="{51F1B1A8-E7BE-B9E9-1050-F0AF9E5952F4}"/>
          </ac:spMkLst>
        </pc:spChg>
        <pc:spChg chg="mod">
          <ac:chgData name="Adrian Gould" userId="0a44525a-5416-41c1-827b-f073cee28c70" providerId="ADAL" clId="{75C9CA9B-51BC-44C9-B107-4A70EB35575B}" dt="2024-02-08T08:07:53.444" v="65" actId="403"/>
          <ac:spMkLst>
            <pc:docMk/>
            <pc:sldMk cId="1480433223" sldId="270"/>
            <ac:spMk id="28" creationId="{065F1D14-4430-FC90-3C26-E7C64BE29869}"/>
          </ac:spMkLst>
        </pc:spChg>
        <pc:spChg chg="mod">
          <ac:chgData name="Adrian Gould" userId="0a44525a-5416-41c1-827b-f073cee28c70" providerId="ADAL" clId="{75C9CA9B-51BC-44C9-B107-4A70EB35575B}" dt="2024-02-08T08:08:11.513" v="66" actId="2711"/>
          <ac:spMkLst>
            <pc:docMk/>
            <pc:sldMk cId="1480433223" sldId="270"/>
            <ac:spMk id="29" creationId="{1C085F66-B097-8E41-C65E-FB613CEF61D0}"/>
          </ac:spMkLst>
        </pc:spChg>
        <pc:graphicFrameChg chg="del">
          <ac:chgData name="Adrian Gould" userId="0a44525a-5416-41c1-827b-f073cee28c70" providerId="ADAL" clId="{75C9CA9B-51BC-44C9-B107-4A70EB35575B}" dt="2024-02-08T08:07:40.699" v="54" actId="478"/>
          <ac:graphicFrameMkLst>
            <pc:docMk/>
            <pc:sldMk cId="1480433223" sldId="270"/>
            <ac:graphicFrameMk id="36" creationId="{740E6E62-3521-150E-78A6-322B5A2C9487}"/>
          </ac:graphicFrameMkLst>
        </pc:graphicFrameChg>
      </pc:sldChg>
      <pc:sldChg chg="modSp mod">
        <pc:chgData name="Adrian Gould" userId="0a44525a-5416-41c1-827b-f073cee28c70" providerId="ADAL" clId="{75C9CA9B-51BC-44C9-B107-4A70EB35575B}" dt="2024-02-08T08:08:54.186" v="107" actId="20577"/>
        <pc:sldMkLst>
          <pc:docMk/>
          <pc:sldMk cId="1579309334" sldId="381"/>
        </pc:sldMkLst>
        <pc:spChg chg="mod">
          <ac:chgData name="Adrian Gould" userId="0a44525a-5416-41c1-827b-f073cee28c70" providerId="ADAL" clId="{75C9CA9B-51BC-44C9-B107-4A70EB35575B}" dt="2024-02-08T08:08:43.924" v="83" actId="20577"/>
          <ac:spMkLst>
            <pc:docMk/>
            <pc:sldMk cId="1579309334" sldId="381"/>
            <ac:spMk id="28" creationId="{065F1D14-4430-FC90-3C26-E7C64BE29869}"/>
          </ac:spMkLst>
        </pc:spChg>
        <pc:spChg chg="mod">
          <ac:chgData name="Adrian Gould" userId="0a44525a-5416-41c1-827b-f073cee28c70" providerId="ADAL" clId="{75C9CA9B-51BC-44C9-B107-4A70EB35575B}" dt="2024-02-08T08:08:54.186" v="107" actId="20577"/>
          <ac:spMkLst>
            <pc:docMk/>
            <pc:sldMk cId="1579309334" sldId="381"/>
            <ac:spMk id="29" creationId="{1C085F66-B097-8E41-C65E-FB613CEF61D0}"/>
          </ac:spMkLst>
        </pc:spChg>
      </pc:sldChg>
      <pc:sldChg chg="del">
        <pc:chgData name="Adrian Gould" userId="0a44525a-5416-41c1-827b-f073cee28c70" providerId="ADAL" clId="{75C9CA9B-51BC-44C9-B107-4A70EB35575B}" dt="2024-02-08T08:08:31.469" v="70" actId="47"/>
        <pc:sldMkLst>
          <pc:docMk/>
          <pc:sldMk cId="3043310066" sldId="399"/>
        </pc:sldMkLst>
      </pc:sldChg>
      <pc:sldChg chg="del">
        <pc:chgData name="Adrian Gould" userId="0a44525a-5416-41c1-827b-f073cee28c70" providerId="ADAL" clId="{75C9CA9B-51BC-44C9-B107-4A70EB35575B}" dt="2024-02-08T08:08:21.966" v="67" actId="47"/>
        <pc:sldMkLst>
          <pc:docMk/>
          <pc:sldMk cId="1254516992" sldId="402"/>
        </pc:sldMkLst>
      </pc:sldChg>
      <pc:sldChg chg="del">
        <pc:chgData name="Adrian Gould" userId="0a44525a-5416-41c1-827b-f073cee28c70" providerId="ADAL" clId="{75C9CA9B-51BC-44C9-B107-4A70EB35575B}" dt="2024-02-08T08:08:30.368" v="69" actId="47"/>
        <pc:sldMkLst>
          <pc:docMk/>
          <pc:sldMk cId="1199455357" sldId="403"/>
        </pc:sldMkLst>
      </pc:sldChg>
      <pc:sldChg chg="del">
        <pc:chgData name="Adrian Gould" userId="0a44525a-5416-41c1-827b-f073cee28c70" providerId="ADAL" clId="{75C9CA9B-51BC-44C9-B107-4A70EB35575B}" dt="2024-02-08T08:08:30.368" v="69" actId="47"/>
        <pc:sldMkLst>
          <pc:docMk/>
          <pc:sldMk cId="1490966297" sldId="408"/>
        </pc:sldMkLst>
      </pc:sldChg>
      <pc:sldChg chg="del">
        <pc:chgData name="Adrian Gould" userId="0a44525a-5416-41c1-827b-f073cee28c70" providerId="ADAL" clId="{75C9CA9B-51BC-44C9-B107-4A70EB35575B}" dt="2024-02-08T08:08:27.886" v="68" actId="47"/>
        <pc:sldMkLst>
          <pc:docMk/>
          <pc:sldMk cId="3362228102" sldId="411"/>
        </pc:sldMkLst>
      </pc:sldChg>
      <pc:sldChg chg="del">
        <pc:chgData name="Adrian Gould" userId="0a44525a-5416-41c1-827b-f073cee28c70" providerId="ADAL" clId="{75C9CA9B-51BC-44C9-B107-4A70EB35575B}" dt="2024-02-08T08:08:32.523" v="71" actId="47"/>
        <pc:sldMkLst>
          <pc:docMk/>
          <pc:sldMk cId="3601275073" sldId="415"/>
        </pc:sldMkLst>
      </pc:sldChg>
      <pc:sldChg chg="del">
        <pc:chgData name="Adrian Gould" userId="0a44525a-5416-41c1-827b-f073cee28c70" providerId="ADAL" clId="{75C9CA9B-51BC-44C9-B107-4A70EB35575B}" dt="2024-02-08T08:08:32.523" v="71" actId="47"/>
        <pc:sldMkLst>
          <pc:docMk/>
          <pc:sldMk cId="1938386213" sldId="416"/>
        </pc:sldMkLst>
      </pc:sldChg>
      <pc:sldChg chg="del">
        <pc:chgData name="Adrian Gould" userId="0a44525a-5416-41c1-827b-f073cee28c70" providerId="ADAL" clId="{75C9CA9B-51BC-44C9-B107-4A70EB35575B}" dt="2024-02-08T08:08:21.966" v="67" actId="47"/>
        <pc:sldMkLst>
          <pc:docMk/>
          <pc:sldMk cId="161293267" sldId="417"/>
        </pc:sldMkLst>
      </pc:sldChg>
      <pc:sldChg chg="modSp mod">
        <pc:chgData name="Adrian Gould" userId="0a44525a-5416-41c1-827b-f073cee28c70" providerId="ADAL" clId="{75C9CA9B-51BC-44C9-B107-4A70EB35575B}" dt="2024-02-08T08:10:11.984" v="256" actId="15"/>
        <pc:sldMkLst>
          <pc:docMk/>
          <pc:sldMk cId="1369898744" sldId="423"/>
        </pc:sldMkLst>
        <pc:spChg chg="mod">
          <ac:chgData name="Adrian Gould" userId="0a44525a-5416-41c1-827b-f073cee28c70" providerId="ADAL" clId="{75C9CA9B-51BC-44C9-B107-4A70EB35575B}" dt="2024-02-08T08:10:11.984" v="256" actId="15"/>
          <ac:spMkLst>
            <pc:docMk/>
            <pc:sldMk cId="1369898744" sldId="423"/>
            <ac:spMk id="3" creationId="{EE53FE40-4CB6-3C4D-D3DD-058AFFE118A3}"/>
          </ac:spMkLst>
        </pc:spChg>
      </pc:sldChg>
      <pc:sldChg chg="addSp delSp modSp add mod">
        <pc:chgData name="Adrian Gould" userId="0a44525a-5416-41c1-827b-f073cee28c70" providerId="ADAL" clId="{75C9CA9B-51BC-44C9-B107-4A70EB35575B}" dt="2024-02-08T08:33:47.602" v="738" actId="20577"/>
        <pc:sldMkLst>
          <pc:docMk/>
          <pc:sldMk cId="1808936516" sldId="424"/>
        </pc:sldMkLst>
        <pc:spChg chg="mod">
          <ac:chgData name="Adrian Gould" userId="0a44525a-5416-41c1-827b-f073cee28c70" providerId="ADAL" clId="{75C9CA9B-51BC-44C9-B107-4A70EB35575B}" dt="2024-02-08T08:33:47.602" v="738" actId="20577"/>
          <ac:spMkLst>
            <pc:docMk/>
            <pc:sldMk cId="1808936516" sldId="424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8T08:25:42.132" v="624" actId="20577"/>
          <ac:spMkLst>
            <pc:docMk/>
            <pc:sldMk cId="1808936516" sldId="424"/>
            <ac:spMk id="3" creationId="{EE53FE40-4CB6-3C4D-D3DD-058AFFE118A3}"/>
          </ac:spMkLst>
        </pc:spChg>
        <pc:picChg chg="add mod">
          <ac:chgData name="Adrian Gould" userId="0a44525a-5416-41c1-827b-f073cee28c70" providerId="ADAL" clId="{75C9CA9B-51BC-44C9-B107-4A70EB35575B}" dt="2024-02-08T08:25:28.088" v="604" actId="1076"/>
          <ac:picMkLst>
            <pc:docMk/>
            <pc:sldMk cId="1808936516" sldId="424"/>
            <ac:picMk id="5" creationId="{0E9711A2-3728-B9FE-BAFC-079DD21B95A3}"/>
          </ac:picMkLst>
        </pc:picChg>
        <pc:picChg chg="add del">
          <ac:chgData name="Adrian Gould" userId="0a44525a-5416-41c1-827b-f073cee28c70" providerId="ADAL" clId="{75C9CA9B-51BC-44C9-B107-4A70EB35575B}" dt="2024-02-08T08:33:27.440" v="717" actId="478"/>
          <ac:picMkLst>
            <pc:docMk/>
            <pc:sldMk cId="1808936516" sldId="424"/>
            <ac:picMk id="7" creationId="{8A52ED58-BD8C-1168-42FA-7997788563AD}"/>
          </ac:picMkLst>
        </pc:picChg>
      </pc:sldChg>
      <pc:sldChg chg="addSp delSp modSp add mod">
        <pc:chgData name="Adrian Gould" userId="0a44525a-5416-41c1-827b-f073cee28c70" providerId="ADAL" clId="{75C9CA9B-51BC-44C9-B107-4A70EB35575B}" dt="2024-02-08T08:33:20.893" v="715" actId="1076"/>
        <pc:sldMkLst>
          <pc:docMk/>
          <pc:sldMk cId="2528521095" sldId="425"/>
        </pc:sldMkLst>
        <pc:spChg chg="mod">
          <ac:chgData name="Adrian Gould" userId="0a44525a-5416-41c1-827b-f073cee28c70" providerId="ADAL" clId="{75C9CA9B-51BC-44C9-B107-4A70EB35575B}" dt="2024-02-08T08:31:11.903" v="703" actId="108"/>
          <ac:spMkLst>
            <pc:docMk/>
            <pc:sldMk cId="2528521095" sldId="425"/>
            <ac:spMk id="3" creationId="{EE53FE40-4CB6-3C4D-D3DD-058AFFE118A3}"/>
          </ac:spMkLst>
        </pc:spChg>
        <pc:spChg chg="add del">
          <ac:chgData name="Adrian Gould" userId="0a44525a-5416-41c1-827b-f073cee28c70" providerId="ADAL" clId="{75C9CA9B-51BC-44C9-B107-4A70EB35575B}" dt="2024-02-08T08:32:55.734" v="707" actId="478"/>
          <ac:spMkLst>
            <pc:docMk/>
            <pc:sldMk cId="2528521095" sldId="425"/>
            <ac:spMk id="6" creationId="{DB90D69F-47CB-17D1-4419-77ACEFF2F3E4}"/>
          </ac:spMkLst>
        </pc:spChg>
        <pc:picChg chg="add mod modCrop">
          <ac:chgData name="Adrian Gould" userId="0a44525a-5416-41c1-827b-f073cee28c70" providerId="ADAL" clId="{75C9CA9B-51BC-44C9-B107-4A70EB35575B}" dt="2024-02-08T08:33:20.893" v="715" actId="1076"/>
          <ac:picMkLst>
            <pc:docMk/>
            <pc:sldMk cId="2528521095" sldId="425"/>
            <ac:picMk id="5" creationId="{A78B76F5-DCC1-7250-CABD-EB6EBE39AE8C}"/>
          </ac:picMkLst>
        </pc:picChg>
        <pc:picChg chg="add mod modCrop">
          <ac:chgData name="Adrian Gould" userId="0a44525a-5416-41c1-827b-f073cee28c70" providerId="ADAL" clId="{75C9CA9B-51BC-44C9-B107-4A70EB35575B}" dt="2024-02-08T08:33:19.008" v="714" actId="1076"/>
          <ac:picMkLst>
            <pc:docMk/>
            <pc:sldMk cId="2528521095" sldId="425"/>
            <ac:picMk id="8" creationId="{83655416-8A6F-9681-D094-F1702B4C9A34}"/>
          </ac:picMkLst>
        </pc:picChg>
      </pc:sldChg>
      <pc:sldChg chg="addSp delSp modSp add mod">
        <pc:chgData name="Adrian Gould" userId="0a44525a-5416-41c1-827b-f073cee28c70" providerId="ADAL" clId="{75C9CA9B-51BC-44C9-B107-4A70EB35575B}" dt="2024-02-08T09:08:08.235" v="3206" actId="1076"/>
        <pc:sldMkLst>
          <pc:docMk/>
          <pc:sldMk cId="1520122795" sldId="426"/>
        </pc:sldMkLst>
        <pc:spChg chg="mod">
          <ac:chgData name="Adrian Gould" userId="0a44525a-5416-41c1-827b-f073cee28c70" providerId="ADAL" clId="{75C9CA9B-51BC-44C9-B107-4A70EB35575B}" dt="2024-02-08T08:34:11.481" v="760" actId="20577"/>
          <ac:spMkLst>
            <pc:docMk/>
            <pc:sldMk cId="1520122795" sldId="426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8T09:08:02.163" v="3205" actId="2711"/>
          <ac:spMkLst>
            <pc:docMk/>
            <pc:sldMk cId="1520122795" sldId="426"/>
            <ac:spMk id="3" creationId="{EE53FE40-4CB6-3C4D-D3DD-058AFFE118A3}"/>
          </ac:spMkLst>
        </pc:spChg>
        <pc:picChg chg="del">
          <ac:chgData name="Adrian Gould" userId="0a44525a-5416-41c1-827b-f073cee28c70" providerId="ADAL" clId="{75C9CA9B-51BC-44C9-B107-4A70EB35575B}" dt="2024-02-08T08:34:18.705" v="762" actId="478"/>
          <ac:picMkLst>
            <pc:docMk/>
            <pc:sldMk cId="1520122795" sldId="426"/>
            <ac:picMk id="5" creationId="{0E9711A2-3728-B9FE-BAFC-079DD21B95A3}"/>
          </ac:picMkLst>
        </pc:picChg>
        <pc:picChg chg="add mod">
          <ac:chgData name="Adrian Gould" userId="0a44525a-5416-41c1-827b-f073cee28c70" providerId="ADAL" clId="{75C9CA9B-51BC-44C9-B107-4A70EB35575B}" dt="2024-02-08T09:08:08.235" v="3206" actId="1076"/>
          <ac:picMkLst>
            <pc:docMk/>
            <pc:sldMk cId="1520122795" sldId="426"/>
            <ac:picMk id="6" creationId="{AF936235-66B0-62A5-1EAF-8DAE29745C8C}"/>
          </ac:picMkLst>
        </pc:picChg>
      </pc:sldChg>
      <pc:sldChg chg="add del">
        <pc:chgData name="Adrian Gould" userId="0a44525a-5416-41c1-827b-f073cee28c70" providerId="ADAL" clId="{75C9CA9B-51BC-44C9-B107-4A70EB35575B}" dt="2024-02-08T08:33:49.881" v="739" actId="47"/>
        <pc:sldMkLst>
          <pc:docMk/>
          <pc:sldMk cId="4290246727" sldId="426"/>
        </pc:sldMkLst>
      </pc:sldChg>
      <pc:sldChg chg="modSp add mod">
        <pc:chgData name="Adrian Gould" userId="0a44525a-5416-41c1-827b-f073cee28c70" providerId="ADAL" clId="{75C9CA9B-51BC-44C9-B107-4A70EB35575B}" dt="2024-02-08T09:08:39.664" v="3211" actId="108"/>
        <pc:sldMkLst>
          <pc:docMk/>
          <pc:sldMk cId="3412848051" sldId="427"/>
        </pc:sldMkLst>
        <pc:spChg chg="mod">
          <ac:chgData name="Adrian Gould" userId="0a44525a-5416-41c1-827b-f073cee28c70" providerId="ADAL" clId="{75C9CA9B-51BC-44C9-B107-4A70EB35575B}" dt="2024-02-08T09:08:39.664" v="3211" actId="108"/>
          <ac:spMkLst>
            <pc:docMk/>
            <pc:sldMk cId="3412848051" sldId="427"/>
            <ac:spMk id="3" creationId="{EE53FE40-4CB6-3C4D-D3DD-058AFFE118A3}"/>
          </ac:spMkLst>
        </pc:spChg>
      </pc:sldChg>
      <pc:sldChg chg="addSp delSp modSp add mod">
        <pc:chgData name="Adrian Gould" userId="0a44525a-5416-41c1-827b-f073cee28c70" providerId="ADAL" clId="{75C9CA9B-51BC-44C9-B107-4A70EB35575B}" dt="2024-02-09T01:17:22.395" v="6162" actId="14100"/>
        <pc:sldMkLst>
          <pc:docMk/>
          <pc:sldMk cId="3660558413" sldId="428"/>
        </pc:sldMkLst>
        <pc:spChg chg="mod">
          <ac:chgData name="Adrian Gould" userId="0a44525a-5416-41c1-827b-f073cee28c70" providerId="ADAL" clId="{75C9CA9B-51BC-44C9-B107-4A70EB35575B}" dt="2024-02-08T09:00:48.565" v="2422" actId="21"/>
          <ac:spMkLst>
            <pc:docMk/>
            <pc:sldMk cId="3660558413" sldId="428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8T09:00:55.139" v="2424" actId="27636"/>
          <ac:spMkLst>
            <pc:docMk/>
            <pc:sldMk cId="3660558413" sldId="428"/>
            <ac:spMk id="3" creationId="{EE53FE40-4CB6-3C4D-D3DD-058AFFE118A3}"/>
          </ac:spMkLst>
        </pc:spChg>
        <pc:spChg chg="add del mod">
          <ac:chgData name="Adrian Gould" userId="0a44525a-5416-41c1-827b-f073cee28c70" providerId="ADAL" clId="{75C9CA9B-51BC-44C9-B107-4A70EB35575B}" dt="2024-02-08T08:51:39.112" v="1845" actId="478"/>
          <ac:spMkLst>
            <pc:docMk/>
            <pc:sldMk cId="3660558413" sldId="428"/>
            <ac:spMk id="9" creationId="{0BA68D21-120C-D2EE-D680-20891ED2582C}"/>
          </ac:spMkLst>
        </pc:spChg>
        <pc:spChg chg="add mod">
          <ac:chgData name="Adrian Gould" userId="0a44525a-5416-41c1-827b-f073cee28c70" providerId="ADAL" clId="{75C9CA9B-51BC-44C9-B107-4A70EB35575B}" dt="2024-02-09T01:17:22.395" v="6162" actId="14100"/>
          <ac:spMkLst>
            <pc:docMk/>
            <pc:sldMk cId="3660558413" sldId="428"/>
            <ac:spMk id="10" creationId="{9F657B73-B869-22D8-4F8C-D68CD0775C40}"/>
          </ac:spMkLst>
        </pc:spChg>
        <pc:spChg chg="add mod">
          <ac:chgData name="Adrian Gould" userId="0a44525a-5416-41c1-827b-f073cee28c70" providerId="ADAL" clId="{75C9CA9B-51BC-44C9-B107-4A70EB35575B}" dt="2024-02-08T08:53:32.227" v="1871" actId="1076"/>
          <ac:spMkLst>
            <pc:docMk/>
            <pc:sldMk cId="3660558413" sldId="428"/>
            <ac:spMk id="12" creationId="{7635B6E0-D6C2-C667-3173-0867B25A718C}"/>
          </ac:spMkLst>
        </pc:spChg>
        <pc:picChg chg="add del mod">
          <ac:chgData name="Adrian Gould" userId="0a44525a-5416-41c1-827b-f073cee28c70" providerId="ADAL" clId="{75C9CA9B-51BC-44C9-B107-4A70EB35575B}" dt="2024-02-08T08:49:04.731" v="1540" actId="478"/>
          <ac:picMkLst>
            <pc:docMk/>
            <pc:sldMk cId="3660558413" sldId="428"/>
            <ac:picMk id="5" creationId="{0BE40B48-C763-0C66-6945-96A67576A96F}"/>
          </ac:picMkLst>
        </pc:picChg>
        <pc:picChg chg="del">
          <ac:chgData name="Adrian Gould" userId="0a44525a-5416-41c1-827b-f073cee28c70" providerId="ADAL" clId="{75C9CA9B-51BC-44C9-B107-4A70EB35575B}" dt="2024-02-08T08:43:31.841" v="1182" actId="478"/>
          <ac:picMkLst>
            <pc:docMk/>
            <pc:sldMk cId="3660558413" sldId="428"/>
            <ac:picMk id="6" creationId="{AF936235-66B0-62A5-1EAF-8DAE29745C8C}"/>
          </ac:picMkLst>
        </pc:picChg>
        <pc:picChg chg="add del mod">
          <ac:chgData name="Adrian Gould" userId="0a44525a-5416-41c1-827b-f073cee28c70" providerId="ADAL" clId="{75C9CA9B-51BC-44C9-B107-4A70EB35575B}" dt="2024-02-08T08:44:47.458" v="1201" actId="478"/>
          <ac:picMkLst>
            <pc:docMk/>
            <pc:sldMk cId="3660558413" sldId="428"/>
            <ac:picMk id="8" creationId="{44561644-3744-B2DA-62C3-C6A4DB7EE68C}"/>
          </ac:picMkLst>
        </pc:picChg>
      </pc:sldChg>
      <pc:sldChg chg="delSp modSp add mod">
        <pc:chgData name="Adrian Gould" userId="0a44525a-5416-41c1-827b-f073cee28c70" providerId="ADAL" clId="{75C9CA9B-51BC-44C9-B107-4A70EB35575B}" dt="2024-02-09T00:40:15.448" v="4143" actId="20577"/>
        <pc:sldMkLst>
          <pc:docMk/>
          <pc:sldMk cId="360880919" sldId="429"/>
        </pc:sldMkLst>
        <pc:spChg chg="mod">
          <ac:chgData name="Adrian Gould" userId="0a44525a-5416-41c1-827b-f073cee28c70" providerId="ADAL" clId="{75C9CA9B-51BC-44C9-B107-4A70EB35575B}" dt="2024-02-09T00:40:15.448" v="4143" actId="20577"/>
          <ac:spMkLst>
            <pc:docMk/>
            <pc:sldMk cId="360880919" sldId="429"/>
            <ac:spMk id="3" creationId="{EE53FE40-4CB6-3C4D-D3DD-058AFFE118A3}"/>
          </ac:spMkLst>
        </pc:spChg>
        <pc:picChg chg="del">
          <ac:chgData name="Adrian Gould" userId="0a44525a-5416-41c1-827b-f073cee28c70" providerId="ADAL" clId="{75C9CA9B-51BC-44C9-B107-4A70EB35575B}" dt="2024-02-08T08:45:27.409" v="1242" actId="478"/>
          <ac:picMkLst>
            <pc:docMk/>
            <pc:sldMk cId="360880919" sldId="429"/>
            <ac:picMk id="5" creationId="{0BE40B48-C763-0C66-6945-96A67576A96F}"/>
          </ac:picMkLst>
        </pc:picChg>
        <pc:picChg chg="mod modCrop">
          <ac:chgData name="Adrian Gould" userId="0a44525a-5416-41c1-827b-f073cee28c70" providerId="ADAL" clId="{75C9CA9B-51BC-44C9-B107-4A70EB35575B}" dt="2024-02-08T09:23:30.305" v="3618" actId="14100"/>
          <ac:picMkLst>
            <pc:docMk/>
            <pc:sldMk cId="360880919" sldId="429"/>
            <ac:picMk id="8" creationId="{44561644-3744-B2DA-62C3-C6A4DB7EE68C}"/>
          </ac:picMkLst>
        </pc:picChg>
      </pc:sldChg>
      <pc:sldChg chg="addSp delSp modSp add mod">
        <pc:chgData name="Adrian Gould" userId="0a44525a-5416-41c1-827b-f073cee28c70" providerId="ADAL" clId="{75C9CA9B-51BC-44C9-B107-4A70EB35575B}" dt="2024-02-08T09:22:55.402" v="3605" actId="14100"/>
        <pc:sldMkLst>
          <pc:docMk/>
          <pc:sldMk cId="2717021529" sldId="430"/>
        </pc:sldMkLst>
        <pc:spChg chg="mod">
          <ac:chgData name="Adrian Gould" userId="0a44525a-5416-41c1-827b-f073cee28c70" providerId="ADAL" clId="{75C9CA9B-51BC-44C9-B107-4A70EB35575B}" dt="2024-02-08T08:48:03.228" v="1401" actId="20577"/>
          <ac:spMkLst>
            <pc:docMk/>
            <pc:sldMk cId="2717021529" sldId="430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8T09:22:47.126" v="3603" actId="6549"/>
          <ac:spMkLst>
            <pc:docMk/>
            <pc:sldMk cId="2717021529" sldId="430"/>
            <ac:spMk id="3" creationId="{EE53FE40-4CB6-3C4D-D3DD-058AFFE118A3}"/>
          </ac:spMkLst>
        </pc:spChg>
        <pc:picChg chg="add mod">
          <ac:chgData name="Adrian Gould" userId="0a44525a-5416-41c1-827b-f073cee28c70" providerId="ADAL" clId="{75C9CA9B-51BC-44C9-B107-4A70EB35575B}" dt="2024-02-08T09:22:55.402" v="3605" actId="14100"/>
          <ac:picMkLst>
            <pc:docMk/>
            <pc:sldMk cId="2717021529" sldId="430"/>
            <ac:picMk id="5" creationId="{14E65F06-BB80-EE6F-160A-2C8FA9B2D47B}"/>
          </ac:picMkLst>
        </pc:picChg>
        <pc:picChg chg="del">
          <ac:chgData name="Adrian Gould" userId="0a44525a-5416-41c1-827b-f073cee28c70" providerId="ADAL" clId="{75C9CA9B-51BC-44C9-B107-4A70EB35575B}" dt="2024-02-08T08:47:42.946" v="1377" actId="478"/>
          <ac:picMkLst>
            <pc:docMk/>
            <pc:sldMk cId="2717021529" sldId="430"/>
            <ac:picMk id="8" creationId="{44561644-3744-B2DA-62C3-C6A4DB7EE68C}"/>
          </ac:picMkLst>
        </pc:picChg>
      </pc:sldChg>
      <pc:sldChg chg="delSp modSp add mod">
        <pc:chgData name="Adrian Gould" userId="0a44525a-5416-41c1-827b-f073cee28c70" providerId="ADAL" clId="{75C9CA9B-51BC-44C9-B107-4A70EB35575B}" dt="2024-02-09T01:20:12.066" v="6201" actId="20577"/>
        <pc:sldMkLst>
          <pc:docMk/>
          <pc:sldMk cId="2689182222" sldId="431"/>
        </pc:sldMkLst>
        <pc:spChg chg="mod">
          <ac:chgData name="Adrian Gould" userId="0a44525a-5416-41c1-827b-f073cee28c70" providerId="ADAL" clId="{75C9CA9B-51BC-44C9-B107-4A70EB35575B}" dt="2024-02-09T01:20:12.066" v="6201" actId="20577"/>
          <ac:spMkLst>
            <pc:docMk/>
            <pc:sldMk cId="2689182222" sldId="431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1:19:40.847" v="6182" actId="27636"/>
          <ac:spMkLst>
            <pc:docMk/>
            <pc:sldMk cId="2689182222" sldId="431"/>
            <ac:spMk id="3" creationId="{EE53FE40-4CB6-3C4D-D3DD-058AFFE118A3}"/>
          </ac:spMkLst>
        </pc:spChg>
        <pc:picChg chg="del">
          <ac:chgData name="Adrian Gould" userId="0a44525a-5416-41c1-827b-f073cee28c70" providerId="ADAL" clId="{75C9CA9B-51BC-44C9-B107-4A70EB35575B}" dt="2024-02-09T01:04:13.858" v="5339" actId="478"/>
          <ac:picMkLst>
            <pc:docMk/>
            <pc:sldMk cId="2689182222" sldId="431"/>
            <ac:picMk id="5" creationId="{14E65F06-BB80-EE6F-160A-2C8FA9B2D47B}"/>
          </ac:picMkLst>
        </pc:picChg>
      </pc:sldChg>
      <pc:sldChg chg="modSp add del mod">
        <pc:chgData name="Adrian Gould" userId="0a44525a-5416-41c1-827b-f073cee28c70" providerId="ADAL" clId="{75C9CA9B-51BC-44C9-B107-4A70EB35575B}" dt="2024-02-09T01:02:42.360" v="5121" actId="2696"/>
        <pc:sldMkLst>
          <pc:docMk/>
          <pc:sldMk cId="4047146055" sldId="431"/>
        </pc:sldMkLst>
        <pc:spChg chg="mod">
          <ac:chgData name="Adrian Gould" userId="0a44525a-5416-41c1-827b-f073cee28c70" providerId="ADAL" clId="{75C9CA9B-51BC-44C9-B107-4A70EB35575B}" dt="2024-02-08T08:48:17.283" v="1434" actId="20577"/>
          <ac:spMkLst>
            <pc:docMk/>
            <pc:sldMk cId="4047146055" sldId="431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0:58:47.128" v="4994" actId="6549"/>
          <ac:spMkLst>
            <pc:docMk/>
            <pc:sldMk cId="4047146055" sldId="431"/>
            <ac:spMk id="3" creationId="{EE53FE40-4CB6-3C4D-D3DD-058AFFE118A3}"/>
          </ac:spMkLst>
        </pc:spChg>
        <pc:picChg chg="mod">
          <ac:chgData name="Adrian Gould" userId="0a44525a-5416-41c1-827b-f073cee28c70" providerId="ADAL" clId="{75C9CA9B-51BC-44C9-B107-4A70EB35575B}" dt="2024-02-09T00:58:33.353" v="4985" actId="1076"/>
          <ac:picMkLst>
            <pc:docMk/>
            <pc:sldMk cId="4047146055" sldId="431"/>
            <ac:picMk id="5" creationId="{14E65F06-BB80-EE6F-160A-2C8FA9B2D47B}"/>
          </ac:picMkLst>
        </pc:picChg>
      </pc:sldChg>
      <pc:sldChg chg="modSp add mod">
        <pc:chgData name="Adrian Gould" userId="0a44525a-5416-41c1-827b-f073cee28c70" providerId="ADAL" clId="{75C9CA9B-51BC-44C9-B107-4A70EB35575B}" dt="2024-02-08T09:17:40.085" v="3421" actId="207"/>
        <pc:sldMkLst>
          <pc:docMk/>
          <pc:sldMk cId="1394011200" sldId="432"/>
        </pc:sldMkLst>
        <pc:spChg chg="mod">
          <ac:chgData name="Adrian Gould" userId="0a44525a-5416-41c1-827b-f073cee28c70" providerId="ADAL" clId="{75C9CA9B-51BC-44C9-B107-4A70EB35575B}" dt="2024-02-08T09:17:40.085" v="3421" actId="207"/>
          <ac:spMkLst>
            <pc:docMk/>
            <pc:sldMk cId="1394011200" sldId="432"/>
            <ac:spMk id="3" creationId="{EE53FE40-4CB6-3C4D-D3DD-058AFFE118A3}"/>
          </ac:spMkLst>
        </pc:spChg>
      </pc:sldChg>
      <pc:sldChg chg="delSp modSp add mod">
        <pc:chgData name="Adrian Gould" userId="0a44525a-5416-41c1-827b-f073cee28c70" providerId="ADAL" clId="{75C9CA9B-51BC-44C9-B107-4A70EB35575B}" dt="2024-02-09T01:01:18.754" v="5074" actId="14"/>
        <pc:sldMkLst>
          <pc:docMk/>
          <pc:sldMk cId="3789016548" sldId="433"/>
        </pc:sldMkLst>
        <pc:spChg chg="mod">
          <ac:chgData name="Adrian Gould" userId="0a44525a-5416-41c1-827b-f073cee28c70" providerId="ADAL" clId="{75C9CA9B-51BC-44C9-B107-4A70EB35575B}" dt="2024-02-08T08:56:58.072" v="2020" actId="20577"/>
          <ac:spMkLst>
            <pc:docMk/>
            <pc:sldMk cId="3789016548" sldId="433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1:01:18.754" v="5074" actId="14"/>
          <ac:spMkLst>
            <pc:docMk/>
            <pc:sldMk cId="3789016548" sldId="433"/>
            <ac:spMk id="3" creationId="{EE53FE40-4CB6-3C4D-D3DD-058AFFE118A3}"/>
          </ac:spMkLst>
        </pc:spChg>
        <pc:picChg chg="del">
          <ac:chgData name="Adrian Gould" userId="0a44525a-5416-41c1-827b-f073cee28c70" providerId="ADAL" clId="{75C9CA9B-51BC-44C9-B107-4A70EB35575B}" dt="2024-02-08T08:59:18.256" v="2240" actId="478"/>
          <ac:picMkLst>
            <pc:docMk/>
            <pc:sldMk cId="3789016548" sldId="433"/>
            <ac:picMk id="5" creationId="{14E65F06-BB80-EE6F-160A-2C8FA9B2D47B}"/>
          </ac:picMkLst>
        </pc:picChg>
      </pc:sldChg>
      <pc:sldChg chg="delSp modSp add mod ord">
        <pc:chgData name="Adrian Gould" userId="0a44525a-5416-41c1-827b-f073cee28c70" providerId="ADAL" clId="{75C9CA9B-51BC-44C9-B107-4A70EB35575B}" dt="2024-02-09T00:51:37.200" v="4665" actId="20577"/>
        <pc:sldMkLst>
          <pc:docMk/>
          <pc:sldMk cId="271645923" sldId="434"/>
        </pc:sldMkLst>
        <pc:spChg chg="mod">
          <ac:chgData name="Adrian Gould" userId="0a44525a-5416-41c1-827b-f073cee28c70" providerId="ADAL" clId="{75C9CA9B-51BC-44C9-B107-4A70EB35575B}" dt="2024-02-08T08:57:17.714" v="2056" actId="20577"/>
          <ac:spMkLst>
            <pc:docMk/>
            <pc:sldMk cId="271645923" sldId="434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0:51:37.200" v="4665" actId="20577"/>
          <ac:spMkLst>
            <pc:docMk/>
            <pc:sldMk cId="271645923" sldId="434"/>
            <ac:spMk id="3" creationId="{EE53FE40-4CB6-3C4D-D3DD-058AFFE118A3}"/>
          </ac:spMkLst>
        </pc:spChg>
        <pc:spChg chg="del">
          <ac:chgData name="Adrian Gould" userId="0a44525a-5416-41c1-827b-f073cee28c70" providerId="ADAL" clId="{75C9CA9B-51BC-44C9-B107-4A70EB35575B}" dt="2024-02-08T08:57:48.739" v="2184" actId="478"/>
          <ac:spMkLst>
            <pc:docMk/>
            <pc:sldMk cId="271645923" sldId="434"/>
            <ac:spMk id="10" creationId="{9F657B73-B869-22D8-4F8C-D68CD0775C40}"/>
          </ac:spMkLst>
        </pc:spChg>
        <pc:spChg chg="del">
          <ac:chgData name="Adrian Gould" userId="0a44525a-5416-41c1-827b-f073cee28c70" providerId="ADAL" clId="{75C9CA9B-51BC-44C9-B107-4A70EB35575B}" dt="2024-02-08T08:57:51.415" v="2185" actId="478"/>
          <ac:spMkLst>
            <pc:docMk/>
            <pc:sldMk cId="271645923" sldId="434"/>
            <ac:spMk id="12" creationId="{7635B6E0-D6C2-C667-3173-0867B25A718C}"/>
          </ac:spMkLst>
        </pc:spChg>
      </pc:sldChg>
      <pc:sldChg chg="del">
        <pc:chgData name="Adrian Gould" userId="0a44525a-5416-41c1-827b-f073cee28c70" providerId="ADAL" clId="{75C9CA9B-51BC-44C9-B107-4A70EB35575B}" dt="2024-02-08T08:08:30.368" v="69" actId="47"/>
        <pc:sldMkLst>
          <pc:docMk/>
          <pc:sldMk cId="954918584" sldId="434"/>
        </pc:sldMkLst>
      </pc:sldChg>
      <pc:sldChg chg="addSp modSp add mod ord">
        <pc:chgData name="Adrian Gould" userId="0a44525a-5416-41c1-827b-f073cee28c70" providerId="ADAL" clId="{75C9CA9B-51BC-44C9-B107-4A70EB35575B}" dt="2024-02-09T00:37:31.895" v="4104" actId="171"/>
        <pc:sldMkLst>
          <pc:docMk/>
          <pc:sldMk cId="2471778472" sldId="435"/>
        </pc:sldMkLst>
        <pc:spChg chg="mod">
          <ac:chgData name="Adrian Gould" userId="0a44525a-5416-41c1-827b-f073cee28c70" providerId="ADAL" clId="{75C9CA9B-51BC-44C9-B107-4A70EB35575B}" dt="2024-02-08T08:59:38.257" v="2260" actId="20577"/>
          <ac:spMkLst>
            <pc:docMk/>
            <pc:sldMk cId="2471778472" sldId="435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0:36:51.831" v="4098" actId="207"/>
          <ac:spMkLst>
            <pc:docMk/>
            <pc:sldMk cId="2471778472" sldId="435"/>
            <ac:spMk id="3" creationId="{EE53FE40-4CB6-3C4D-D3DD-058AFFE118A3}"/>
          </ac:spMkLst>
        </pc:spChg>
        <pc:spChg chg="add mod ord">
          <ac:chgData name="Adrian Gould" userId="0a44525a-5416-41c1-827b-f073cee28c70" providerId="ADAL" clId="{75C9CA9B-51BC-44C9-B107-4A70EB35575B}" dt="2024-02-09T00:37:31.895" v="4104" actId="171"/>
          <ac:spMkLst>
            <pc:docMk/>
            <pc:sldMk cId="2471778472" sldId="435"/>
            <ac:spMk id="4" creationId="{29F0D939-E4A7-061E-C394-017411E1BB64}"/>
          </ac:spMkLst>
        </pc:spChg>
      </pc:sldChg>
      <pc:sldChg chg="del">
        <pc:chgData name="Adrian Gould" userId="0a44525a-5416-41c1-827b-f073cee28c70" providerId="ADAL" clId="{75C9CA9B-51BC-44C9-B107-4A70EB35575B}" dt="2024-02-08T08:08:31.469" v="70" actId="47"/>
        <pc:sldMkLst>
          <pc:docMk/>
          <pc:sldMk cId="3704233763" sldId="435"/>
        </pc:sldMkLst>
      </pc:sldChg>
      <pc:sldChg chg="modSp add mod">
        <pc:chgData name="Adrian Gould" userId="0a44525a-5416-41c1-827b-f073cee28c70" providerId="ADAL" clId="{75C9CA9B-51BC-44C9-B107-4A70EB35575B}" dt="2024-02-08T09:09:04.699" v="3214" actId="20577"/>
        <pc:sldMkLst>
          <pc:docMk/>
          <pc:sldMk cId="3270266491" sldId="436"/>
        </pc:sldMkLst>
        <pc:spChg chg="mod">
          <ac:chgData name="Adrian Gould" userId="0a44525a-5416-41c1-827b-f073cee28c70" providerId="ADAL" clId="{75C9CA9B-51BC-44C9-B107-4A70EB35575B}" dt="2024-02-08T09:01:38.263" v="2436" actId="20577"/>
          <ac:spMkLst>
            <pc:docMk/>
            <pc:sldMk cId="3270266491" sldId="436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8T09:09:04.699" v="3214" actId="20577"/>
          <ac:spMkLst>
            <pc:docMk/>
            <pc:sldMk cId="3270266491" sldId="436"/>
            <ac:spMk id="3" creationId="{EE53FE40-4CB6-3C4D-D3DD-058AFFE118A3}"/>
          </ac:spMkLst>
        </pc:spChg>
      </pc:sldChg>
      <pc:sldChg chg="del">
        <pc:chgData name="Adrian Gould" userId="0a44525a-5416-41c1-827b-f073cee28c70" providerId="ADAL" clId="{75C9CA9B-51BC-44C9-B107-4A70EB35575B}" dt="2024-02-08T08:08:32.523" v="71" actId="47"/>
        <pc:sldMkLst>
          <pc:docMk/>
          <pc:sldMk cId="3303059632" sldId="436"/>
        </pc:sldMkLst>
      </pc:sldChg>
      <pc:sldChg chg="addSp modSp add mod modClrScheme chgLayout">
        <pc:chgData name="Adrian Gould" userId="0a44525a-5416-41c1-827b-f073cee28c70" providerId="ADAL" clId="{75C9CA9B-51BC-44C9-B107-4A70EB35575B}" dt="2024-02-09T00:51:09.367" v="4659" actId="27636"/>
        <pc:sldMkLst>
          <pc:docMk/>
          <pc:sldMk cId="1127617739" sldId="437"/>
        </pc:sldMkLst>
        <pc:spChg chg="mod ord">
          <ac:chgData name="Adrian Gould" userId="0a44525a-5416-41c1-827b-f073cee28c70" providerId="ADAL" clId="{75C9CA9B-51BC-44C9-B107-4A70EB35575B}" dt="2024-02-09T00:50:58.509" v="4652" actId="700"/>
          <ac:spMkLst>
            <pc:docMk/>
            <pc:sldMk cId="1127617739" sldId="437"/>
            <ac:spMk id="2" creationId="{E6B49155-D1AA-6FB0-A36C-DF1394C817B8}"/>
          </ac:spMkLst>
        </pc:spChg>
        <pc:spChg chg="mod ord">
          <ac:chgData name="Adrian Gould" userId="0a44525a-5416-41c1-827b-f073cee28c70" providerId="ADAL" clId="{75C9CA9B-51BC-44C9-B107-4A70EB35575B}" dt="2024-02-09T00:51:09.365" v="4658" actId="27636"/>
          <ac:spMkLst>
            <pc:docMk/>
            <pc:sldMk cId="1127617739" sldId="437"/>
            <ac:spMk id="3" creationId="{EE53FE40-4CB6-3C4D-D3DD-058AFFE118A3}"/>
          </ac:spMkLst>
        </pc:spChg>
        <pc:spChg chg="add mod ord">
          <ac:chgData name="Adrian Gould" userId="0a44525a-5416-41c1-827b-f073cee28c70" providerId="ADAL" clId="{75C9CA9B-51BC-44C9-B107-4A70EB35575B}" dt="2024-02-09T00:51:09.367" v="4659" actId="27636"/>
          <ac:spMkLst>
            <pc:docMk/>
            <pc:sldMk cId="1127617739" sldId="437"/>
            <ac:spMk id="4" creationId="{B3CC06DF-9153-4300-F924-D6DD870263EB}"/>
          </ac:spMkLst>
        </pc:spChg>
      </pc:sldChg>
      <pc:sldChg chg="del">
        <pc:chgData name="Adrian Gould" userId="0a44525a-5416-41c1-827b-f073cee28c70" providerId="ADAL" clId="{75C9CA9B-51BC-44C9-B107-4A70EB35575B}" dt="2024-02-08T08:08:21.966" v="67" actId="47"/>
        <pc:sldMkLst>
          <pc:docMk/>
          <pc:sldMk cId="3814158279" sldId="437"/>
        </pc:sldMkLst>
      </pc:sldChg>
      <pc:sldChg chg="addSp modSp add mod">
        <pc:chgData name="Adrian Gould" userId="0a44525a-5416-41c1-827b-f073cee28c70" providerId="ADAL" clId="{75C9CA9B-51BC-44C9-B107-4A70EB35575B}" dt="2024-02-09T01:17:08.614" v="6160" actId="14100"/>
        <pc:sldMkLst>
          <pc:docMk/>
          <pc:sldMk cId="485689627" sldId="438"/>
        </pc:sldMkLst>
        <pc:spChg chg="mod">
          <ac:chgData name="Adrian Gould" userId="0a44525a-5416-41c1-827b-f073cee28c70" providerId="ADAL" clId="{75C9CA9B-51BC-44C9-B107-4A70EB35575B}" dt="2024-02-08T09:03:52.386" v="2803" actId="20577"/>
          <ac:spMkLst>
            <pc:docMk/>
            <pc:sldMk cId="485689627" sldId="438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8T09:09:34.451" v="3218" actId="2711"/>
          <ac:spMkLst>
            <pc:docMk/>
            <pc:sldMk cId="485689627" sldId="438"/>
            <ac:spMk id="3" creationId="{EE53FE40-4CB6-3C4D-D3DD-058AFFE118A3}"/>
          </ac:spMkLst>
        </pc:spChg>
        <pc:spChg chg="add mod">
          <ac:chgData name="Adrian Gould" userId="0a44525a-5416-41c1-827b-f073cee28c70" providerId="ADAL" clId="{75C9CA9B-51BC-44C9-B107-4A70EB35575B}" dt="2024-02-09T01:17:08.614" v="6160" actId="14100"/>
          <ac:spMkLst>
            <pc:docMk/>
            <pc:sldMk cId="485689627" sldId="438"/>
            <ac:spMk id="4" creationId="{A5FA240B-AC25-1267-582C-18C0AEDB652F}"/>
          </ac:spMkLst>
        </pc:spChg>
        <pc:spChg chg="add mod">
          <ac:chgData name="Adrian Gould" userId="0a44525a-5416-41c1-827b-f073cee28c70" providerId="ADAL" clId="{75C9CA9B-51BC-44C9-B107-4A70EB35575B}" dt="2024-02-08T09:09:48.904" v="3220" actId="1076"/>
          <ac:spMkLst>
            <pc:docMk/>
            <pc:sldMk cId="485689627" sldId="438"/>
            <ac:spMk id="5" creationId="{4B146554-CA43-0AFC-E22B-3A06C41781E0}"/>
          </ac:spMkLst>
        </pc:spChg>
      </pc:sldChg>
      <pc:sldChg chg="del">
        <pc:chgData name="Adrian Gould" userId="0a44525a-5416-41c1-827b-f073cee28c70" providerId="ADAL" clId="{75C9CA9B-51BC-44C9-B107-4A70EB35575B}" dt="2024-02-08T08:08:27.886" v="68" actId="47"/>
        <pc:sldMkLst>
          <pc:docMk/>
          <pc:sldMk cId="2625281350" sldId="438"/>
        </pc:sldMkLst>
      </pc:sldChg>
      <pc:sldChg chg="addSp modSp add mod modClrScheme chgLayout">
        <pc:chgData name="Adrian Gould" userId="0a44525a-5416-41c1-827b-f073cee28c70" providerId="ADAL" clId="{75C9CA9B-51BC-44C9-B107-4A70EB35575B}" dt="2024-02-09T00:51:16.914" v="4663" actId="27636"/>
        <pc:sldMkLst>
          <pc:docMk/>
          <pc:sldMk cId="720006406" sldId="439"/>
        </pc:sldMkLst>
        <pc:spChg chg="mod ord">
          <ac:chgData name="Adrian Gould" userId="0a44525a-5416-41c1-827b-f073cee28c70" providerId="ADAL" clId="{75C9CA9B-51BC-44C9-B107-4A70EB35575B}" dt="2024-02-09T00:50:44.562" v="4646" actId="700"/>
          <ac:spMkLst>
            <pc:docMk/>
            <pc:sldMk cId="720006406" sldId="439"/>
            <ac:spMk id="2" creationId="{E6B49155-D1AA-6FB0-A36C-DF1394C817B8}"/>
          </ac:spMkLst>
        </pc:spChg>
        <pc:spChg chg="mod ord">
          <ac:chgData name="Adrian Gould" userId="0a44525a-5416-41c1-827b-f073cee28c70" providerId="ADAL" clId="{75C9CA9B-51BC-44C9-B107-4A70EB35575B}" dt="2024-02-09T00:51:16.911" v="4662" actId="27636"/>
          <ac:spMkLst>
            <pc:docMk/>
            <pc:sldMk cId="720006406" sldId="439"/>
            <ac:spMk id="3" creationId="{EE53FE40-4CB6-3C4D-D3DD-058AFFE118A3}"/>
          </ac:spMkLst>
        </pc:spChg>
        <pc:spChg chg="add mod ord">
          <ac:chgData name="Adrian Gould" userId="0a44525a-5416-41c1-827b-f073cee28c70" providerId="ADAL" clId="{75C9CA9B-51BC-44C9-B107-4A70EB35575B}" dt="2024-02-09T00:51:16.914" v="4663" actId="27636"/>
          <ac:spMkLst>
            <pc:docMk/>
            <pc:sldMk cId="720006406" sldId="439"/>
            <ac:spMk id="4" creationId="{169F9A51-1C8C-9056-9E04-6274A246588E}"/>
          </ac:spMkLst>
        </pc:spChg>
      </pc:sldChg>
      <pc:sldChg chg="addSp modSp add mod ord">
        <pc:chgData name="Adrian Gould" userId="0a44525a-5416-41c1-827b-f073cee28c70" providerId="ADAL" clId="{75C9CA9B-51BC-44C9-B107-4A70EB35575B}" dt="2024-02-08T09:20:23.712" v="3507"/>
        <pc:sldMkLst>
          <pc:docMk/>
          <pc:sldMk cId="3268459323" sldId="440"/>
        </pc:sldMkLst>
        <pc:spChg chg="mod">
          <ac:chgData name="Adrian Gould" userId="0a44525a-5416-41c1-827b-f073cee28c70" providerId="ADAL" clId="{75C9CA9B-51BC-44C9-B107-4A70EB35575B}" dt="2024-02-08T09:20:10.317" v="3505" actId="207"/>
          <ac:spMkLst>
            <pc:docMk/>
            <pc:sldMk cId="3268459323" sldId="440"/>
            <ac:spMk id="3" creationId="{EE53FE40-4CB6-3C4D-D3DD-058AFFE118A3}"/>
          </ac:spMkLst>
        </pc:spChg>
        <pc:picChg chg="add mod">
          <ac:chgData name="Adrian Gould" userId="0a44525a-5416-41c1-827b-f073cee28c70" providerId="ADAL" clId="{75C9CA9B-51BC-44C9-B107-4A70EB35575B}" dt="2024-02-08T09:19:44.652" v="3497" actId="1076"/>
          <ac:picMkLst>
            <pc:docMk/>
            <pc:sldMk cId="3268459323" sldId="440"/>
            <ac:picMk id="5" creationId="{11E0F827-8ECF-713C-BC20-86AF3821EDB8}"/>
          </ac:picMkLst>
        </pc:picChg>
      </pc:sldChg>
      <pc:sldChg chg="addSp delSp modSp add mod">
        <pc:chgData name="Adrian Gould" userId="0a44525a-5416-41c1-827b-f073cee28c70" providerId="ADAL" clId="{75C9CA9B-51BC-44C9-B107-4A70EB35575B}" dt="2024-02-09T01:25:36.744" v="6563" actId="478"/>
        <pc:sldMkLst>
          <pc:docMk/>
          <pc:sldMk cId="329381534" sldId="441"/>
        </pc:sldMkLst>
        <pc:spChg chg="mod">
          <ac:chgData name="Adrian Gould" userId="0a44525a-5416-41c1-827b-f073cee28c70" providerId="ADAL" clId="{75C9CA9B-51BC-44C9-B107-4A70EB35575B}" dt="2024-02-09T01:24:50.846" v="6498" actId="20577"/>
          <ac:spMkLst>
            <pc:docMk/>
            <pc:sldMk cId="329381534" sldId="441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1:25:31.502" v="6562" actId="20577"/>
          <ac:spMkLst>
            <pc:docMk/>
            <pc:sldMk cId="329381534" sldId="441"/>
            <ac:spMk id="3" creationId="{EE53FE40-4CB6-3C4D-D3DD-058AFFE118A3}"/>
          </ac:spMkLst>
        </pc:spChg>
        <pc:picChg chg="del mod">
          <ac:chgData name="Adrian Gould" userId="0a44525a-5416-41c1-827b-f073cee28c70" providerId="ADAL" clId="{75C9CA9B-51BC-44C9-B107-4A70EB35575B}" dt="2024-02-08T09:21:50.730" v="3593" actId="478"/>
          <ac:picMkLst>
            <pc:docMk/>
            <pc:sldMk cId="329381534" sldId="441"/>
            <ac:picMk id="5" creationId="{14E65F06-BB80-EE6F-160A-2C8FA9B2D47B}"/>
          </ac:picMkLst>
        </pc:picChg>
        <pc:picChg chg="add del mod">
          <ac:chgData name="Adrian Gould" userId="0a44525a-5416-41c1-827b-f073cee28c70" providerId="ADAL" clId="{75C9CA9B-51BC-44C9-B107-4A70EB35575B}" dt="2024-02-09T01:25:36.744" v="6563" actId="478"/>
          <ac:picMkLst>
            <pc:docMk/>
            <pc:sldMk cId="329381534" sldId="441"/>
            <ac:picMk id="6" creationId="{A4AEFFB8-DBB1-7038-2F3A-CC2BBBA55E01}"/>
          </ac:picMkLst>
        </pc:picChg>
      </pc:sldChg>
      <pc:sldChg chg="delSp modSp add mod">
        <pc:chgData name="Adrian Gould" userId="0a44525a-5416-41c1-827b-f073cee28c70" providerId="ADAL" clId="{75C9CA9B-51BC-44C9-B107-4A70EB35575B}" dt="2024-02-08T09:27:25.799" v="4039" actId="20577"/>
        <pc:sldMkLst>
          <pc:docMk/>
          <pc:sldMk cId="3931681323" sldId="442"/>
        </pc:sldMkLst>
        <pc:spChg chg="mod">
          <ac:chgData name="Adrian Gould" userId="0a44525a-5416-41c1-827b-f073cee28c70" providerId="ADAL" clId="{75C9CA9B-51BC-44C9-B107-4A70EB35575B}" dt="2024-02-08T09:25:39.535" v="3834" actId="20577"/>
          <ac:spMkLst>
            <pc:docMk/>
            <pc:sldMk cId="3931681323" sldId="442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8T09:27:25.799" v="4039" actId="20577"/>
          <ac:spMkLst>
            <pc:docMk/>
            <pc:sldMk cId="3931681323" sldId="442"/>
            <ac:spMk id="3" creationId="{EE53FE40-4CB6-3C4D-D3DD-058AFFE118A3}"/>
          </ac:spMkLst>
        </pc:spChg>
        <pc:picChg chg="del">
          <ac:chgData name="Adrian Gould" userId="0a44525a-5416-41c1-827b-f073cee28c70" providerId="ADAL" clId="{75C9CA9B-51BC-44C9-B107-4A70EB35575B}" dt="2024-02-08T09:25:40.746" v="3835" actId="478"/>
          <ac:picMkLst>
            <pc:docMk/>
            <pc:sldMk cId="3931681323" sldId="442"/>
            <ac:picMk id="6" creationId="{AF936235-66B0-62A5-1EAF-8DAE29745C8C}"/>
          </ac:picMkLst>
        </pc:picChg>
      </pc:sldChg>
      <pc:sldChg chg="addSp delSp modSp add mod">
        <pc:chgData name="Adrian Gould" userId="0a44525a-5416-41c1-827b-f073cee28c70" providerId="ADAL" clId="{75C9CA9B-51BC-44C9-B107-4A70EB35575B}" dt="2024-02-09T00:41:51.418" v="4183" actId="14100"/>
        <pc:sldMkLst>
          <pc:docMk/>
          <pc:sldMk cId="2920228334" sldId="443"/>
        </pc:sldMkLst>
        <pc:spChg chg="mod">
          <ac:chgData name="Adrian Gould" userId="0a44525a-5416-41c1-827b-f073cee28c70" providerId="ADAL" clId="{75C9CA9B-51BC-44C9-B107-4A70EB35575B}" dt="2024-02-09T00:40:51.339" v="4179" actId="27636"/>
          <ac:spMkLst>
            <pc:docMk/>
            <pc:sldMk cId="2920228334" sldId="443"/>
            <ac:spMk id="3" creationId="{EE53FE40-4CB6-3C4D-D3DD-058AFFE118A3}"/>
          </ac:spMkLst>
        </pc:spChg>
        <pc:picChg chg="add mod">
          <ac:chgData name="Adrian Gould" userId="0a44525a-5416-41c1-827b-f073cee28c70" providerId="ADAL" clId="{75C9CA9B-51BC-44C9-B107-4A70EB35575B}" dt="2024-02-09T00:41:51.418" v="4183" actId="14100"/>
          <ac:picMkLst>
            <pc:docMk/>
            <pc:sldMk cId="2920228334" sldId="443"/>
            <ac:picMk id="5" creationId="{D51F72B3-3DA7-2E1E-BA8D-05A02703EB29}"/>
          </ac:picMkLst>
        </pc:picChg>
        <pc:picChg chg="del">
          <ac:chgData name="Adrian Gould" userId="0a44525a-5416-41c1-827b-f073cee28c70" providerId="ADAL" clId="{75C9CA9B-51BC-44C9-B107-4A70EB35575B}" dt="2024-02-09T00:41:41.289" v="4180" actId="478"/>
          <ac:picMkLst>
            <pc:docMk/>
            <pc:sldMk cId="2920228334" sldId="443"/>
            <ac:picMk id="8" creationId="{44561644-3744-B2DA-62C3-C6A4DB7EE68C}"/>
          </ac:picMkLst>
        </pc:picChg>
      </pc:sldChg>
      <pc:sldChg chg="modSp mod">
        <pc:chgData name="Adrian Gould" userId="0a44525a-5416-41c1-827b-f073cee28c70" providerId="ADAL" clId="{75C9CA9B-51BC-44C9-B107-4A70EB35575B}" dt="2024-02-09T00:35:06.659" v="4069" actId="20577"/>
        <pc:sldMkLst>
          <pc:docMk/>
          <pc:sldMk cId="4187022023" sldId="444"/>
        </pc:sldMkLst>
        <pc:spChg chg="mod">
          <ac:chgData name="Adrian Gould" userId="0a44525a-5416-41c1-827b-f073cee28c70" providerId="ADAL" clId="{75C9CA9B-51BC-44C9-B107-4A70EB35575B}" dt="2024-02-09T00:35:06.659" v="4069" actId="20577"/>
          <ac:spMkLst>
            <pc:docMk/>
            <pc:sldMk cId="4187022023" sldId="444"/>
            <ac:spMk id="28" creationId="{065F1D14-4430-FC90-3C26-E7C64BE29869}"/>
          </ac:spMkLst>
        </pc:spChg>
      </pc:sldChg>
      <pc:sldChg chg="modSp add mod">
        <pc:chgData name="Adrian Gould" userId="0a44525a-5416-41c1-827b-f073cee28c70" providerId="ADAL" clId="{75C9CA9B-51BC-44C9-B107-4A70EB35575B}" dt="2024-02-09T00:35:50.948" v="4096" actId="20577"/>
        <pc:sldMkLst>
          <pc:docMk/>
          <pc:sldMk cId="991445924" sldId="445"/>
        </pc:sldMkLst>
        <pc:spChg chg="mod">
          <ac:chgData name="Adrian Gould" userId="0a44525a-5416-41c1-827b-f073cee28c70" providerId="ADAL" clId="{75C9CA9B-51BC-44C9-B107-4A70EB35575B}" dt="2024-02-09T00:35:50.948" v="4096" actId="20577"/>
          <ac:spMkLst>
            <pc:docMk/>
            <pc:sldMk cId="991445924" sldId="445"/>
            <ac:spMk id="28" creationId="{065F1D14-4430-FC90-3C26-E7C64BE29869}"/>
          </ac:spMkLst>
        </pc:spChg>
      </pc:sldChg>
      <pc:sldChg chg="modSp add mod">
        <pc:chgData name="Adrian Gould" userId="0a44525a-5416-41c1-827b-f073cee28c70" providerId="ADAL" clId="{75C9CA9B-51BC-44C9-B107-4A70EB35575B}" dt="2024-02-09T00:37:53.023" v="4132" actId="20577"/>
        <pc:sldMkLst>
          <pc:docMk/>
          <pc:sldMk cId="3881129510" sldId="446"/>
        </pc:sldMkLst>
        <pc:spChg chg="mod">
          <ac:chgData name="Adrian Gould" userId="0a44525a-5416-41c1-827b-f073cee28c70" providerId="ADAL" clId="{75C9CA9B-51BC-44C9-B107-4A70EB35575B}" dt="2024-02-09T00:37:53.023" v="4132" actId="20577"/>
          <ac:spMkLst>
            <pc:docMk/>
            <pc:sldMk cId="3881129510" sldId="446"/>
            <ac:spMk id="28" creationId="{065F1D14-4430-FC90-3C26-E7C64BE29869}"/>
          </ac:spMkLst>
        </pc:spChg>
      </pc:sldChg>
      <pc:sldChg chg="modSp add mod">
        <pc:chgData name="Adrian Gould" userId="0a44525a-5416-41c1-827b-f073cee28c70" providerId="ADAL" clId="{75C9CA9B-51BC-44C9-B107-4A70EB35575B}" dt="2024-02-09T00:42:44.363" v="4214" actId="20577"/>
        <pc:sldMkLst>
          <pc:docMk/>
          <pc:sldMk cId="1153488172" sldId="447"/>
        </pc:sldMkLst>
        <pc:spChg chg="mod">
          <ac:chgData name="Adrian Gould" userId="0a44525a-5416-41c1-827b-f073cee28c70" providerId="ADAL" clId="{75C9CA9B-51BC-44C9-B107-4A70EB35575B}" dt="2024-02-09T00:42:44.363" v="4214" actId="20577"/>
          <ac:spMkLst>
            <pc:docMk/>
            <pc:sldMk cId="1153488172" sldId="447"/>
            <ac:spMk id="28" creationId="{065F1D14-4430-FC90-3C26-E7C64BE29869}"/>
          </ac:spMkLst>
        </pc:spChg>
      </pc:sldChg>
      <pc:sldChg chg="delSp modSp add del mod">
        <pc:chgData name="Adrian Gould" userId="0a44525a-5416-41c1-827b-f073cee28c70" providerId="ADAL" clId="{75C9CA9B-51BC-44C9-B107-4A70EB35575B}" dt="2024-02-09T00:55:18.116" v="4864" actId="47"/>
        <pc:sldMkLst>
          <pc:docMk/>
          <pc:sldMk cId="265313470" sldId="448"/>
        </pc:sldMkLst>
        <pc:spChg chg="mod">
          <ac:chgData name="Adrian Gould" userId="0a44525a-5416-41c1-827b-f073cee28c70" providerId="ADAL" clId="{75C9CA9B-51BC-44C9-B107-4A70EB35575B}" dt="2024-02-09T00:42:54.240" v="4234" actId="20577"/>
          <ac:spMkLst>
            <pc:docMk/>
            <pc:sldMk cId="265313470" sldId="448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0:44:12.101" v="4325" actId="6549"/>
          <ac:spMkLst>
            <pc:docMk/>
            <pc:sldMk cId="265313470" sldId="448"/>
            <ac:spMk id="3" creationId="{EE53FE40-4CB6-3C4D-D3DD-058AFFE118A3}"/>
          </ac:spMkLst>
        </pc:spChg>
        <pc:picChg chg="del">
          <ac:chgData name="Adrian Gould" userId="0a44525a-5416-41c1-827b-f073cee28c70" providerId="ADAL" clId="{75C9CA9B-51BC-44C9-B107-4A70EB35575B}" dt="2024-02-09T00:42:56.035" v="4235" actId="478"/>
          <ac:picMkLst>
            <pc:docMk/>
            <pc:sldMk cId="265313470" sldId="448"/>
            <ac:picMk id="5" creationId="{0BE40B48-C763-0C66-6945-96A67576A96F}"/>
          </ac:picMkLst>
        </pc:picChg>
      </pc:sldChg>
      <pc:sldChg chg="add del">
        <pc:chgData name="Adrian Gould" userId="0a44525a-5416-41c1-827b-f073cee28c70" providerId="ADAL" clId="{75C9CA9B-51BC-44C9-B107-4A70EB35575B}" dt="2024-02-09T00:55:15.702" v="4862" actId="47"/>
        <pc:sldMkLst>
          <pc:docMk/>
          <pc:sldMk cId="1058766185" sldId="449"/>
        </pc:sldMkLst>
      </pc:sldChg>
      <pc:sldChg chg="add del">
        <pc:chgData name="Adrian Gould" userId="0a44525a-5416-41c1-827b-f073cee28c70" providerId="ADAL" clId="{75C9CA9B-51BC-44C9-B107-4A70EB35575B}" dt="2024-02-09T00:55:20.599" v="4865" actId="47"/>
        <pc:sldMkLst>
          <pc:docMk/>
          <pc:sldMk cId="50338491" sldId="450"/>
        </pc:sldMkLst>
      </pc:sldChg>
      <pc:sldChg chg="modSp add mod">
        <pc:chgData name="Adrian Gould" userId="0a44525a-5416-41c1-827b-f073cee28c70" providerId="ADAL" clId="{75C9CA9B-51BC-44C9-B107-4A70EB35575B}" dt="2024-02-09T00:49:35.046" v="4640" actId="6549"/>
        <pc:sldMkLst>
          <pc:docMk/>
          <pc:sldMk cId="3307056022" sldId="451"/>
        </pc:sldMkLst>
        <pc:spChg chg="mod">
          <ac:chgData name="Adrian Gould" userId="0a44525a-5416-41c1-827b-f073cee28c70" providerId="ADAL" clId="{75C9CA9B-51BC-44C9-B107-4A70EB35575B}" dt="2024-02-09T00:45:53.686" v="4353" actId="20577"/>
          <ac:spMkLst>
            <pc:docMk/>
            <pc:sldMk cId="3307056022" sldId="451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0:49:35.046" v="4640" actId="6549"/>
          <ac:spMkLst>
            <pc:docMk/>
            <pc:sldMk cId="3307056022" sldId="451"/>
            <ac:spMk id="3" creationId="{EE53FE40-4CB6-3C4D-D3DD-058AFFE118A3}"/>
          </ac:spMkLst>
        </pc:spChg>
      </pc:sldChg>
      <pc:sldChg chg="modSp add mod">
        <pc:chgData name="Adrian Gould" userId="0a44525a-5416-41c1-827b-f073cee28c70" providerId="ADAL" clId="{75C9CA9B-51BC-44C9-B107-4A70EB35575B}" dt="2024-02-09T00:50:16.821" v="4645" actId="20577"/>
        <pc:sldMkLst>
          <pc:docMk/>
          <pc:sldMk cId="4064463143" sldId="452"/>
        </pc:sldMkLst>
        <pc:spChg chg="mod">
          <ac:chgData name="Adrian Gould" userId="0a44525a-5416-41c1-827b-f073cee28c70" providerId="ADAL" clId="{75C9CA9B-51BC-44C9-B107-4A70EB35575B}" dt="2024-02-09T00:50:16.821" v="4645" actId="20577"/>
          <ac:spMkLst>
            <pc:docMk/>
            <pc:sldMk cId="4064463143" sldId="452"/>
            <ac:spMk id="28" creationId="{065F1D14-4430-FC90-3C26-E7C64BE29869}"/>
          </ac:spMkLst>
        </pc:spChg>
      </pc:sldChg>
      <pc:sldChg chg="modSp add mod">
        <pc:chgData name="Adrian Gould" userId="0a44525a-5416-41c1-827b-f073cee28c70" providerId="ADAL" clId="{75C9CA9B-51BC-44C9-B107-4A70EB35575B}" dt="2024-02-09T00:52:38.743" v="4683" actId="20577"/>
        <pc:sldMkLst>
          <pc:docMk/>
          <pc:sldMk cId="3395580771" sldId="453"/>
        </pc:sldMkLst>
        <pc:spChg chg="mod">
          <ac:chgData name="Adrian Gould" userId="0a44525a-5416-41c1-827b-f073cee28c70" providerId="ADAL" clId="{75C9CA9B-51BC-44C9-B107-4A70EB35575B}" dt="2024-02-09T00:52:38.743" v="4683" actId="20577"/>
          <ac:spMkLst>
            <pc:docMk/>
            <pc:sldMk cId="3395580771" sldId="453"/>
            <ac:spMk id="28" creationId="{065F1D14-4430-FC90-3C26-E7C64BE29869}"/>
          </ac:spMkLst>
        </pc:spChg>
      </pc:sldChg>
      <pc:sldChg chg="modSp add mod">
        <pc:chgData name="Adrian Gould" userId="0a44525a-5416-41c1-827b-f073cee28c70" providerId="ADAL" clId="{75C9CA9B-51BC-44C9-B107-4A70EB35575B}" dt="2024-02-09T00:54:22.075" v="4861" actId="27636"/>
        <pc:sldMkLst>
          <pc:docMk/>
          <pc:sldMk cId="2845604947" sldId="454"/>
        </pc:sldMkLst>
        <pc:spChg chg="mod">
          <ac:chgData name="Adrian Gould" userId="0a44525a-5416-41c1-827b-f073cee28c70" providerId="ADAL" clId="{75C9CA9B-51BC-44C9-B107-4A70EB35575B}" dt="2024-02-09T00:52:44.471" v="4691" actId="20577"/>
          <ac:spMkLst>
            <pc:docMk/>
            <pc:sldMk cId="2845604947" sldId="454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0:54:22.075" v="4861" actId="27636"/>
          <ac:spMkLst>
            <pc:docMk/>
            <pc:sldMk cId="2845604947" sldId="454"/>
            <ac:spMk id="3" creationId="{EE53FE40-4CB6-3C4D-D3DD-058AFFE118A3}"/>
          </ac:spMkLst>
        </pc:spChg>
      </pc:sldChg>
      <pc:sldChg chg="add">
        <pc:chgData name="Adrian Gould" userId="0a44525a-5416-41c1-827b-f073cee28c70" providerId="ADAL" clId="{75C9CA9B-51BC-44C9-B107-4A70EB35575B}" dt="2024-02-09T00:52:23.397" v="4666"/>
        <pc:sldMkLst>
          <pc:docMk/>
          <pc:sldMk cId="2898509611" sldId="455"/>
        </pc:sldMkLst>
      </pc:sldChg>
      <pc:sldChg chg="modSp add mod">
        <pc:chgData name="Adrian Gould" userId="0a44525a-5416-41c1-827b-f073cee28c70" providerId="ADAL" clId="{75C9CA9B-51BC-44C9-B107-4A70EB35575B}" dt="2024-02-09T00:56:29.279" v="4917" actId="20577"/>
        <pc:sldMkLst>
          <pc:docMk/>
          <pc:sldMk cId="2392496844" sldId="456"/>
        </pc:sldMkLst>
        <pc:spChg chg="mod">
          <ac:chgData name="Adrian Gould" userId="0a44525a-5416-41c1-827b-f073cee28c70" providerId="ADAL" clId="{75C9CA9B-51BC-44C9-B107-4A70EB35575B}" dt="2024-02-09T00:56:29.279" v="4917" actId="20577"/>
          <ac:spMkLst>
            <pc:docMk/>
            <pc:sldMk cId="2392496844" sldId="456"/>
            <ac:spMk id="3" creationId="{EE53FE40-4CB6-3C4D-D3DD-058AFFE118A3}"/>
          </ac:spMkLst>
        </pc:spChg>
      </pc:sldChg>
      <pc:sldChg chg="add del">
        <pc:chgData name="Adrian Gould" userId="0a44525a-5416-41c1-827b-f073cee28c70" providerId="ADAL" clId="{75C9CA9B-51BC-44C9-B107-4A70EB35575B}" dt="2024-02-09T00:59:00.233" v="4996" actId="47"/>
        <pc:sldMkLst>
          <pc:docMk/>
          <pc:sldMk cId="363823727" sldId="457"/>
        </pc:sldMkLst>
      </pc:sldChg>
      <pc:sldChg chg="modSp add mod">
        <pc:chgData name="Adrian Gould" userId="0a44525a-5416-41c1-827b-f073cee28c70" providerId="ADAL" clId="{75C9CA9B-51BC-44C9-B107-4A70EB35575B}" dt="2024-02-09T01:01:59.385" v="5082" actId="20577"/>
        <pc:sldMkLst>
          <pc:docMk/>
          <pc:sldMk cId="1732159796" sldId="457"/>
        </pc:sldMkLst>
        <pc:spChg chg="mod">
          <ac:chgData name="Adrian Gould" userId="0a44525a-5416-41c1-827b-f073cee28c70" providerId="ADAL" clId="{75C9CA9B-51BC-44C9-B107-4A70EB35575B}" dt="2024-02-09T01:01:59.385" v="5082" actId="20577"/>
          <ac:spMkLst>
            <pc:docMk/>
            <pc:sldMk cId="1732159796" sldId="457"/>
            <ac:spMk id="28" creationId="{065F1D14-4430-FC90-3C26-E7C64BE29869}"/>
          </ac:spMkLst>
        </pc:spChg>
      </pc:sldChg>
      <pc:sldChg chg="modSp add mod">
        <pc:chgData name="Adrian Gould" userId="0a44525a-5416-41c1-827b-f073cee28c70" providerId="ADAL" clId="{75C9CA9B-51BC-44C9-B107-4A70EB35575B}" dt="2024-02-09T01:02:15.630" v="5111" actId="6549"/>
        <pc:sldMkLst>
          <pc:docMk/>
          <pc:sldMk cId="1482953275" sldId="458"/>
        </pc:sldMkLst>
        <pc:spChg chg="mod">
          <ac:chgData name="Adrian Gould" userId="0a44525a-5416-41c1-827b-f073cee28c70" providerId="ADAL" clId="{75C9CA9B-51BC-44C9-B107-4A70EB35575B}" dt="2024-02-09T01:02:15.630" v="5111" actId="6549"/>
          <ac:spMkLst>
            <pc:docMk/>
            <pc:sldMk cId="1482953275" sldId="458"/>
            <ac:spMk id="28" creationId="{065F1D14-4430-FC90-3C26-E7C64BE29869}"/>
          </ac:spMkLst>
        </pc:spChg>
      </pc:sldChg>
      <pc:sldChg chg="modSp add mod">
        <pc:chgData name="Adrian Gould" userId="0a44525a-5416-41c1-827b-f073cee28c70" providerId="ADAL" clId="{75C9CA9B-51BC-44C9-B107-4A70EB35575B}" dt="2024-02-09T01:02:29.398" v="5120" actId="20577"/>
        <pc:sldMkLst>
          <pc:docMk/>
          <pc:sldMk cId="1446741917" sldId="459"/>
        </pc:sldMkLst>
        <pc:spChg chg="mod">
          <ac:chgData name="Adrian Gould" userId="0a44525a-5416-41c1-827b-f073cee28c70" providerId="ADAL" clId="{75C9CA9B-51BC-44C9-B107-4A70EB35575B}" dt="2024-02-09T01:02:29.398" v="5120" actId="20577"/>
          <ac:spMkLst>
            <pc:docMk/>
            <pc:sldMk cId="1446741917" sldId="459"/>
            <ac:spMk id="28" creationId="{065F1D14-4430-FC90-3C26-E7C64BE29869}"/>
          </ac:spMkLst>
        </pc:spChg>
      </pc:sldChg>
      <pc:sldChg chg="add del">
        <pc:chgData name="Adrian Gould" userId="0a44525a-5416-41c1-827b-f073cee28c70" providerId="ADAL" clId="{75C9CA9B-51BC-44C9-B107-4A70EB35575B}" dt="2024-02-09T01:18:40.782" v="6163" actId="47"/>
        <pc:sldMkLst>
          <pc:docMk/>
          <pc:sldMk cId="900643634" sldId="460"/>
        </pc:sldMkLst>
      </pc:sldChg>
      <pc:sldChg chg="modSp add mod">
        <pc:chgData name="Adrian Gould" userId="0a44525a-5416-41c1-827b-f073cee28c70" providerId="ADAL" clId="{75C9CA9B-51BC-44C9-B107-4A70EB35575B}" dt="2024-02-09T01:21:53.230" v="6335" actId="20577"/>
        <pc:sldMkLst>
          <pc:docMk/>
          <pc:sldMk cId="1572357848" sldId="461"/>
        </pc:sldMkLst>
        <pc:spChg chg="mod">
          <ac:chgData name="Adrian Gould" userId="0a44525a-5416-41c1-827b-f073cee28c70" providerId="ADAL" clId="{75C9CA9B-51BC-44C9-B107-4A70EB35575B}" dt="2024-02-09T01:20:08.534" v="6199" actId="20577"/>
          <ac:spMkLst>
            <pc:docMk/>
            <pc:sldMk cId="1572357848" sldId="461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1:21:53.230" v="6335" actId="20577"/>
          <ac:spMkLst>
            <pc:docMk/>
            <pc:sldMk cId="1572357848" sldId="461"/>
            <ac:spMk id="3" creationId="{EE53FE40-4CB6-3C4D-D3DD-058AFFE118A3}"/>
          </ac:spMkLst>
        </pc:spChg>
      </pc:sldChg>
      <pc:sldChg chg="modSp add mod">
        <pc:chgData name="Adrian Gould" userId="0a44525a-5416-41c1-827b-f073cee28c70" providerId="ADAL" clId="{75C9CA9B-51BC-44C9-B107-4A70EB35575B}" dt="2024-02-09T01:07:44.180" v="5622" actId="2711"/>
        <pc:sldMkLst>
          <pc:docMk/>
          <pc:sldMk cId="3550966521" sldId="462"/>
        </pc:sldMkLst>
        <pc:spChg chg="mod">
          <ac:chgData name="Adrian Gould" userId="0a44525a-5416-41c1-827b-f073cee28c70" providerId="ADAL" clId="{75C9CA9B-51BC-44C9-B107-4A70EB35575B}" dt="2024-02-09T01:04:36.922" v="5366" actId="20577"/>
          <ac:spMkLst>
            <pc:docMk/>
            <pc:sldMk cId="3550966521" sldId="462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1:07:44.180" v="5622" actId="2711"/>
          <ac:spMkLst>
            <pc:docMk/>
            <pc:sldMk cId="3550966521" sldId="462"/>
            <ac:spMk id="3" creationId="{EE53FE40-4CB6-3C4D-D3DD-058AFFE118A3}"/>
          </ac:spMkLst>
        </pc:spChg>
      </pc:sldChg>
      <pc:sldChg chg="modSp add mod">
        <pc:chgData name="Adrian Gould" userId="0a44525a-5416-41c1-827b-f073cee28c70" providerId="ADAL" clId="{75C9CA9B-51BC-44C9-B107-4A70EB35575B}" dt="2024-02-09T01:06:03.265" v="5514" actId="6549"/>
        <pc:sldMkLst>
          <pc:docMk/>
          <pc:sldMk cId="3318952823" sldId="463"/>
        </pc:sldMkLst>
        <pc:spChg chg="mod">
          <ac:chgData name="Adrian Gould" userId="0a44525a-5416-41c1-827b-f073cee28c70" providerId="ADAL" clId="{75C9CA9B-51BC-44C9-B107-4A70EB35575B}" dt="2024-02-09T01:06:03.265" v="5514" actId="6549"/>
          <ac:spMkLst>
            <pc:docMk/>
            <pc:sldMk cId="3318952823" sldId="463"/>
            <ac:spMk id="28" creationId="{065F1D14-4430-FC90-3C26-E7C64BE29869}"/>
          </ac:spMkLst>
        </pc:spChg>
      </pc:sldChg>
      <pc:sldChg chg="modSp add mod">
        <pc:chgData name="Adrian Gould" userId="0a44525a-5416-41c1-827b-f073cee28c70" providerId="ADAL" clId="{75C9CA9B-51BC-44C9-B107-4A70EB35575B}" dt="2024-02-09T01:07:09.093" v="5579" actId="20577"/>
        <pc:sldMkLst>
          <pc:docMk/>
          <pc:sldMk cId="4159146911" sldId="464"/>
        </pc:sldMkLst>
        <pc:spChg chg="mod">
          <ac:chgData name="Adrian Gould" userId="0a44525a-5416-41c1-827b-f073cee28c70" providerId="ADAL" clId="{75C9CA9B-51BC-44C9-B107-4A70EB35575B}" dt="2024-02-09T01:07:09.093" v="5579" actId="20577"/>
          <ac:spMkLst>
            <pc:docMk/>
            <pc:sldMk cId="4159146911" sldId="464"/>
            <ac:spMk id="3" creationId="{EE53FE40-4CB6-3C4D-D3DD-058AFFE118A3}"/>
          </ac:spMkLst>
        </pc:spChg>
      </pc:sldChg>
      <pc:sldChg chg="modSp add mod">
        <pc:chgData name="Adrian Gould" userId="0a44525a-5416-41c1-827b-f073cee28c70" providerId="ADAL" clId="{75C9CA9B-51BC-44C9-B107-4A70EB35575B}" dt="2024-02-09T01:09:30.400" v="5713"/>
        <pc:sldMkLst>
          <pc:docMk/>
          <pc:sldMk cId="358136376" sldId="465"/>
        </pc:sldMkLst>
        <pc:spChg chg="mod">
          <ac:chgData name="Adrian Gould" userId="0a44525a-5416-41c1-827b-f073cee28c70" providerId="ADAL" clId="{75C9CA9B-51BC-44C9-B107-4A70EB35575B}" dt="2024-02-09T01:09:30.400" v="5713"/>
          <ac:spMkLst>
            <pc:docMk/>
            <pc:sldMk cId="358136376" sldId="465"/>
            <ac:spMk id="28" creationId="{065F1D14-4430-FC90-3C26-E7C64BE29869}"/>
          </ac:spMkLst>
        </pc:spChg>
      </pc:sldChg>
      <pc:sldChg chg="modSp add mod">
        <pc:chgData name="Adrian Gould" userId="0a44525a-5416-41c1-827b-f073cee28c70" providerId="ADAL" clId="{75C9CA9B-51BC-44C9-B107-4A70EB35575B}" dt="2024-02-09T01:11:26.475" v="5832" actId="2711"/>
        <pc:sldMkLst>
          <pc:docMk/>
          <pc:sldMk cId="2473087191" sldId="466"/>
        </pc:sldMkLst>
        <pc:spChg chg="mod">
          <ac:chgData name="Adrian Gould" userId="0a44525a-5416-41c1-827b-f073cee28c70" providerId="ADAL" clId="{75C9CA9B-51BC-44C9-B107-4A70EB35575B}" dt="2024-02-09T01:09:36.261" v="5715"/>
          <ac:spMkLst>
            <pc:docMk/>
            <pc:sldMk cId="2473087191" sldId="466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1:11:26.475" v="5832" actId="2711"/>
          <ac:spMkLst>
            <pc:docMk/>
            <pc:sldMk cId="2473087191" sldId="466"/>
            <ac:spMk id="3" creationId="{EE53FE40-4CB6-3C4D-D3DD-058AFFE118A3}"/>
          </ac:spMkLst>
        </pc:spChg>
      </pc:sldChg>
      <pc:sldChg chg="addSp delSp modSp add mod chgLayout">
        <pc:chgData name="Adrian Gould" userId="0a44525a-5416-41c1-827b-f073cee28c70" providerId="ADAL" clId="{75C9CA9B-51BC-44C9-B107-4A70EB35575B}" dt="2024-02-09T01:15:33.477" v="6138" actId="208"/>
        <pc:sldMkLst>
          <pc:docMk/>
          <pc:sldMk cId="177944387" sldId="467"/>
        </pc:sldMkLst>
        <pc:spChg chg="mod ord">
          <ac:chgData name="Adrian Gould" userId="0a44525a-5416-41c1-827b-f073cee28c70" providerId="ADAL" clId="{75C9CA9B-51BC-44C9-B107-4A70EB35575B}" dt="2024-02-09T01:13:43.113" v="6035" actId="6264"/>
          <ac:spMkLst>
            <pc:docMk/>
            <pc:sldMk cId="177944387" sldId="467"/>
            <ac:spMk id="2" creationId="{E6B49155-D1AA-6FB0-A36C-DF1394C817B8}"/>
          </ac:spMkLst>
        </pc:spChg>
        <pc:spChg chg="mod ord">
          <ac:chgData name="Adrian Gould" userId="0a44525a-5416-41c1-827b-f073cee28c70" providerId="ADAL" clId="{75C9CA9B-51BC-44C9-B107-4A70EB35575B}" dt="2024-02-09T01:14:17.123" v="6060" actId="2711"/>
          <ac:spMkLst>
            <pc:docMk/>
            <pc:sldMk cId="177944387" sldId="467"/>
            <ac:spMk id="3" creationId="{EE53FE40-4CB6-3C4D-D3DD-058AFFE118A3}"/>
          </ac:spMkLst>
        </pc:spChg>
        <pc:spChg chg="add del mod">
          <ac:chgData name="Adrian Gould" userId="0a44525a-5416-41c1-827b-f073cee28c70" providerId="ADAL" clId="{75C9CA9B-51BC-44C9-B107-4A70EB35575B}" dt="2024-02-09T01:13:43.113" v="6035" actId="6264"/>
          <ac:spMkLst>
            <pc:docMk/>
            <pc:sldMk cId="177944387" sldId="467"/>
            <ac:spMk id="4" creationId="{8B596737-1A45-6716-2098-B16054281B7B}"/>
          </ac:spMkLst>
        </pc:spChg>
        <pc:spChg chg="add del mod">
          <ac:chgData name="Adrian Gould" userId="0a44525a-5416-41c1-827b-f073cee28c70" providerId="ADAL" clId="{75C9CA9B-51BC-44C9-B107-4A70EB35575B}" dt="2024-02-09T01:13:43.113" v="6035" actId="6264"/>
          <ac:spMkLst>
            <pc:docMk/>
            <pc:sldMk cId="177944387" sldId="467"/>
            <ac:spMk id="5" creationId="{A18151AD-0996-5D6A-16FE-EA41936C93BF}"/>
          </ac:spMkLst>
        </pc:spChg>
        <pc:spChg chg="add mod">
          <ac:chgData name="Adrian Gould" userId="0a44525a-5416-41c1-827b-f073cee28c70" providerId="ADAL" clId="{75C9CA9B-51BC-44C9-B107-4A70EB35575B}" dt="2024-02-09T01:15:33.477" v="6138" actId="208"/>
          <ac:spMkLst>
            <pc:docMk/>
            <pc:sldMk cId="177944387" sldId="467"/>
            <ac:spMk id="6" creationId="{8EC23229-3EFE-FA21-0C2A-1D4069A64D38}"/>
          </ac:spMkLst>
        </pc:spChg>
        <pc:spChg chg="add mod">
          <ac:chgData name="Adrian Gould" userId="0a44525a-5416-41c1-827b-f073cee28c70" providerId="ADAL" clId="{75C9CA9B-51BC-44C9-B107-4A70EB35575B}" dt="2024-02-09T01:14:35.926" v="6061"/>
          <ac:spMkLst>
            <pc:docMk/>
            <pc:sldMk cId="177944387" sldId="467"/>
            <ac:spMk id="7" creationId="{A1B16AD6-D051-EE67-4EF1-0035AEC1CC2A}"/>
          </ac:spMkLst>
        </pc:spChg>
      </pc:sldChg>
      <pc:sldChg chg="modSp add mod">
        <pc:chgData name="Adrian Gould" userId="0a44525a-5416-41c1-827b-f073cee28c70" providerId="ADAL" clId="{75C9CA9B-51BC-44C9-B107-4A70EB35575B}" dt="2024-02-09T01:20:34.297" v="6209" actId="20577"/>
        <pc:sldMkLst>
          <pc:docMk/>
          <pc:sldMk cId="350487995" sldId="468"/>
        </pc:sldMkLst>
        <pc:spChg chg="mod">
          <ac:chgData name="Adrian Gould" userId="0a44525a-5416-41c1-827b-f073cee28c70" providerId="ADAL" clId="{75C9CA9B-51BC-44C9-B107-4A70EB35575B}" dt="2024-02-09T01:20:34.297" v="6209" actId="20577"/>
          <ac:spMkLst>
            <pc:docMk/>
            <pc:sldMk cId="350487995" sldId="468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1:19:45.549" v="6184" actId="27636"/>
          <ac:spMkLst>
            <pc:docMk/>
            <pc:sldMk cId="350487995" sldId="468"/>
            <ac:spMk id="3" creationId="{EE53FE40-4CB6-3C4D-D3DD-058AFFE118A3}"/>
          </ac:spMkLst>
        </pc:spChg>
      </pc:sldChg>
      <pc:sldChg chg="modSp add mod">
        <pc:chgData name="Adrian Gould" userId="0a44525a-5416-41c1-827b-f073cee28c70" providerId="ADAL" clId="{75C9CA9B-51BC-44C9-B107-4A70EB35575B}" dt="2024-02-09T01:23:32.503" v="6431" actId="2711"/>
        <pc:sldMkLst>
          <pc:docMk/>
          <pc:sldMk cId="2011601747" sldId="469"/>
        </pc:sldMkLst>
        <pc:spChg chg="mod">
          <ac:chgData name="Adrian Gould" userId="0a44525a-5416-41c1-827b-f073cee28c70" providerId="ADAL" clId="{75C9CA9B-51BC-44C9-B107-4A70EB35575B}" dt="2024-02-09T01:21:59.077" v="6338" actId="20577"/>
          <ac:spMkLst>
            <pc:docMk/>
            <pc:sldMk cId="2011601747" sldId="469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1:23:32.503" v="6431" actId="2711"/>
          <ac:spMkLst>
            <pc:docMk/>
            <pc:sldMk cId="2011601747" sldId="469"/>
            <ac:spMk id="3" creationId="{EE53FE40-4CB6-3C4D-D3DD-058AFFE118A3}"/>
          </ac:spMkLst>
        </pc:spChg>
      </pc:sldChg>
      <pc:sldChg chg="del">
        <pc:chgData name="Adrian Gould" userId="0a44525a-5416-41c1-827b-f073cee28c70" providerId="ADAL" clId="{75C9CA9B-51BC-44C9-B107-4A70EB35575B}" dt="2024-02-08T08:08:32.523" v="71" actId="47"/>
        <pc:sldMkLst>
          <pc:docMk/>
          <pc:sldMk cId="1128213356" sldId="470"/>
        </pc:sldMkLst>
      </pc:sldChg>
      <pc:sldChg chg="modSp add mod">
        <pc:chgData name="Adrian Gould" userId="0a44525a-5416-41c1-827b-f073cee28c70" providerId="ADAL" clId="{75C9CA9B-51BC-44C9-B107-4A70EB35575B}" dt="2024-02-09T01:24:26.227" v="6485" actId="108"/>
        <pc:sldMkLst>
          <pc:docMk/>
          <pc:sldMk cId="2541021924" sldId="470"/>
        </pc:sldMkLst>
        <pc:spChg chg="mod">
          <ac:chgData name="Adrian Gould" userId="0a44525a-5416-41c1-827b-f073cee28c70" providerId="ADAL" clId="{75C9CA9B-51BC-44C9-B107-4A70EB35575B}" dt="2024-02-09T01:23:41.139" v="6433" actId="20577"/>
          <ac:spMkLst>
            <pc:docMk/>
            <pc:sldMk cId="2541021924" sldId="470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1:24:26.227" v="6485" actId="108"/>
          <ac:spMkLst>
            <pc:docMk/>
            <pc:sldMk cId="2541021924" sldId="470"/>
            <ac:spMk id="3" creationId="{EE53FE40-4CB6-3C4D-D3DD-058AFFE118A3}"/>
          </ac:spMkLst>
        </pc:spChg>
      </pc:sldChg>
      <pc:sldChg chg="add">
        <pc:chgData name="Adrian Gould" userId="0a44525a-5416-41c1-827b-f073cee28c70" providerId="ADAL" clId="{75C9CA9B-51BC-44C9-B107-4A70EB35575B}" dt="2024-02-09T01:24:42.730" v="6486"/>
        <pc:sldMkLst>
          <pc:docMk/>
          <pc:sldMk cId="1931910222" sldId="471"/>
        </pc:sldMkLst>
      </pc:sldChg>
      <pc:sldChg chg="del">
        <pc:chgData name="Adrian Gould" userId="0a44525a-5416-41c1-827b-f073cee28c70" providerId="ADAL" clId="{75C9CA9B-51BC-44C9-B107-4A70EB35575B}" dt="2024-02-08T08:08:31.469" v="70" actId="47"/>
        <pc:sldMkLst>
          <pc:docMk/>
          <pc:sldMk cId="4081560359" sldId="471"/>
        </pc:sldMkLst>
      </pc:sldChg>
      <pc:sldChg chg="del">
        <pc:chgData name="Adrian Gould" userId="0a44525a-5416-41c1-827b-f073cee28c70" providerId="ADAL" clId="{75C9CA9B-51BC-44C9-B107-4A70EB35575B}" dt="2024-02-08T08:08:31.469" v="70" actId="47"/>
        <pc:sldMkLst>
          <pc:docMk/>
          <pc:sldMk cId="1315869043" sldId="472"/>
        </pc:sldMkLst>
      </pc:sldChg>
      <pc:sldChg chg="modSp add mod">
        <pc:chgData name="Adrian Gould" userId="0a44525a-5416-41c1-827b-f073cee28c70" providerId="ADAL" clId="{75C9CA9B-51BC-44C9-B107-4A70EB35575B}" dt="2024-02-09T01:28:37.773" v="6697" actId="108"/>
        <pc:sldMkLst>
          <pc:docMk/>
          <pc:sldMk cId="1663404731" sldId="472"/>
        </pc:sldMkLst>
        <pc:spChg chg="mod">
          <ac:chgData name="Adrian Gould" userId="0a44525a-5416-41c1-827b-f073cee28c70" providerId="ADAL" clId="{75C9CA9B-51BC-44C9-B107-4A70EB35575B}" dt="2024-02-09T01:27:23.247" v="6566" actId="20577"/>
          <ac:spMkLst>
            <pc:docMk/>
            <pc:sldMk cId="1663404731" sldId="472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1:28:37.773" v="6697" actId="108"/>
          <ac:spMkLst>
            <pc:docMk/>
            <pc:sldMk cId="1663404731" sldId="472"/>
            <ac:spMk id="3" creationId="{EE53FE40-4CB6-3C4D-D3DD-058AFFE118A3}"/>
          </ac:spMkLst>
        </pc:spChg>
      </pc:sldChg>
      <pc:sldChg chg="modSp add mod">
        <pc:chgData name="Adrian Gould" userId="0a44525a-5416-41c1-827b-f073cee28c70" providerId="ADAL" clId="{75C9CA9B-51BC-44C9-B107-4A70EB35575B}" dt="2024-02-09T01:55:08.149" v="8067"/>
        <pc:sldMkLst>
          <pc:docMk/>
          <pc:sldMk cId="1372759662" sldId="473"/>
        </pc:sldMkLst>
        <pc:spChg chg="mod">
          <ac:chgData name="Adrian Gould" userId="0a44525a-5416-41c1-827b-f073cee28c70" providerId="ADAL" clId="{75C9CA9B-51BC-44C9-B107-4A70EB35575B}" dt="2024-02-09T01:55:08.149" v="8067"/>
          <ac:spMkLst>
            <pc:docMk/>
            <pc:sldMk cId="1372759662" sldId="473"/>
            <ac:spMk id="28" creationId="{065F1D14-4430-FC90-3C26-E7C64BE29869}"/>
          </ac:spMkLst>
        </pc:spChg>
      </pc:sldChg>
      <pc:sldChg chg="del">
        <pc:chgData name="Adrian Gould" userId="0a44525a-5416-41c1-827b-f073cee28c70" providerId="ADAL" clId="{75C9CA9B-51BC-44C9-B107-4A70EB35575B}" dt="2024-02-08T08:08:31.469" v="70" actId="47"/>
        <pc:sldMkLst>
          <pc:docMk/>
          <pc:sldMk cId="3417109521" sldId="473"/>
        </pc:sldMkLst>
      </pc:sldChg>
      <pc:sldChg chg="modSp add mod">
        <pc:chgData name="Adrian Gould" userId="0a44525a-5416-41c1-827b-f073cee28c70" providerId="ADAL" clId="{75C9CA9B-51BC-44C9-B107-4A70EB35575B}" dt="2024-02-09T01:55:02.848" v="8066"/>
        <pc:sldMkLst>
          <pc:docMk/>
          <pc:sldMk cId="114936207" sldId="474"/>
        </pc:sldMkLst>
        <pc:spChg chg="mod">
          <ac:chgData name="Adrian Gould" userId="0a44525a-5416-41c1-827b-f073cee28c70" providerId="ADAL" clId="{75C9CA9B-51BC-44C9-B107-4A70EB35575B}" dt="2024-02-09T01:55:02.848" v="8066"/>
          <ac:spMkLst>
            <pc:docMk/>
            <pc:sldMk cId="114936207" sldId="474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1:31:44.525" v="6834" actId="20577"/>
          <ac:spMkLst>
            <pc:docMk/>
            <pc:sldMk cId="114936207" sldId="474"/>
            <ac:spMk id="3" creationId="{EE53FE40-4CB6-3C4D-D3DD-058AFFE118A3}"/>
          </ac:spMkLst>
        </pc:spChg>
      </pc:sldChg>
      <pc:sldChg chg="del">
        <pc:chgData name="Adrian Gould" userId="0a44525a-5416-41c1-827b-f073cee28c70" providerId="ADAL" clId="{75C9CA9B-51BC-44C9-B107-4A70EB35575B}" dt="2024-02-08T08:08:31.469" v="70" actId="47"/>
        <pc:sldMkLst>
          <pc:docMk/>
          <pc:sldMk cId="477775765" sldId="474"/>
        </pc:sldMkLst>
      </pc:sldChg>
      <pc:sldChg chg="del">
        <pc:chgData name="Adrian Gould" userId="0a44525a-5416-41c1-827b-f073cee28c70" providerId="ADAL" clId="{75C9CA9B-51BC-44C9-B107-4A70EB35575B}" dt="2024-02-08T08:08:31.469" v="70" actId="47"/>
        <pc:sldMkLst>
          <pc:docMk/>
          <pc:sldMk cId="1267872255" sldId="475"/>
        </pc:sldMkLst>
      </pc:sldChg>
      <pc:sldChg chg="modSp add mod">
        <pc:chgData name="Adrian Gould" userId="0a44525a-5416-41c1-827b-f073cee28c70" providerId="ADAL" clId="{75C9CA9B-51BC-44C9-B107-4A70EB35575B}" dt="2024-02-09T01:55:00.290" v="8065"/>
        <pc:sldMkLst>
          <pc:docMk/>
          <pc:sldMk cId="3072214824" sldId="475"/>
        </pc:sldMkLst>
        <pc:spChg chg="mod">
          <ac:chgData name="Adrian Gould" userId="0a44525a-5416-41c1-827b-f073cee28c70" providerId="ADAL" clId="{75C9CA9B-51BC-44C9-B107-4A70EB35575B}" dt="2024-02-09T01:55:00.290" v="8065"/>
          <ac:spMkLst>
            <pc:docMk/>
            <pc:sldMk cId="3072214824" sldId="475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1:34:02.858" v="7045" actId="20577"/>
          <ac:spMkLst>
            <pc:docMk/>
            <pc:sldMk cId="3072214824" sldId="475"/>
            <ac:spMk id="3" creationId="{EE53FE40-4CB6-3C4D-D3DD-058AFFE118A3}"/>
          </ac:spMkLst>
        </pc:spChg>
      </pc:sldChg>
      <pc:sldChg chg="add del">
        <pc:chgData name="Adrian Gould" userId="0a44525a-5416-41c1-827b-f073cee28c70" providerId="ADAL" clId="{75C9CA9B-51BC-44C9-B107-4A70EB35575B}" dt="2024-02-09T01:31:50.544" v="6835" actId="47"/>
        <pc:sldMkLst>
          <pc:docMk/>
          <pc:sldMk cId="3365586917" sldId="475"/>
        </pc:sldMkLst>
      </pc:sldChg>
      <pc:sldChg chg="del">
        <pc:chgData name="Adrian Gould" userId="0a44525a-5416-41c1-827b-f073cee28c70" providerId="ADAL" clId="{75C9CA9B-51BC-44C9-B107-4A70EB35575B}" dt="2024-02-08T08:08:31.469" v="70" actId="47"/>
        <pc:sldMkLst>
          <pc:docMk/>
          <pc:sldMk cId="1957840177" sldId="476"/>
        </pc:sldMkLst>
      </pc:sldChg>
      <pc:sldChg chg="addSp delSp modSp add mod">
        <pc:chgData name="Adrian Gould" userId="0a44525a-5416-41c1-827b-f073cee28c70" providerId="ADAL" clId="{75C9CA9B-51BC-44C9-B107-4A70EB35575B}" dt="2024-02-09T01:54:56.475" v="8064"/>
        <pc:sldMkLst>
          <pc:docMk/>
          <pc:sldMk cId="3735063635" sldId="476"/>
        </pc:sldMkLst>
        <pc:spChg chg="mod">
          <ac:chgData name="Adrian Gould" userId="0a44525a-5416-41c1-827b-f073cee28c70" providerId="ADAL" clId="{75C9CA9B-51BC-44C9-B107-4A70EB35575B}" dt="2024-02-09T01:54:56.475" v="8064"/>
          <ac:spMkLst>
            <pc:docMk/>
            <pc:sldMk cId="3735063635" sldId="476"/>
            <ac:spMk id="2" creationId="{E6B49155-D1AA-6FB0-A36C-DF1394C817B8}"/>
          </ac:spMkLst>
        </pc:spChg>
        <pc:spChg chg="del mod">
          <ac:chgData name="Adrian Gould" userId="0a44525a-5416-41c1-827b-f073cee28c70" providerId="ADAL" clId="{75C9CA9B-51BC-44C9-B107-4A70EB35575B}" dt="2024-02-09T01:34:33.902" v="7047" actId="3680"/>
          <ac:spMkLst>
            <pc:docMk/>
            <pc:sldMk cId="3735063635" sldId="476"/>
            <ac:spMk id="3" creationId="{EE53FE40-4CB6-3C4D-D3DD-058AFFE118A3}"/>
          </ac:spMkLst>
        </pc:spChg>
        <pc:graphicFrameChg chg="add mod ord modGraphic">
          <ac:chgData name="Adrian Gould" userId="0a44525a-5416-41c1-827b-f073cee28c70" providerId="ADAL" clId="{75C9CA9B-51BC-44C9-B107-4A70EB35575B}" dt="2024-02-09T01:41:32.647" v="7442" actId="6549"/>
          <ac:graphicFrameMkLst>
            <pc:docMk/>
            <pc:sldMk cId="3735063635" sldId="476"/>
            <ac:graphicFrameMk id="4" creationId="{5CD5191C-1353-EF3D-4CD7-C974A048C11A}"/>
          </ac:graphicFrameMkLst>
        </pc:graphicFrameChg>
      </pc:sldChg>
      <pc:sldChg chg="addSp delSp modSp add mod">
        <pc:chgData name="Adrian Gould" userId="0a44525a-5416-41c1-827b-f073cee28c70" providerId="ADAL" clId="{75C9CA9B-51BC-44C9-B107-4A70EB35575B}" dt="2024-02-09T01:54:53.221" v="8063"/>
        <pc:sldMkLst>
          <pc:docMk/>
          <pc:sldMk cId="2565880034" sldId="477"/>
        </pc:sldMkLst>
        <pc:spChg chg="mod">
          <ac:chgData name="Adrian Gould" userId="0a44525a-5416-41c1-827b-f073cee28c70" providerId="ADAL" clId="{75C9CA9B-51BC-44C9-B107-4A70EB35575B}" dt="2024-02-09T01:54:53.221" v="8063"/>
          <ac:spMkLst>
            <pc:docMk/>
            <pc:sldMk cId="2565880034" sldId="477"/>
            <ac:spMk id="2" creationId="{E6B49155-D1AA-6FB0-A36C-DF1394C817B8}"/>
          </ac:spMkLst>
        </pc:spChg>
        <pc:spChg chg="add del mod">
          <ac:chgData name="Adrian Gould" userId="0a44525a-5416-41c1-827b-f073cee28c70" providerId="ADAL" clId="{75C9CA9B-51BC-44C9-B107-4A70EB35575B}" dt="2024-02-09T01:38:48.596" v="7309" actId="478"/>
          <ac:spMkLst>
            <pc:docMk/>
            <pc:sldMk cId="2565880034" sldId="477"/>
            <ac:spMk id="5" creationId="{155C6CA7-FFBD-925B-FCBA-3364E097F771}"/>
          </ac:spMkLst>
        </pc:spChg>
        <pc:graphicFrameChg chg="del">
          <ac:chgData name="Adrian Gould" userId="0a44525a-5416-41c1-827b-f073cee28c70" providerId="ADAL" clId="{75C9CA9B-51BC-44C9-B107-4A70EB35575B}" dt="2024-02-09T01:38:45.770" v="7308" actId="478"/>
          <ac:graphicFrameMkLst>
            <pc:docMk/>
            <pc:sldMk cId="2565880034" sldId="477"/>
            <ac:graphicFrameMk id="4" creationId="{5CD5191C-1353-EF3D-4CD7-C974A048C11A}"/>
          </ac:graphicFrameMkLst>
        </pc:graphicFrameChg>
        <pc:picChg chg="add mod">
          <ac:chgData name="Adrian Gould" userId="0a44525a-5416-41c1-827b-f073cee28c70" providerId="ADAL" clId="{75C9CA9B-51BC-44C9-B107-4A70EB35575B}" dt="2024-02-09T01:39:15.626" v="7314" actId="1076"/>
          <ac:picMkLst>
            <pc:docMk/>
            <pc:sldMk cId="2565880034" sldId="477"/>
            <ac:picMk id="7" creationId="{011161CB-F1D6-BA80-C497-004DF63A6840}"/>
          </ac:picMkLst>
        </pc:picChg>
        <pc:picChg chg="add mod">
          <ac:chgData name="Adrian Gould" userId="0a44525a-5416-41c1-827b-f073cee28c70" providerId="ADAL" clId="{75C9CA9B-51BC-44C9-B107-4A70EB35575B}" dt="2024-02-09T01:39:11.690" v="7313" actId="1076"/>
          <ac:picMkLst>
            <pc:docMk/>
            <pc:sldMk cId="2565880034" sldId="477"/>
            <ac:picMk id="9" creationId="{A4EDB7D4-92F9-2C8A-6CD5-1C92525B0E3A}"/>
          </ac:picMkLst>
        </pc:picChg>
      </pc:sldChg>
      <pc:sldChg chg="del">
        <pc:chgData name="Adrian Gould" userId="0a44525a-5416-41c1-827b-f073cee28c70" providerId="ADAL" clId="{75C9CA9B-51BC-44C9-B107-4A70EB35575B}" dt="2024-02-08T08:08:32.523" v="71" actId="47"/>
        <pc:sldMkLst>
          <pc:docMk/>
          <pc:sldMk cId="4004424507" sldId="477"/>
        </pc:sldMkLst>
      </pc:sldChg>
      <pc:sldChg chg="del">
        <pc:chgData name="Adrian Gould" userId="0a44525a-5416-41c1-827b-f073cee28c70" providerId="ADAL" clId="{75C9CA9B-51BC-44C9-B107-4A70EB35575B}" dt="2024-02-08T08:08:32.523" v="71" actId="47"/>
        <pc:sldMkLst>
          <pc:docMk/>
          <pc:sldMk cId="1056777286" sldId="478"/>
        </pc:sldMkLst>
      </pc:sldChg>
      <pc:sldChg chg="addSp delSp modSp add mod">
        <pc:chgData name="Adrian Gould" userId="0a44525a-5416-41c1-827b-f073cee28c70" providerId="ADAL" clId="{75C9CA9B-51BC-44C9-B107-4A70EB35575B}" dt="2024-02-09T01:54:50.254" v="8062"/>
        <pc:sldMkLst>
          <pc:docMk/>
          <pc:sldMk cId="2327336484" sldId="478"/>
        </pc:sldMkLst>
        <pc:spChg chg="mod">
          <ac:chgData name="Adrian Gould" userId="0a44525a-5416-41c1-827b-f073cee28c70" providerId="ADAL" clId="{75C9CA9B-51BC-44C9-B107-4A70EB35575B}" dt="2024-02-09T01:54:50.254" v="8062"/>
          <ac:spMkLst>
            <pc:docMk/>
            <pc:sldMk cId="2327336484" sldId="478"/>
            <ac:spMk id="2" creationId="{E6B49155-D1AA-6FB0-A36C-DF1394C817B8}"/>
          </ac:spMkLst>
        </pc:spChg>
        <pc:picChg chg="add mod">
          <ac:chgData name="Adrian Gould" userId="0a44525a-5416-41c1-827b-f073cee28c70" providerId="ADAL" clId="{75C9CA9B-51BC-44C9-B107-4A70EB35575B}" dt="2024-02-09T01:40:05.093" v="7321" actId="1076"/>
          <ac:picMkLst>
            <pc:docMk/>
            <pc:sldMk cId="2327336484" sldId="478"/>
            <ac:picMk id="4" creationId="{C4763BB8-5603-1A27-F155-2079B035F558}"/>
          </ac:picMkLst>
        </pc:picChg>
        <pc:picChg chg="del">
          <ac:chgData name="Adrian Gould" userId="0a44525a-5416-41c1-827b-f073cee28c70" providerId="ADAL" clId="{75C9CA9B-51BC-44C9-B107-4A70EB35575B}" dt="2024-02-09T01:39:51.272" v="7317" actId="478"/>
          <ac:picMkLst>
            <pc:docMk/>
            <pc:sldMk cId="2327336484" sldId="478"/>
            <ac:picMk id="7" creationId="{011161CB-F1D6-BA80-C497-004DF63A6840}"/>
          </ac:picMkLst>
        </pc:picChg>
        <pc:picChg chg="del">
          <ac:chgData name="Adrian Gould" userId="0a44525a-5416-41c1-827b-f073cee28c70" providerId="ADAL" clId="{75C9CA9B-51BC-44C9-B107-4A70EB35575B}" dt="2024-02-09T01:39:50.348" v="7316" actId="478"/>
          <ac:picMkLst>
            <pc:docMk/>
            <pc:sldMk cId="2327336484" sldId="478"/>
            <ac:picMk id="9" creationId="{A4EDB7D4-92F9-2C8A-6CD5-1C92525B0E3A}"/>
          </ac:picMkLst>
        </pc:picChg>
      </pc:sldChg>
      <pc:sldChg chg="addSp delSp modSp add mod">
        <pc:chgData name="Adrian Gould" userId="0a44525a-5416-41c1-827b-f073cee28c70" providerId="ADAL" clId="{75C9CA9B-51BC-44C9-B107-4A70EB35575B}" dt="2024-02-09T01:54:47.853" v="8061"/>
        <pc:sldMkLst>
          <pc:docMk/>
          <pc:sldMk cId="150100489" sldId="479"/>
        </pc:sldMkLst>
        <pc:spChg chg="mod">
          <ac:chgData name="Adrian Gould" userId="0a44525a-5416-41c1-827b-f073cee28c70" providerId="ADAL" clId="{75C9CA9B-51BC-44C9-B107-4A70EB35575B}" dt="2024-02-09T01:54:47.853" v="8061"/>
          <ac:spMkLst>
            <pc:docMk/>
            <pc:sldMk cId="150100489" sldId="479"/>
            <ac:spMk id="2" creationId="{E6B49155-D1AA-6FB0-A36C-DF1394C817B8}"/>
          </ac:spMkLst>
        </pc:spChg>
        <pc:picChg chg="del">
          <ac:chgData name="Adrian Gould" userId="0a44525a-5416-41c1-827b-f073cee28c70" providerId="ADAL" clId="{75C9CA9B-51BC-44C9-B107-4A70EB35575B}" dt="2024-02-09T01:41:44.596" v="7443" actId="478"/>
          <ac:picMkLst>
            <pc:docMk/>
            <pc:sldMk cId="150100489" sldId="479"/>
            <ac:picMk id="4" creationId="{C4763BB8-5603-1A27-F155-2079B035F558}"/>
          </ac:picMkLst>
        </pc:picChg>
        <pc:picChg chg="add mod">
          <ac:chgData name="Adrian Gould" userId="0a44525a-5416-41c1-827b-f073cee28c70" providerId="ADAL" clId="{75C9CA9B-51BC-44C9-B107-4A70EB35575B}" dt="2024-02-09T01:42:30.982" v="7445" actId="1076"/>
          <ac:picMkLst>
            <pc:docMk/>
            <pc:sldMk cId="150100489" sldId="479"/>
            <ac:picMk id="5" creationId="{19B91369-8F18-E2D8-9B5B-B416AE90F1FF}"/>
          </ac:picMkLst>
        </pc:picChg>
      </pc:sldChg>
      <pc:sldChg chg="del">
        <pc:chgData name="Adrian Gould" userId="0a44525a-5416-41c1-827b-f073cee28c70" providerId="ADAL" clId="{75C9CA9B-51BC-44C9-B107-4A70EB35575B}" dt="2024-02-08T08:08:32.523" v="71" actId="47"/>
        <pc:sldMkLst>
          <pc:docMk/>
          <pc:sldMk cId="4077393787" sldId="479"/>
        </pc:sldMkLst>
      </pc:sldChg>
      <pc:sldChg chg="del">
        <pc:chgData name="Adrian Gould" userId="0a44525a-5416-41c1-827b-f073cee28c70" providerId="ADAL" clId="{75C9CA9B-51BC-44C9-B107-4A70EB35575B}" dt="2024-02-08T08:08:32.523" v="71" actId="47"/>
        <pc:sldMkLst>
          <pc:docMk/>
          <pc:sldMk cId="3418500978" sldId="480"/>
        </pc:sldMkLst>
      </pc:sldChg>
      <pc:sldChg chg="modSp add mod">
        <pc:chgData name="Adrian Gould" userId="0a44525a-5416-41c1-827b-f073cee28c70" providerId="ADAL" clId="{75C9CA9B-51BC-44C9-B107-4A70EB35575B}" dt="2024-02-09T01:54:43.477" v="8060"/>
        <pc:sldMkLst>
          <pc:docMk/>
          <pc:sldMk cId="4272389957" sldId="480"/>
        </pc:sldMkLst>
        <pc:spChg chg="mod">
          <ac:chgData name="Adrian Gould" userId="0a44525a-5416-41c1-827b-f073cee28c70" providerId="ADAL" clId="{75C9CA9B-51BC-44C9-B107-4A70EB35575B}" dt="2024-02-09T01:54:43.477" v="8060"/>
          <ac:spMkLst>
            <pc:docMk/>
            <pc:sldMk cId="4272389957" sldId="480"/>
            <ac:spMk id="28" creationId="{065F1D14-4430-FC90-3C26-E7C64BE29869}"/>
          </ac:spMkLst>
        </pc:spChg>
      </pc:sldChg>
      <pc:sldChg chg="modSp add mod">
        <pc:chgData name="Adrian Gould" userId="0a44525a-5416-41c1-827b-f073cee28c70" providerId="ADAL" clId="{75C9CA9B-51BC-44C9-B107-4A70EB35575B}" dt="2024-02-09T01:54:37.914" v="8058"/>
        <pc:sldMkLst>
          <pc:docMk/>
          <pc:sldMk cId="417928974" sldId="481"/>
        </pc:sldMkLst>
        <pc:spChg chg="mod">
          <ac:chgData name="Adrian Gould" userId="0a44525a-5416-41c1-827b-f073cee28c70" providerId="ADAL" clId="{75C9CA9B-51BC-44C9-B107-4A70EB35575B}" dt="2024-02-09T01:54:37.914" v="8058"/>
          <ac:spMkLst>
            <pc:docMk/>
            <pc:sldMk cId="417928974" sldId="481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1:43:47.418" v="7489" actId="20577"/>
          <ac:spMkLst>
            <pc:docMk/>
            <pc:sldMk cId="417928974" sldId="481"/>
            <ac:spMk id="3" creationId="{EE53FE40-4CB6-3C4D-D3DD-058AFFE118A3}"/>
          </ac:spMkLst>
        </pc:spChg>
      </pc:sldChg>
      <pc:sldChg chg="del">
        <pc:chgData name="Adrian Gould" userId="0a44525a-5416-41c1-827b-f073cee28c70" providerId="ADAL" clId="{75C9CA9B-51BC-44C9-B107-4A70EB35575B}" dt="2024-02-08T08:08:32.523" v="71" actId="47"/>
        <pc:sldMkLst>
          <pc:docMk/>
          <pc:sldMk cId="4204264023" sldId="481"/>
        </pc:sldMkLst>
      </pc:sldChg>
      <pc:sldChg chg="modSp add mod">
        <pc:chgData name="Adrian Gould" userId="0a44525a-5416-41c1-827b-f073cee28c70" providerId="ADAL" clId="{75C9CA9B-51BC-44C9-B107-4A70EB35575B}" dt="2024-02-09T01:54:40.095" v="8059"/>
        <pc:sldMkLst>
          <pc:docMk/>
          <pc:sldMk cId="1203408871" sldId="482"/>
        </pc:sldMkLst>
        <pc:spChg chg="mod">
          <ac:chgData name="Adrian Gould" userId="0a44525a-5416-41c1-827b-f073cee28c70" providerId="ADAL" clId="{75C9CA9B-51BC-44C9-B107-4A70EB35575B}" dt="2024-02-09T01:54:40.095" v="8059"/>
          <ac:spMkLst>
            <pc:docMk/>
            <pc:sldMk cId="1203408871" sldId="482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1:46:12.503" v="7695" actId="2711"/>
          <ac:spMkLst>
            <pc:docMk/>
            <pc:sldMk cId="1203408871" sldId="482"/>
            <ac:spMk id="3" creationId="{EE53FE40-4CB6-3C4D-D3DD-058AFFE118A3}"/>
          </ac:spMkLst>
        </pc:spChg>
      </pc:sldChg>
      <pc:sldChg chg="del">
        <pc:chgData name="Adrian Gould" userId="0a44525a-5416-41c1-827b-f073cee28c70" providerId="ADAL" clId="{75C9CA9B-51BC-44C9-B107-4A70EB35575B}" dt="2024-02-08T08:08:32.523" v="71" actId="47"/>
        <pc:sldMkLst>
          <pc:docMk/>
          <pc:sldMk cId="1660443138" sldId="482"/>
        </pc:sldMkLst>
      </pc:sldChg>
      <pc:sldChg chg="del">
        <pc:chgData name="Adrian Gould" userId="0a44525a-5416-41c1-827b-f073cee28c70" providerId="ADAL" clId="{75C9CA9B-51BC-44C9-B107-4A70EB35575B}" dt="2024-02-08T08:08:32.523" v="71" actId="47"/>
        <pc:sldMkLst>
          <pc:docMk/>
          <pc:sldMk cId="3103196933" sldId="483"/>
        </pc:sldMkLst>
      </pc:sldChg>
      <pc:sldChg chg="modSp add mod">
        <pc:chgData name="Adrian Gould" userId="0a44525a-5416-41c1-827b-f073cee28c70" providerId="ADAL" clId="{75C9CA9B-51BC-44C9-B107-4A70EB35575B}" dt="2024-02-09T01:54:35.428" v="8057"/>
        <pc:sldMkLst>
          <pc:docMk/>
          <pc:sldMk cId="3185264162" sldId="483"/>
        </pc:sldMkLst>
        <pc:spChg chg="mod">
          <ac:chgData name="Adrian Gould" userId="0a44525a-5416-41c1-827b-f073cee28c70" providerId="ADAL" clId="{75C9CA9B-51BC-44C9-B107-4A70EB35575B}" dt="2024-02-09T01:54:35.428" v="8057"/>
          <ac:spMkLst>
            <pc:docMk/>
            <pc:sldMk cId="3185264162" sldId="483"/>
            <ac:spMk id="2" creationId="{E6B49155-D1AA-6FB0-A36C-DF1394C817B8}"/>
          </ac:spMkLst>
        </pc:spChg>
        <pc:graphicFrameChg chg="modGraphic">
          <ac:chgData name="Adrian Gould" userId="0a44525a-5416-41c1-827b-f073cee28c70" providerId="ADAL" clId="{75C9CA9B-51BC-44C9-B107-4A70EB35575B}" dt="2024-02-09T01:47:24.913" v="7789" actId="6549"/>
          <ac:graphicFrameMkLst>
            <pc:docMk/>
            <pc:sldMk cId="3185264162" sldId="483"/>
            <ac:graphicFrameMk id="4" creationId="{5CD5191C-1353-EF3D-4CD7-C974A048C11A}"/>
          </ac:graphicFrameMkLst>
        </pc:graphicFrameChg>
      </pc:sldChg>
      <pc:sldChg chg="del">
        <pc:chgData name="Adrian Gould" userId="0a44525a-5416-41c1-827b-f073cee28c70" providerId="ADAL" clId="{75C9CA9B-51BC-44C9-B107-4A70EB35575B}" dt="2024-02-08T08:08:32.523" v="71" actId="47"/>
        <pc:sldMkLst>
          <pc:docMk/>
          <pc:sldMk cId="1258179656" sldId="484"/>
        </pc:sldMkLst>
      </pc:sldChg>
      <pc:sldChg chg="addSp delSp modSp add mod chgLayout">
        <pc:chgData name="Adrian Gould" userId="0a44525a-5416-41c1-827b-f073cee28c70" providerId="ADAL" clId="{75C9CA9B-51BC-44C9-B107-4A70EB35575B}" dt="2024-02-09T01:54:28.054" v="8055"/>
        <pc:sldMkLst>
          <pc:docMk/>
          <pc:sldMk cId="2997497811" sldId="484"/>
        </pc:sldMkLst>
        <pc:spChg chg="mod ord">
          <ac:chgData name="Adrian Gould" userId="0a44525a-5416-41c1-827b-f073cee28c70" providerId="ADAL" clId="{75C9CA9B-51BC-44C9-B107-4A70EB35575B}" dt="2024-02-09T01:54:28.054" v="8055"/>
          <ac:spMkLst>
            <pc:docMk/>
            <pc:sldMk cId="2997497811" sldId="484"/>
            <ac:spMk id="2" creationId="{E6B49155-D1AA-6FB0-A36C-DF1394C817B8}"/>
          </ac:spMkLst>
        </pc:spChg>
        <pc:spChg chg="add mod ord">
          <ac:chgData name="Adrian Gould" userId="0a44525a-5416-41c1-827b-f073cee28c70" providerId="ADAL" clId="{75C9CA9B-51BC-44C9-B107-4A70EB35575B}" dt="2024-02-09T01:52:11.227" v="7862" actId="20577"/>
          <ac:spMkLst>
            <pc:docMk/>
            <pc:sldMk cId="2997497811" sldId="484"/>
            <ac:spMk id="13" creationId="{E112F57D-8F7E-9CD0-7947-FF2371441CEA}"/>
          </ac:spMkLst>
        </pc:spChg>
        <pc:picChg chg="add mod">
          <ac:chgData name="Adrian Gould" userId="0a44525a-5416-41c1-827b-f073cee28c70" providerId="ADAL" clId="{75C9CA9B-51BC-44C9-B107-4A70EB35575B}" dt="2024-02-09T01:53:30.186" v="8023" actId="1076"/>
          <ac:picMkLst>
            <pc:docMk/>
            <pc:sldMk cId="2997497811" sldId="484"/>
            <ac:picMk id="4" creationId="{129A66C8-68FE-DB84-08C3-377065867EA5}"/>
          </ac:picMkLst>
        </pc:picChg>
        <pc:picChg chg="add mod">
          <ac:chgData name="Adrian Gould" userId="0a44525a-5416-41c1-827b-f073cee28c70" providerId="ADAL" clId="{75C9CA9B-51BC-44C9-B107-4A70EB35575B}" dt="2024-02-09T01:53:38.960" v="8024" actId="1076"/>
          <ac:picMkLst>
            <pc:docMk/>
            <pc:sldMk cId="2997497811" sldId="484"/>
            <ac:picMk id="6" creationId="{2BB5D955-7073-D62B-18E9-A9D7E2C6CFA0}"/>
          </ac:picMkLst>
        </pc:picChg>
        <pc:picChg chg="del">
          <ac:chgData name="Adrian Gould" userId="0a44525a-5416-41c1-827b-f073cee28c70" providerId="ADAL" clId="{75C9CA9B-51BC-44C9-B107-4A70EB35575B}" dt="2024-02-09T01:47:37.648" v="7791" actId="478"/>
          <ac:picMkLst>
            <pc:docMk/>
            <pc:sldMk cId="2997497811" sldId="484"/>
            <ac:picMk id="7" creationId="{011161CB-F1D6-BA80-C497-004DF63A6840}"/>
          </ac:picMkLst>
        </pc:picChg>
        <pc:picChg chg="del">
          <ac:chgData name="Adrian Gould" userId="0a44525a-5416-41c1-827b-f073cee28c70" providerId="ADAL" clId="{75C9CA9B-51BC-44C9-B107-4A70EB35575B}" dt="2024-02-09T01:47:36.650" v="7790" actId="478"/>
          <ac:picMkLst>
            <pc:docMk/>
            <pc:sldMk cId="2997497811" sldId="484"/>
            <ac:picMk id="9" creationId="{A4EDB7D4-92F9-2C8A-6CD5-1C92525B0E3A}"/>
          </ac:picMkLst>
        </pc:picChg>
        <pc:picChg chg="add del mod">
          <ac:chgData name="Adrian Gould" userId="0a44525a-5416-41c1-827b-f073cee28c70" providerId="ADAL" clId="{75C9CA9B-51BC-44C9-B107-4A70EB35575B}" dt="2024-02-09T01:51:32.814" v="7802" actId="478"/>
          <ac:picMkLst>
            <pc:docMk/>
            <pc:sldMk cId="2997497811" sldId="484"/>
            <ac:picMk id="10" creationId="{89949699-BE75-3CF6-4CD9-C8BF95F789EB}"/>
          </ac:picMkLst>
        </pc:picChg>
        <pc:picChg chg="add del mod">
          <ac:chgData name="Adrian Gould" userId="0a44525a-5416-41c1-827b-f073cee28c70" providerId="ADAL" clId="{75C9CA9B-51BC-44C9-B107-4A70EB35575B}" dt="2024-02-09T01:51:33.632" v="7803" actId="478"/>
          <ac:picMkLst>
            <pc:docMk/>
            <pc:sldMk cId="2997497811" sldId="484"/>
            <ac:picMk id="12" creationId="{07040574-A979-355E-E7B8-5D02D5BF66B7}"/>
          </ac:picMkLst>
        </pc:picChg>
      </pc:sldChg>
      <pc:sldChg chg="addSp delSp modSp add mod chgLayout">
        <pc:chgData name="Adrian Gould" userId="0a44525a-5416-41c1-827b-f073cee28c70" providerId="ADAL" clId="{75C9CA9B-51BC-44C9-B107-4A70EB35575B}" dt="2024-02-09T01:54:31.857" v="8056"/>
        <pc:sldMkLst>
          <pc:docMk/>
          <pc:sldMk cId="543810764" sldId="485"/>
        </pc:sldMkLst>
        <pc:spChg chg="mod ord">
          <ac:chgData name="Adrian Gould" userId="0a44525a-5416-41c1-827b-f073cee28c70" providerId="ADAL" clId="{75C9CA9B-51BC-44C9-B107-4A70EB35575B}" dt="2024-02-09T01:54:31.857" v="8056"/>
          <ac:spMkLst>
            <pc:docMk/>
            <pc:sldMk cId="543810764" sldId="485"/>
            <ac:spMk id="2" creationId="{E6B49155-D1AA-6FB0-A36C-DF1394C817B8}"/>
          </ac:spMkLst>
        </pc:spChg>
        <pc:spChg chg="add mod ord">
          <ac:chgData name="Adrian Gould" userId="0a44525a-5416-41c1-827b-f073cee28c70" providerId="ADAL" clId="{75C9CA9B-51BC-44C9-B107-4A70EB35575B}" dt="2024-02-09T01:53:08.259" v="8019" actId="20577"/>
          <ac:spMkLst>
            <pc:docMk/>
            <pc:sldMk cId="543810764" sldId="485"/>
            <ac:spMk id="3" creationId="{6DD02C35-718B-361A-33A5-E39837E57D97}"/>
          </ac:spMkLst>
        </pc:spChg>
        <pc:picChg chg="del">
          <ac:chgData name="Adrian Gould" userId="0a44525a-5416-41c1-827b-f073cee28c70" providerId="ADAL" clId="{75C9CA9B-51BC-44C9-B107-4A70EB35575B}" dt="2024-02-09T01:51:35.286" v="7804" actId="478"/>
          <ac:picMkLst>
            <pc:docMk/>
            <pc:sldMk cId="543810764" sldId="485"/>
            <ac:picMk id="4" creationId="{129A66C8-68FE-DB84-08C3-377065867EA5}"/>
          </ac:picMkLst>
        </pc:picChg>
        <pc:picChg chg="del">
          <ac:chgData name="Adrian Gould" userId="0a44525a-5416-41c1-827b-f073cee28c70" providerId="ADAL" clId="{75C9CA9B-51BC-44C9-B107-4A70EB35575B}" dt="2024-02-09T01:51:36.164" v="7805" actId="478"/>
          <ac:picMkLst>
            <pc:docMk/>
            <pc:sldMk cId="543810764" sldId="485"/>
            <ac:picMk id="6" creationId="{2BB5D955-7073-D62B-18E9-A9D7E2C6CFA0}"/>
          </ac:picMkLst>
        </pc:picChg>
        <pc:picChg chg="mod">
          <ac:chgData name="Adrian Gould" userId="0a44525a-5416-41c1-827b-f073cee28c70" providerId="ADAL" clId="{75C9CA9B-51BC-44C9-B107-4A70EB35575B}" dt="2024-02-09T01:53:21.773" v="8021" actId="1076"/>
          <ac:picMkLst>
            <pc:docMk/>
            <pc:sldMk cId="543810764" sldId="485"/>
            <ac:picMk id="10" creationId="{89949699-BE75-3CF6-4CD9-C8BF95F789EB}"/>
          </ac:picMkLst>
        </pc:picChg>
        <pc:picChg chg="mod">
          <ac:chgData name="Adrian Gould" userId="0a44525a-5416-41c1-827b-f073cee28c70" providerId="ADAL" clId="{75C9CA9B-51BC-44C9-B107-4A70EB35575B}" dt="2024-02-09T01:53:24.836" v="8022" actId="1076"/>
          <ac:picMkLst>
            <pc:docMk/>
            <pc:sldMk cId="543810764" sldId="485"/>
            <ac:picMk id="12" creationId="{07040574-A979-355E-E7B8-5D02D5BF66B7}"/>
          </ac:picMkLst>
        </pc:picChg>
      </pc:sldChg>
      <pc:sldChg chg="add del">
        <pc:chgData name="Adrian Gould" userId="0a44525a-5416-41c1-827b-f073cee28c70" providerId="ADAL" clId="{75C9CA9B-51BC-44C9-B107-4A70EB35575B}" dt="2024-02-09T01:43:22.531" v="7453" actId="47"/>
        <pc:sldMkLst>
          <pc:docMk/>
          <pc:sldMk cId="817942222" sldId="485"/>
        </pc:sldMkLst>
      </pc:sldChg>
      <pc:sldChg chg="del">
        <pc:chgData name="Adrian Gould" userId="0a44525a-5416-41c1-827b-f073cee28c70" providerId="ADAL" clId="{75C9CA9B-51BC-44C9-B107-4A70EB35575B}" dt="2024-02-08T08:08:27.886" v="68" actId="47"/>
        <pc:sldMkLst>
          <pc:docMk/>
          <pc:sldMk cId="3176834394" sldId="485"/>
        </pc:sldMkLst>
      </pc:sldChg>
      <pc:sldChg chg="add del">
        <pc:chgData name="Adrian Gould" userId="0a44525a-5416-41c1-827b-f073cee28c70" providerId="ADAL" clId="{75C9CA9B-51BC-44C9-B107-4A70EB35575B}" dt="2024-02-09T01:43:25.008" v="7454" actId="47"/>
        <pc:sldMkLst>
          <pc:docMk/>
          <pc:sldMk cId="1209954230" sldId="486"/>
        </pc:sldMkLst>
      </pc:sldChg>
      <pc:sldChg chg="del">
        <pc:chgData name="Adrian Gould" userId="0a44525a-5416-41c1-827b-f073cee28c70" providerId="ADAL" clId="{75C9CA9B-51BC-44C9-B107-4A70EB35575B}" dt="2024-02-08T08:08:27.886" v="68" actId="47"/>
        <pc:sldMkLst>
          <pc:docMk/>
          <pc:sldMk cId="1639180503" sldId="486"/>
        </pc:sldMkLst>
      </pc:sldChg>
      <pc:sldChg chg="modSp add mod">
        <pc:chgData name="Adrian Gould" userId="0a44525a-5416-41c1-827b-f073cee28c70" providerId="ADAL" clId="{75C9CA9B-51BC-44C9-B107-4A70EB35575B}" dt="2024-02-09T01:54:19.270" v="8054" actId="6549"/>
        <pc:sldMkLst>
          <pc:docMk/>
          <pc:sldMk cId="3315275075" sldId="486"/>
        </pc:sldMkLst>
        <pc:spChg chg="mod">
          <ac:chgData name="Adrian Gould" userId="0a44525a-5416-41c1-827b-f073cee28c70" providerId="ADAL" clId="{75C9CA9B-51BC-44C9-B107-4A70EB35575B}" dt="2024-02-09T01:54:19.270" v="8054" actId="6549"/>
          <ac:spMkLst>
            <pc:docMk/>
            <pc:sldMk cId="3315275075" sldId="486"/>
            <ac:spMk id="28" creationId="{065F1D14-4430-FC90-3C26-E7C64BE29869}"/>
          </ac:spMkLst>
        </pc:spChg>
      </pc:sldChg>
      <pc:sldChg chg="modSp add mod">
        <pc:chgData name="Adrian Gould" userId="0a44525a-5416-41c1-827b-f073cee28c70" providerId="ADAL" clId="{75C9CA9B-51BC-44C9-B107-4A70EB35575B}" dt="2024-02-09T01:56:16.339" v="8104"/>
        <pc:sldMkLst>
          <pc:docMk/>
          <pc:sldMk cId="2230322810" sldId="487"/>
        </pc:sldMkLst>
        <pc:spChg chg="mod">
          <ac:chgData name="Adrian Gould" userId="0a44525a-5416-41c1-827b-f073cee28c70" providerId="ADAL" clId="{75C9CA9B-51BC-44C9-B107-4A70EB35575B}" dt="2024-02-09T01:55:23.422" v="8076" actId="20577"/>
          <ac:spMkLst>
            <pc:docMk/>
            <pc:sldMk cId="2230322810" sldId="487"/>
            <ac:spMk id="2" creationId="{E6B49155-D1AA-6FB0-A36C-DF1394C817B8}"/>
          </ac:spMkLst>
        </pc:spChg>
        <pc:spChg chg="mod">
          <ac:chgData name="Adrian Gould" userId="0a44525a-5416-41c1-827b-f073cee28c70" providerId="ADAL" clId="{75C9CA9B-51BC-44C9-B107-4A70EB35575B}" dt="2024-02-09T01:56:16.339" v="8104"/>
          <ac:spMkLst>
            <pc:docMk/>
            <pc:sldMk cId="2230322810" sldId="487"/>
            <ac:spMk id="3" creationId="{EE53FE40-4CB6-3C4D-D3DD-058AFFE118A3}"/>
          </ac:spMkLst>
        </pc:spChg>
      </pc:sldChg>
      <pc:sldChg chg="del">
        <pc:chgData name="Adrian Gould" userId="0a44525a-5416-41c1-827b-f073cee28c70" providerId="ADAL" clId="{75C9CA9B-51BC-44C9-B107-4A70EB35575B}" dt="2024-02-08T08:08:27.886" v="68" actId="47"/>
        <pc:sldMkLst>
          <pc:docMk/>
          <pc:sldMk cId="3483514173" sldId="487"/>
        </pc:sldMkLst>
      </pc:sldChg>
      <pc:sldChg chg="modSp add mod">
        <pc:chgData name="Adrian Gould" userId="0a44525a-5416-41c1-827b-f073cee28c70" providerId="ADAL" clId="{75C9CA9B-51BC-44C9-B107-4A70EB35575B}" dt="2024-02-09T02:05:39.589" v="8119" actId="20577"/>
        <pc:sldMkLst>
          <pc:docMk/>
          <pc:sldMk cId="1353394061" sldId="488"/>
        </pc:sldMkLst>
        <pc:spChg chg="mod">
          <ac:chgData name="Adrian Gould" userId="0a44525a-5416-41c1-827b-f073cee28c70" providerId="ADAL" clId="{75C9CA9B-51BC-44C9-B107-4A70EB35575B}" dt="2024-02-09T02:05:39.589" v="8119" actId="20577"/>
          <ac:spMkLst>
            <pc:docMk/>
            <pc:sldMk cId="1353394061" sldId="488"/>
            <ac:spMk id="28" creationId="{065F1D14-4430-FC90-3C26-E7C64BE29869}"/>
          </ac:spMkLst>
        </pc:spChg>
      </pc:sldChg>
      <pc:sldChg chg="add del">
        <pc:chgData name="Adrian Gould" userId="0a44525a-5416-41c1-827b-f073cee28c70" providerId="ADAL" clId="{75C9CA9B-51BC-44C9-B107-4A70EB35575B}" dt="2024-02-09T01:55:25.971" v="8077" actId="47"/>
        <pc:sldMkLst>
          <pc:docMk/>
          <pc:sldMk cId="1882383304" sldId="488"/>
        </pc:sldMkLst>
      </pc:sldChg>
      <pc:sldChg chg="addSp delSp modSp add mod chgLayout">
        <pc:chgData name="Adrian Gould" userId="0a44525a-5416-41c1-827b-f073cee28c70" providerId="ADAL" clId="{75C9CA9B-51BC-44C9-B107-4A70EB35575B}" dt="2024-02-09T02:06:04.134" v="8187" actId="20577"/>
        <pc:sldMkLst>
          <pc:docMk/>
          <pc:sldMk cId="2283726692" sldId="489"/>
        </pc:sldMkLst>
        <pc:spChg chg="mod ord">
          <ac:chgData name="Adrian Gould" userId="0a44525a-5416-41c1-827b-f073cee28c70" providerId="ADAL" clId="{75C9CA9B-51BC-44C9-B107-4A70EB35575B}" dt="2024-02-09T02:05:53.739" v="8137" actId="20577"/>
          <ac:spMkLst>
            <pc:docMk/>
            <pc:sldMk cId="2283726692" sldId="489"/>
            <ac:spMk id="2" creationId="{E6B49155-D1AA-6FB0-A36C-DF1394C817B8}"/>
          </ac:spMkLst>
        </pc:spChg>
        <pc:spChg chg="mod ord">
          <ac:chgData name="Adrian Gould" userId="0a44525a-5416-41c1-827b-f073cee28c70" providerId="ADAL" clId="{75C9CA9B-51BC-44C9-B107-4A70EB35575B}" dt="2024-02-09T02:06:04.134" v="8187" actId="20577"/>
          <ac:spMkLst>
            <pc:docMk/>
            <pc:sldMk cId="2283726692" sldId="489"/>
            <ac:spMk id="3" creationId="{EE53FE40-4CB6-3C4D-D3DD-058AFFE118A3}"/>
          </ac:spMkLst>
        </pc:spChg>
        <pc:spChg chg="add del mod">
          <ac:chgData name="Adrian Gould" userId="0a44525a-5416-41c1-827b-f073cee28c70" providerId="ADAL" clId="{75C9CA9B-51BC-44C9-B107-4A70EB35575B}" dt="2024-02-09T02:05:46.231" v="8121" actId="6264"/>
          <ac:spMkLst>
            <pc:docMk/>
            <pc:sldMk cId="2283726692" sldId="489"/>
            <ac:spMk id="4" creationId="{281D235C-969E-0D2C-2058-E1C10A623C1B}"/>
          </ac:spMkLst>
        </pc:spChg>
        <pc:spChg chg="add del mod">
          <ac:chgData name="Adrian Gould" userId="0a44525a-5416-41c1-827b-f073cee28c70" providerId="ADAL" clId="{75C9CA9B-51BC-44C9-B107-4A70EB35575B}" dt="2024-02-09T02:05:46.231" v="8121" actId="6264"/>
          <ac:spMkLst>
            <pc:docMk/>
            <pc:sldMk cId="2283726692" sldId="489"/>
            <ac:spMk id="5" creationId="{ADB2069D-04D5-6215-1A70-E09AA683E7F7}"/>
          </ac:spMkLst>
        </pc:spChg>
      </pc:sldChg>
      <pc:sldChg chg="add del">
        <pc:chgData name="Adrian Gould" userId="0a44525a-5416-41c1-827b-f073cee28c70" providerId="ADAL" clId="{75C9CA9B-51BC-44C9-B107-4A70EB35575B}" dt="2024-02-09T01:55:28.253" v="8078" actId="47"/>
        <pc:sldMkLst>
          <pc:docMk/>
          <pc:sldMk cId="2458335006" sldId="489"/>
        </pc:sldMkLst>
      </pc:sldChg>
      <pc:sldChg chg="add del">
        <pc:chgData name="Adrian Gould" userId="0a44525a-5416-41c1-827b-f073cee28c70" providerId="ADAL" clId="{75C9CA9B-51BC-44C9-B107-4A70EB35575B}" dt="2024-02-09T01:55:30.077" v="8079" actId="47"/>
        <pc:sldMkLst>
          <pc:docMk/>
          <pc:sldMk cId="974691005" sldId="490"/>
        </pc:sldMkLst>
      </pc:sldChg>
      <pc:sldChg chg="add del">
        <pc:chgData name="Adrian Gould" userId="0a44525a-5416-41c1-827b-f073cee28c70" providerId="ADAL" clId="{75C9CA9B-51BC-44C9-B107-4A70EB35575B}" dt="2024-02-09T01:55:31.443" v="8080" actId="47"/>
        <pc:sldMkLst>
          <pc:docMk/>
          <pc:sldMk cId="3801603329" sldId="4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E978B-318F-4BF8-9148-04744686F210}" type="datetimeFigureOut">
              <a:rPr lang="en-AU" smtClean="0"/>
              <a:t>9/02/2024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13DF8C-A96D-4A8B-B35C-6AAF411683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440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97172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22132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08213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77524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0742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49472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65863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86759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5211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912073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45813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7852940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58343247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5235436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5075545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4416204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446637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6902548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8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951281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2910913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01532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9/02/2024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914329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639090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26711071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454972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091054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094653"/>
      </p:ext>
    </p:extLst>
  </p:cSld>
  <p:clrMapOvr>
    <a:masterClrMapping/>
  </p:clrMapOvr>
  <p:transition spd="slow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3124391"/>
      </p:ext>
    </p:extLst>
  </p:cSld>
  <p:clrMapOvr>
    <a:masterClrMapping/>
  </p:clrMapOvr>
  <p:transition spd="slow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677842"/>
      </p:ext>
    </p:extLst>
  </p:cSld>
  <p:clrMapOvr>
    <a:masterClrMapping/>
  </p:clrMapOvr>
  <p:transition spd="slow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439502"/>
      </p:ext>
    </p:extLst>
  </p:cSld>
  <p:clrMapOvr>
    <a:masterClrMapping/>
  </p:clrMapOvr>
  <p:transition spd="slow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7761409"/>
      </p:ext>
    </p:extLst>
  </p:cSld>
  <p:clrMapOvr>
    <a:masterClrMapping/>
  </p:clrMapOvr>
  <p:transition spd="slow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551233"/>
      </p:ext>
    </p:extLst>
  </p:cSld>
  <p:clrMapOvr>
    <a:masterClrMapping/>
  </p:clrMapOvr>
  <p:transition spd="slow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9/02/2024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7872616"/>
      </p:ext>
    </p:extLst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7325809"/>
      </p:ext>
    </p:extLst>
  </p:cSld>
  <p:clrMapOvr>
    <a:masterClrMapping/>
  </p:clrMapOvr>
  <p:transition spd="slow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009829"/>
      </p:ext>
    </p:extLst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5945563"/>
      </p:ext>
    </p:extLst>
  </p:cSld>
  <p:clrMapOvr>
    <a:masterClrMapping/>
  </p:clrMapOvr>
  <p:transition spd="slow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44494"/>
      </p:ext>
    </p:extLst>
  </p:cSld>
  <p:clrMapOvr>
    <a:masterClrMapping/>
  </p:clrMapOvr>
  <p:transition spd="slow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2350594"/>
      </p:ext>
    </p:extLst>
  </p:cSld>
  <p:clrMapOvr>
    <a:masterClrMapping/>
  </p:clrMapOvr>
  <p:transition spd="slow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9059109"/>
      </p:ext>
    </p:extLst>
  </p:cSld>
  <p:clrMapOvr>
    <a:masterClrMapping/>
  </p:clrMapOvr>
  <p:transition spd="slow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440938"/>
      </p:ext>
    </p:extLst>
  </p:cSld>
  <p:clrMapOvr>
    <a:masterClrMapping/>
  </p:clrMapOvr>
  <p:transition spd="slow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4279959"/>
      </p:ext>
    </p:extLst>
  </p:cSld>
  <p:clrMapOvr>
    <a:masterClrMapping/>
  </p:clrMapOvr>
  <p:transition spd="slow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590441"/>
      </p:ext>
    </p:extLst>
  </p:cSld>
  <p:clrMapOvr>
    <a:masterClrMapping/>
  </p:clrMapOvr>
  <p:transition spd="slow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9257663"/>
      </p:ext>
    </p:extLst>
  </p:cSld>
  <p:clrMapOvr>
    <a:masterClrMapping/>
  </p:clrMapOvr>
  <p:transition spd="slow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646541"/>
      </p:ext>
    </p:extLst>
  </p:cSld>
  <p:clrMapOvr>
    <a:masterClrMapping/>
  </p:clrMapOvr>
  <p:transition spd="slow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842572"/>
      </p:ext>
    </p:extLst>
  </p:cSld>
  <p:clrMapOvr>
    <a:masterClrMapping/>
  </p:clrMapOvr>
  <p:transition spd="slow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037543"/>
      </p:ext>
    </p:extLst>
  </p:cSld>
  <p:clrMapOvr>
    <a:masterClrMapping/>
  </p:clrMapOvr>
  <p:transition spd="slow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5812088"/>
      </p:ext>
    </p:extLst>
  </p:cSld>
  <p:clrMapOvr>
    <a:masterClrMapping/>
  </p:clrMapOvr>
  <p:transition spd="slow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0765084"/>
      </p:ext>
    </p:extLst>
  </p:cSld>
  <p:clrMapOvr>
    <a:masterClrMapping/>
  </p:clrMapOvr>
  <p:transition spd="slow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7664379"/>
      </p:ext>
    </p:extLst>
  </p:cSld>
  <p:clrMapOvr>
    <a:masterClrMapping/>
  </p:clrMapOvr>
  <p:transition spd="slow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9627324"/>
      </p:ext>
    </p:extLst>
  </p:cSld>
  <p:clrMapOvr>
    <a:masterClrMapping/>
  </p:clrMapOvr>
  <p:transition spd="slow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146778"/>
      </p:ext>
    </p:extLst>
  </p:cSld>
  <p:clrMapOvr>
    <a:masterClrMapping/>
  </p:clrMapOvr>
  <p:transition spd="slow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866695"/>
      </p:ext>
    </p:extLst>
  </p:cSld>
  <p:clrMapOvr>
    <a:masterClrMapping/>
  </p:clrMapOvr>
  <p:transition spd="slow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941442"/>
      </p:ext>
    </p:extLst>
  </p:cSld>
  <p:clrMapOvr>
    <a:masterClrMapping/>
  </p:clrMapOvr>
  <p:transition spd="slow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579322"/>
      </p:ext>
    </p:extLst>
  </p:cSld>
  <p:clrMapOvr>
    <a:masterClrMapping/>
  </p:clrMapOvr>
  <p:transition spd="slow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2395453"/>
      </p:ext>
    </p:extLst>
  </p:cSld>
  <p:clrMapOvr>
    <a:masterClrMapping/>
  </p:clrMapOvr>
  <p:transition spd="slow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220297"/>
      </p:ext>
    </p:extLst>
  </p:cSld>
  <p:clrMapOvr>
    <a:masterClrMapping/>
  </p:clrMapOvr>
  <p:transition spd="slow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9710051"/>
      </p:ext>
    </p:extLst>
  </p:cSld>
  <p:clrMapOvr>
    <a:masterClrMapping/>
  </p:clrMapOvr>
  <p:transition spd="slow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7095686"/>
      </p:ext>
    </p:extLst>
  </p:cSld>
  <p:clrMapOvr>
    <a:masterClrMapping/>
  </p:clrMapOvr>
  <p:transition spd="slow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082501"/>
      </p:ext>
    </p:extLst>
  </p:cSld>
  <p:clrMapOvr>
    <a:masterClrMapping/>
  </p:clrMapOvr>
  <p:transition spd="slow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6643192"/>
      </p:ext>
    </p:extLst>
  </p:cSld>
  <p:clrMapOvr>
    <a:masterClrMapping/>
  </p:clrMapOvr>
  <p:transition spd="slow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5730182"/>
      </p:ext>
    </p:extLst>
  </p:cSld>
  <p:clrMapOvr>
    <a:masterClrMapping/>
  </p:clrMapOvr>
  <p:transition spd="slow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84613"/>
      </p:ext>
    </p:extLst>
  </p:cSld>
  <p:clrMapOvr>
    <a:masterClrMapping/>
  </p:clrMapOvr>
  <p:transition spd="slow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113288"/>
      </p:ext>
    </p:extLst>
  </p:cSld>
  <p:clrMapOvr>
    <a:masterClrMapping/>
  </p:clrMapOvr>
  <p:transition spd="slow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045618"/>
      </p:ext>
    </p:extLst>
  </p:cSld>
  <p:clrMapOvr>
    <a:masterClrMapping/>
  </p:clrMapOvr>
  <p:transition spd="slow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9998777"/>
      </p:ext>
    </p:extLst>
  </p:cSld>
  <p:clrMapOvr>
    <a:masterClrMapping/>
  </p:clrMapOvr>
  <p:transition spd="slow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052585"/>
      </p:ext>
    </p:extLst>
  </p:cSld>
  <p:clrMapOvr>
    <a:masterClrMapping/>
  </p:clrMapOvr>
  <p:transition spd="slow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4099411"/>
      </p:ext>
    </p:extLst>
  </p:cSld>
  <p:clrMapOvr>
    <a:masterClrMapping/>
  </p:clrMapOvr>
  <p:transition spd="slow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144768"/>
      </p:ext>
    </p:extLst>
  </p:cSld>
  <p:clrMapOvr>
    <a:masterClrMapping/>
  </p:clrMapOvr>
  <p:transition spd="slow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7102047"/>
      </p:ext>
    </p:extLst>
  </p:cSld>
  <p:clrMapOvr>
    <a:masterClrMapping/>
  </p:clrMapOvr>
  <p:transition spd="slow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389621"/>
      </p:ext>
    </p:extLst>
  </p:cSld>
  <p:clrMapOvr>
    <a:masterClrMapping/>
  </p:clrMapOvr>
  <p:transition spd="slow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9817362"/>
      </p:ext>
    </p:extLst>
  </p:cSld>
  <p:clrMapOvr>
    <a:masterClrMapping/>
  </p:clrMapOvr>
  <p:transition spd="slow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3219357"/>
      </p:ext>
    </p:extLst>
  </p:cSld>
  <p:clrMapOvr>
    <a:masterClrMapping/>
  </p:clrMapOvr>
  <p:transition spd="slow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639140"/>
      </p:ext>
    </p:extLst>
  </p:cSld>
  <p:clrMapOvr>
    <a:masterClrMapping/>
  </p:clrMapOvr>
  <p:transition spd="slow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8202440"/>
      </p:ext>
    </p:extLst>
  </p:cSld>
  <p:clrMapOvr>
    <a:masterClrMapping/>
  </p:clrMapOvr>
  <p:transition spd="slow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6118706"/>
      </p:ext>
    </p:extLst>
  </p:cSld>
  <p:clrMapOvr>
    <a:masterClrMapping/>
  </p:clrMapOvr>
  <p:transition spd="slow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297514"/>
      </p:ext>
    </p:extLst>
  </p:cSld>
  <p:clrMapOvr>
    <a:masterClrMapping/>
  </p:clrMapOvr>
  <p:transition spd="slow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6331379"/>
      </p:ext>
    </p:extLst>
  </p:cSld>
  <p:clrMapOvr>
    <a:masterClrMapping/>
  </p:clrMapOvr>
  <p:transition spd="slow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500825"/>
      </p:ext>
    </p:extLst>
  </p:cSld>
  <p:clrMapOvr>
    <a:masterClrMapping/>
  </p:clrMapOvr>
  <p:transition spd="slow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379820"/>
      </p:ext>
    </p:extLst>
  </p:cSld>
  <p:clrMapOvr>
    <a:masterClrMapping/>
  </p:clrMapOvr>
  <p:transition spd="slow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786074"/>
      </p:ext>
    </p:extLst>
  </p:cSld>
  <p:clrMapOvr>
    <a:masterClrMapping/>
  </p:clrMapOvr>
  <p:transition spd="slow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2273943"/>
      </p:ext>
    </p:extLst>
  </p:cSld>
  <p:clrMapOvr>
    <a:masterClrMapping/>
  </p:clrMapOvr>
  <p:transition spd="slow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435440"/>
      </p:ext>
    </p:extLst>
  </p:cSld>
  <p:clrMapOvr>
    <a:masterClrMapping/>
  </p:clrMapOvr>
  <p:transition spd="slow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95935"/>
      </p:ext>
    </p:extLst>
  </p:cSld>
  <p:clrMapOvr>
    <a:masterClrMapping/>
  </p:clrMapOvr>
  <p:transition spd="slow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185332"/>
      </p:ext>
    </p:extLst>
  </p:cSld>
  <p:clrMapOvr>
    <a:masterClrMapping/>
  </p:clrMapOvr>
  <p:transition spd="slow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5765892"/>
      </p:ext>
    </p:extLst>
  </p:cSld>
  <p:clrMapOvr>
    <a:masterClrMapping/>
  </p:clrMapOvr>
  <p:transition spd="slow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031487"/>
      </p:ext>
    </p:extLst>
  </p:cSld>
  <p:clrMapOvr>
    <a:masterClrMapping/>
  </p:clrMapOvr>
  <p:transition spd="slow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6082134"/>
      </p:ext>
    </p:extLst>
  </p:cSld>
  <p:clrMapOvr>
    <a:masterClrMapping/>
  </p:clrMapOvr>
  <p:transition spd="slow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5485142"/>
      </p:ext>
    </p:extLst>
  </p:cSld>
  <p:clrMapOvr>
    <a:masterClrMapping/>
  </p:clrMapOvr>
  <p:transition spd="slow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1969938"/>
      </p:ext>
    </p:extLst>
  </p:cSld>
  <p:clrMapOvr>
    <a:masterClrMapping/>
  </p:clrMapOvr>
  <p:transition spd="slow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283881"/>
      </p:ext>
    </p:extLst>
  </p:cSld>
  <p:clrMapOvr>
    <a:masterClrMapping/>
  </p:clrMapOvr>
  <p:transition spd="slow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006424"/>
      </p:ext>
    </p:extLst>
  </p:cSld>
  <p:clrMapOvr>
    <a:masterClrMapping/>
  </p:clrMapOvr>
  <p:transition spd="slow"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959658"/>
      </p:ext>
    </p:extLst>
  </p:cSld>
  <p:clrMapOvr>
    <a:masterClrMapping/>
  </p:clrMapOvr>
  <p:transition spd="slow"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5316661"/>
      </p:ext>
    </p:extLst>
  </p:cSld>
  <p:clrMapOvr>
    <a:masterClrMapping/>
  </p:clrMapOvr>
  <p:transition spd="slow"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2312828"/>
      </p:ext>
    </p:extLst>
  </p:cSld>
  <p:clrMapOvr>
    <a:masterClrMapping/>
  </p:clrMapOvr>
  <p:transition spd="slow"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389694"/>
      </p:ext>
    </p:extLst>
  </p:cSld>
  <p:clrMapOvr>
    <a:masterClrMapping/>
  </p:clrMapOvr>
  <p:transition spd="slow"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7756321"/>
      </p:ext>
    </p:extLst>
  </p:cSld>
  <p:clrMapOvr>
    <a:masterClrMapping/>
  </p:clrMapOvr>
  <p:transition spd="slow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377667"/>
      </p:ext>
    </p:extLst>
  </p:cSld>
  <p:clrMapOvr>
    <a:masterClrMapping/>
  </p:clrMapOvr>
  <p:transition spd="slow"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1518369"/>
      </p:ext>
    </p:extLst>
  </p:cSld>
  <p:clrMapOvr>
    <a:masterClrMapping/>
  </p:clrMapOvr>
  <p:transition spd="slow"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1450234"/>
      </p:ext>
    </p:extLst>
  </p:cSld>
  <p:clrMapOvr>
    <a:masterClrMapping/>
  </p:clrMapOvr>
  <p:transition spd="slow"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679199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8800938"/>
      </p:ext>
    </p:extLst>
  </p:cSld>
  <p:clrMapOvr>
    <a:masterClrMapping/>
  </p:clrMapOvr>
  <p:transition spd="slow">
    <p:fad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578032"/>
      </p:ext>
    </p:extLst>
  </p:cSld>
  <p:clrMapOvr>
    <a:masterClrMapping/>
  </p:clrMapOvr>
  <p:transition spd="slow">
    <p:fade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5599382"/>
      </p:ext>
    </p:extLst>
  </p:cSld>
  <p:clrMapOvr>
    <a:masterClrMapping/>
  </p:clrMapOvr>
  <p:transition spd="slow">
    <p:fade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3226191"/>
      </p:ext>
    </p:extLst>
  </p:cSld>
  <p:clrMapOvr>
    <a:masterClrMapping/>
  </p:clrMapOvr>
  <p:transition spd="slow">
    <p:fad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065649"/>
      </p:ext>
    </p:extLst>
  </p:cSld>
  <p:clrMapOvr>
    <a:masterClrMapping/>
  </p:clrMapOvr>
  <p:transition spd="slow">
    <p:fade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1847952"/>
      </p:ext>
    </p:extLst>
  </p:cSld>
  <p:clrMapOvr>
    <a:masterClrMapping/>
  </p:clrMapOvr>
  <p:transition spd="slow">
    <p:fade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742388"/>
      </p:ext>
    </p:extLst>
  </p:cSld>
  <p:clrMapOvr>
    <a:masterClrMapping/>
  </p:clrMapOvr>
  <p:transition spd="slow"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28909"/>
      </p:ext>
    </p:extLst>
  </p:cSld>
  <p:clrMapOvr>
    <a:masterClrMapping/>
  </p:clrMapOvr>
  <p:transition spd="slow"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949875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913130"/>
      </p:ext>
    </p:extLst>
  </p:cSld>
  <p:clrMapOvr>
    <a:masterClrMapping/>
  </p:clrMapOvr>
  <p:hf hd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456127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92264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03298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245966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61617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336091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58231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422970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240910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881950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30407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263826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14777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94600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483741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79424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03280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737626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08466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8367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025110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38333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72933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603705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521436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45080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77024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43125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22243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936901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401920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7754979"/>
      </p:ext>
    </p:extLst>
  </p:cSld>
  <p:clrMapOvr>
    <a:masterClrMapping/>
  </p:clrMapOvr>
  <p:transition spd="slow">
    <p:fade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360377"/>
      </p:ext>
    </p:extLst>
  </p:cSld>
  <p:clrMapOvr>
    <a:masterClrMapping/>
  </p:clrMapOvr>
  <p:transition spd="slow">
    <p:fade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9064148"/>
      </p:ext>
    </p:extLst>
  </p:cSld>
  <p:clrMapOvr>
    <a:masterClrMapping/>
  </p:clrMapOvr>
  <p:transition spd="slow">
    <p:fade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2742752"/>
      </p:ext>
    </p:extLst>
  </p:cSld>
  <p:clrMapOvr>
    <a:masterClrMapping/>
  </p:clrMapOvr>
  <p:transition spd="slow">
    <p:fade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2929718"/>
      </p:ext>
    </p:extLst>
  </p:cSld>
  <p:clrMapOvr>
    <a:masterClrMapping/>
  </p:clrMapOvr>
  <p:transition spd="slow">
    <p:fade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485039"/>
      </p:ext>
    </p:extLst>
  </p:cSld>
  <p:clrMapOvr>
    <a:masterClrMapping/>
  </p:clrMapOvr>
  <p:transition spd="slow">
    <p:fade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988109"/>
      </p:ext>
    </p:extLst>
  </p:cSld>
  <p:clrMapOvr>
    <a:masterClrMapping/>
  </p:clrMapOvr>
  <p:transition spd="slow">
    <p:fade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331647"/>
      </p:ext>
    </p:extLst>
  </p:cSld>
  <p:clrMapOvr>
    <a:masterClrMapping/>
  </p:clrMapOvr>
  <p:transition spd="slow">
    <p:fade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779250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272729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em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emf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emf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emf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image" Target="../media/image3.jpeg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7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theme" Target="../theme/theme13.xml"/><Relationship Id="rId5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7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50.xml"/><Relationship Id="rId4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E2B1F-3BA7-43D8-54B8-9DA63BB590F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CD4F25-35BD-D59F-8D88-D390634E6B3E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66792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1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  <p:pic>
        <p:nvPicPr>
          <p:cNvPr id="11" name="Picture 10" descr="Shape, rectangle&#10;&#10;Description automatically generated">
            <a:extLst>
              <a:ext uri="{FF2B5EF4-FFF2-40B4-BE49-F238E27FC236}">
                <a16:creationId xmlns:a16="http://schemas.microsoft.com/office/drawing/2014/main" id="{FB1B3E2C-5634-B283-5DA9-CF2AA0C62510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" r="786" b="90698"/>
          <a:stretch/>
        </p:blipFill>
        <p:spPr>
          <a:xfrm>
            <a:off x="0" y="0"/>
            <a:ext cx="12192000" cy="756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43A73D-BC11-784C-91CA-D338A5444653}"/>
              </a:ext>
            </a:extLst>
          </p:cNvPr>
          <p:cNvSpPr txBox="1"/>
          <p:nvPr userDrawn="1"/>
        </p:nvSpPr>
        <p:spPr>
          <a:xfrm rot="16200000">
            <a:off x="-2391618" y="3266444"/>
            <a:ext cx="5420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</a:rPr>
              <a:t>ICT40120 Certificate IV in Programming</a:t>
            </a:r>
          </a:p>
        </p:txBody>
      </p:sp>
    </p:spTree>
    <p:extLst>
      <p:ext uri="{BB962C8B-B14F-4D97-AF65-F5344CB8AC3E}">
        <p14:creationId xmlns:p14="http://schemas.microsoft.com/office/powerpoint/2010/main" val="3883497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3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5733F300-0A4E-72B7-DE64-0D266581486E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t="-1" b="90593"/>
          <a:stretch/>
        </p:blipFill>
        <p:spPr>
          <a:xfrm>
            <a:off x="0" y="0"/>
            <a:ext cx="12192000" cy="76943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30000"/>
            <a:biLevel thresh="7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4022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C11DD-A15C-4F20-5497-445A07C596A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F5C0C4-2700-5C2E-E243-A32AC6D7823C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5546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E11DD5-AE95-6FD5-F8ED-581EC212662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B93067-C2A8-9188-F67D-1811D395F548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6734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 descr="Shape&#10;&#10;Description automatically generated with low confidence">
            <a:extLst>
              <a:ext uri="{FF2B5EF4-FFF2-40B4-BE49-F238E27FC236}">
                <a16:creationId xmlns:a16="http://schemas.microsoft.com/office/drawing/2014/main" id="{A7CC75FF-9724-8147-A0FC-729B7F64182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/>
          <a:stretch/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63C976-4323-BEC4-D794-29DE4A65855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561454-5231-CD4C-E25B-2A0FBF4C7721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  <a:biLevel thresh="2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95585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C2F6B-FCEF-2A83-9D11-F99C242B3A0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DCD787-14C6-1E61-13ED-101927EA526B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197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D6E24-8DEC-3744-9360-4F74DC4CCB8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3C2C9F-DCB7-A316-B061-B71274F85B8F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0079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F743F-302A-D5A5-923F-4E3553F2D64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BE2B0E-C479-8999-813C-931896F8186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59627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5D370-27CE-1543-DE20-99096E7ED37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7917601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A7F89-7143-E432-6480-FB158F149B8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6784963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5C7F7-5515-9DD4-EE0B-1026F29427E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442744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80" t="15106" r="9315" b="9369"/>
          <a:stretch/>
        </p:blipFill>
        <p:spPr>
          <a:xfrm>
            <a:off x="-57876" y="0"/>
            <a:ext cx="12249875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4ABB8-7D50-6384-C614-FB8D78343DD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686878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329E7-8084-71E1-C3DE-7E44BA3F9B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536819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AU" sz="9600" dirty="0"/>
              <a:t>General Dev Skills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4400" dirty="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Command Line Basics</a:t>
            </a:r>
          </a:p>
        </p:txBody>
      </p:sp>
    </p:spTree>
    <p:extLst>
      <p:ext uri="{BB962C8B-B14F-4D97-AF65-F5344CB8AC3E}">
        <p14:creationId xmlns:p14="http://schemas.microsoft.com/office/powerpoint/2010/main" val="148043322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dirty="0"/>
              <a:t>Background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General Dev Skills – Command Line Basics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9309334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Command Line</a:t>
            </a:r>
          </a:p>
          <a:p>
            <a:r>
              <a:rPr lang="en-AU" dirty="0"/>
              <a:t>CLI</a:t>
            </a:r>
          </a:p>
          <a:p>
            <a:pPr lvl="1"/>
            <a:r>
              <a:rPr lang="en-AU" dirty="0"/>
              <a:t>Command Prompt (MS-DOS style)</a:t>
            </a:r>
          </a:p>
          <a:p>
            <a:pPr lvl="1"/>
            <a:r>
              <a:rPr lang="en-AU" dirty="0"/>
              <a:t>Linux Shell (BASH, FISH, ZSH et al)</a:t>
            </a:r>
          </a:p>
          <a:p>
            <a:pPr lvl="1"/>
            <a:r>
              <a:rPr lang="en-AU" dirty="0"/>
              <a:t>PowerShell</a:t>
            </a:r>
          </a:p>
        </p:txBody>
      </p:sp>
    </p:spTree>
    <p:extLst>
      <p:ext uri="{BB962C8B-B14F-4D97-AF65-F5344CB8AC3E}">
        <p14:creationId xmlns:p14="http://schemas.microsoft.com/office/powerpoint/2010/main" val="1369898744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 fontScale="85000" lnSpcReduction="20000"/>
          </a:bodyPr>
          <a:lstStyle/>
          <a:p>
            <a:r>
              <a:rPr lang="en-AU" dirty="0"/>
              <a:t>Starting the Command Line</a:t>
            </a:r>
          </a:p>
          <a:p>
            <a:r>
              <a:rPr lang="en-AU" dirty="0"/>
              <a:t>Option 1:</a:t>
            </a:r>
          </a:p>
          <a:p>
            <a:pPr lvl="1"/>
            <a:r>
              <a:rPr lang="en-AU" dirty="0"/>
              <a:t>Start Menu</a:t>
            </a:r>
          </a:p>
          <a:p>
            <a:pPr lvl="1"/>
            <a:r>
              <a:rPr lang="en-AU" dirty="0"/>
              <a:t>Type “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command prompt</a:t>
            </a:r>
            <a:r>
              <a:rPr lang="en-AU" dirty="0"/>
              <a:t>”</a:t>
            </a:r>
          </a:p>
          <a:p>
            <a:pPr lvl="1"/>
            <a:r>
              <a:rPr lang="en-AU" dirty="0"/>
              <a:t>click on required option</a:t>
            </a:r>
          </a:p>
          <a:p>
            <a:endParaRPr lang="en-AU" dirty="0"/>
          </a:p>
          <a:p>
            <a:r>
              <a:rPr lang="en-AU" dirty="0"/>
              <a:t>Option 2: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Window</a:t>
            </a:r>
            <a:r>
              <a:rPr lang="en-AU" dirty="0"/>
              <a:t> +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R</a:t>
            </a:r>
            <a:r>
              <a:rPr lang="en-AU" dirty="0"/>
              <a:t> </a:t>
            </a:r>
          </a:p>
          <a:p>
            <a:pPr lvl="1"/>
            <a:r>
              <a:rPr lang="en-AU" dirty="0"/>
              <a:t>type in “</a:t>
            </a:r>
            <a:r>
              <a:rPr lang="en-AU" dirty="0" err="1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cmd</a:t>
            </a:r>
            <a:r>
              <a:rPr lang="en-AU" dirty="0"/>
              <a:t>”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B76F5-DCC1-7250-CABD-EB6EBE39AE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5823"/>
          <a:stretch/>
        </p:blipFill>
        <p:spPr>
          <a:xfrm>
            <a:off x="7967410" y="2398236"/>
            <a:ext cx="2895851" cy="10840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655416-8A6F-9681-D094-F1702B4C9A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134"/>
          <a:stretch/>
        </p:blipFill>
        <p:spPr>
          <a:xfrm>
            <a:off x="7967411" y="3659399"/>
            <a:ext cx="2895851" cy="68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21095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What it looks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Basic – text only</a:t>
            </a:r>
          </a:p>
          <a:p>
            <a:r>
              <a:rPr lang="en-AU" dirty="0"/>
              <a:t>Display shows:</a:t>
            </a:r>
          </a:p>
          <a:p>
            <a:pPr lvl="1"/>
            <a:r>
              <a:rPr lang="en-AU" dirty="0"/>
              <a:t>Introduction (Microsoft Windows…)</a:t>
            </a:r>
          </a:p>
          <a:p>
            <a:pPr lvl="1"/>
            <a:r>
              <a:rPr lang="en-AU" dirty="0"/>
              <a:t>The prompt</a:t>
            </a:r>
          </a:p>
          <a:p>
            <a:pPr lvl="2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C:\Users\USER_NAME\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936235-66B0-62A5-1EAF-8DAE29745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425" y="1690688"/>
            <a:ext cx="4839375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122795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What it looks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The prompt</a:t>
            </a:r>
          </a:p>
          <a:p>
            <a:pPr lvl="2">
              <a:tabLst>
                <a:tab pos="3676650" algn="l"/>
              </a:tabLst>
            </a:pP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C:\</a:t>
            </a:r>
            <a:r>
              <a:rPr lang="en-AU" dirty="0"/>
              <a:t>	Drive letter</a:t>
            </a:r>
          </a:p>
          <a:p>
            <a:pPr lvl="2">
              <a:tabLst>
                <a:tab pos="3676650" algn="l"/>
              </a:tabLst>
            </a:pP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Users</a:t>
            </a:r>
            <a:r>
              <a:rPr lang="en-AU" dirty="0"/>
              <a:t>	The computer account folder</a:t>
            </a:r>
          </a:p>
          <a:p>
            <a:pPr lvl="2">
              <a:tabLst>
                <a:tab pos="3676650" algn="l"/>
              </a:tabLst>
            </a:pP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USER_NAME</a:t>
            </a:r>
            <a:r>
              <a:rPr lang="en-AU" dirty="0"/>
              <a:t>	Your user folder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936235-66B0-62A5-1EAF-8DAE29745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787" y="4705193"/>
            <a:ext cx="4839375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4805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dirty="0"/>
              <a:t>Spaces and Sensitivity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General Dev Skills – Command Line Basics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4463143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Command Case Sensitivity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 lnSpcReduction="10000"/>
          </a:bodyPr>
          <a:lstStyle/>
          <a:p>
            <a:r>
              <a:rPr lang="en-AU" dirty="0"/>
              <a:t>The command line in the DOS prompt is</a:t>
            </a:r>
          </a:p>
          <a:p>
            <a:pPr lvl="1"/>
            <a:r>
              <a:rPr lang="en-AU" dirty="0"/>
              <a:t>NOT CASE SENSITIVE</a:t>
            </a:r>
          </a:p>
          <a:p>
            <a:r>
              <a:rPr lang="en-AU" dirty="0"/>
              <a:t>So, all of the following are the same: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CD </a:t>
            </a:r>
            <a:r>
              <a:rPr lang="en-AU" dirty="0" err="1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abc</a:t>
            </a:r>
            <a:endParaRPr lang="en-AU" dirty="0">
              <a:solidFill>
                <a:srgbClr val="FFC00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cd </a:t>
            </a:r>
            <a:r>
              <a:rPr lang="en-AU" dirty="0" err="1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abc</a:t>
            </a:r>
            <a:endParaRPr lang="en-AU" dirty="0">
              <a:solidFill>
                <a:srgbClr val="FFC00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Cd </a:t>
            </a:r>
            <a:r>
              <a:rPr lang="en-AU" dirty="0" err="1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abc</a:t>
            </a:r>
            <a:endParaRPr lang="en-AU" dirty="0">
              <a:solidFill>
                <a:srgbClr val="FFC00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pPr lvl="1"/>
            <a:r>
              <a:rPr lang="en-AU" dirty="0" err="1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cD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 err="1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abc</a:t>
            </a:r>
            <a:endParaRPr lang="en-AU" dirty="0">
              <a:solidFill>
                <a:srgbClr val="FFC00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68132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Command Line and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 fontScale="85000" lnSpcReduction="20000"/>
          </a:bodyPr>
          <a:lstStyle/>
          <a:p>
            <a:r>
              <a:rPr lang="en-AU" dirty="0"/>
              <a:t>The SPACE is a command delimiter</a:t>
            </a:r>
          </a:p>
          <a:p>
            <a:r>
              <a:rPr lang="en-AU" dirty="0"/>
              <a:t>It separates the various parts of the command</a:t>
            </a:r>
          </a:p>
          <a:p>
            <a:r>
              <a:rPr lang="en-AU" dirty="0"/>
              <a:t>For example:</a:t>
            </a:r>
            <a:endParaRPr lang="en-AU" dirty="0">
              <a:solidFill>
                <a:srgbClr val="FFC00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Copy </a:t>
            </a:r>
            <a:r>
              <a:rPr lang="en-AU" dirty="0">
                <a:solidFill>
                  <a:srgbClr val="00B05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/v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>
                <a:solidFill>
                  <a:srgbClr val="FF0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a.txt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b.txt</a:t>
            </a:r>
          </a:p>
          <a:p>
            <a:pPr lvl="1"/>
            <a:endParaRPr lang="en-AU" dirty="0">
              <a:solidFill>
                <a:srgbClr val="FFC00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copy </a:t>
            </a:r>
            <a:r>
              <a:rPr lang="en-AU" dirty="0"/>
              <a:t>is the command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		</a:t>
            </a:r>
            <a:r>
              <a:rPr lang="en-AU" dirty="0">
                <a:solidFill>
                  <a:srgbClr val="00B05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/v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/>
              <a:t>is a switch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			</a:t>
            </a:r>
            <a:r>
              <a:rPr lang="en-AU" dirty="0">
                <a:solidFill>
                  <a:srgbClr val="FF0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a.txt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/>
              <a:t>is the source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				</a:t>
            </a:r>
            <a:r>
              <a:rPr lang="en-AU" dirty="0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b.txt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/>
              <a:t>the destination</a:t>
            </a:r>
          </a:p>
          <a:p>
            <a:endParaRPr lang="en-AU" dirty="0">
              <a:solidFill>
                <a:srgbClr val="FFC00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056022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dirty="0"/>
              <a:t>Command Switches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General Dev Skills – Command Line Basics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95580771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Command Switches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 lnSpcReduction="10000"/>
          </a:bodyPr>
          <a:lstStyle/>
          <a:p>
            <a:r>
              <a:rPr lang="en-AU" dirty="0"/>
              <a:t>Commands may have switches</a:t>
            </a:r>
          </a:p>
          <a:p>
            <a:r>
              <a:rPr lang="en-AU" dirty="0"/>
              <a:t>Tells command to perform optional action</a:t>
            </a:r>
          </a:p>
          <a:p>
            <a:r>
              <a:rPr lang="en-AU" dirty="0"/>
              <a:t>Usually (in DOS)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/</a:t>
            </a:r>
            <a:r>
              <a:rPr lang="en-AU" dirty="0"/>
              <a:t> followed by switch</a:t>
            </a:r>
          </a:p>
          <a:p>
            <a:r>
              <a:rPr lang="en-AU" dirty="0"/>
              <a:t>Examples: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/v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/r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/w</a:t>
            </a:r>
          </a:p>
        </p:txBody>
      </p:sp>
    </p:spTree>
    <p:extLst>
      <p:ext uri="{BB962C8B-B14F-4D97-AF65-F5344CB8AC3E}">
        <p14:creationId xmlns:p14="http://schemas.microsoft.com/office/powerpoint/2010/main" val="2845604947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Command Line and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 fontScale="85000" lnSpcReduction="20000"/>
          </a:bodyPr>
          <a:lstStyle/>
          <a:p>
            <a:r>
              <a:rPr lang="en-AU" dirty="0"/>
              <a:t>The SPACE is a command delimiter</a:t>
            </a:r>
          </a:p>
          <a:p>
            <a:r>
              <a:rPr lang="en-AU" dirty="0"/>
              <a:t>It separates the various parts of the command</a:t>
            </a:r>
          </a:p>
          <a:p>
            <a:r>
              <a:rPr lang="en-AU" dirty="0"/>
              <a:t>For example:</a:t>
            </a:r>
            <a:endParaRPr lang="en-AU" dirty="0">
              <a:solidFill>
                <a:srgbClr val="FFC00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Copy </a:t>
            </a:r>
            <a:r>
              <a:rPr lang="en-AU" dirty="0">
                <a:solidFill>
                  <a:srgbClr val="00B05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/v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>
                <a:solidFill>
                  <a:srgbClr val="FF0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a.txt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b.txt</a:t>
            </a:r>
          </a:p>
          <a:p>
            <a:pPr lvl="1"/>
            <a:endParaRPr lang="en-AU" dirty="0">
              <a:solidFill>
                <a:srgbClr val="FFC00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copy </a:t>
            </a:r>
            <a:r>
              <a:rPr lang="en-AU" dirty="0"/>
              <a:t>is the command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		</a:t>
            </a:r>
            <a:r>
              <a:rPr lang="en-AU" dirty="0">
                <a:solidFill>
                  <a:srgbClr val="00B05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/v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/>
              <a:t>is a switch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			</a:t>
            </a:r>
            <a:r>
              <a:rPr lang="en-AU" dirty="0">
                <a:solidFill>
                  <a:srgbClr val="FF0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a.txt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/>
              <a:t>is the source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				</a:t>
            </a:r>
            <a:r>
              <a:rPr lang="en-AU" dirty="0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b.txt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/>
              <a:t>the destination</a:t>
            </a:r>
          </a:p>
          <a:p>
            <a:endParaRPr lang="en-AU" dirty="0">
              <a:solidFill>
                <a:srgbClr val="FFC00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509611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dirty="0"/>
              <a:t>Folders and Files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General Dev Skills – Command Line Basics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7022023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Folders and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Folders hold collections of (related) files</a:t>
            </a:r>
          </a:p>
          <a:p>
            <a:endParaRPr lang="en-AU" dirty="0"/>
          </a:p>
          <a:p>
            <a:r>
              <a:rPr lang="en-AU" dirty="0"/>
              <a:t>Files contain text, pictures, video, audio, source code and many other possibilities</a:t>
            </a:r>
          </a:p>
        </p:txBody>
      </p:sp>
    </p:spTree>
    <p:extLst>
      <p:ext uri="{BB962C8B-B14F-4D97-AF65-F5344CB8AC3E}">
        <p14:creationId xmlns:p14="http://schemas.microsoft.com/office/powerpoint/2010/main" val="3270266491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Folder and File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 lnSpcReduction="10000"/>
          </a:bodyPr>
          <a:lstStyle/>
          <a:p>
            <a:r>
              <a:rPr lang="en-AU" dirty="0"/>
              <a:t>Usually, file names:</a:t>
            </a:r>
          </a:p>
          <a:p>
            <a:pPr lvl="1"/>
            <a:r>
              <a:rPr lang="en-AU" dirty="0"/>
              <a:t>Contain two parts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Name</a:t>
            </a:r>
            <a:r>
              <a:rPr lang="en-AU" dirty="0"/>
              <a:t> and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Extension</a:t>
            </a:r>
          </a:p>
          <a:p>
            <a:pPr lvl="1"/>
            <a:r>
              <a:rPr lang="en-AU" dirty="0"/>
              <a:t>Separated by a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.</a:t>
            </a:r>
          </a:p>
          <a:p>
            <a:endParaRPr lang="en-AU" dirty="0"/>
          </a:p>
          <a:p>
            <a:r>
              <a:rPr lang="en-AU" dirty="0"/>
              <a:t>Folder names usually:</a:t>
            </a:r>
          </a:p>
          <a:p>
            <a:pPr lvl="1"/>
            <a:r>
              <a:rPr lang="en-AU" dirty="0"/>
              <a:t>Have just a name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A5FA240B-AC25-1267-582C-18C0AEDB652F}"/>
              </a:ext>
            </a:extLst>
          </p:cNvPr>
          <p:cNvSpPr/>
          <p:nvPr/>
        </p:nvSpPr>
        <p:spPr>
          <a:xfrm>
            <a:off x="6848474" y="1690688"/>
            <a:ext cx="4152901" cy="2984121"/>
          </a:xfrm>
          <a:prstGeom prst="wedgeRoundRectCallout">
            <a:avLst>
              <a:gd name="adj1" fmla="val 29933"/>
              <a:gd name="adj2" fmla="val 73432"/>
              <a:gd name="adj3" fmla="val 16667"/>
            </a:avLst>
          </a:prstGeom>
          <a:solidFill>
            <a:srgbClr val="44911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400" dirty="0"/>
              <a:t>Files and folders may use the 	</a:t>
            </a:r>
            <a:r>
              <a:rPr lang="en-AU" sz="2400" dirty="0">
                <a:solidFill>
                  <a:schemeClr val="tx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.</a:t>
            </a:r>
            <a:r>
              <a:rPr lang="en-AU" sz="2400" dirty="0"/>
              <a:t> (full-stop)</a:t>
            </a:r>
            <a:br>
              <a:rPr lang="en-AU" sz="2400" dirty="0"/>
            </a:br>
            <a:r>
              <a:rPr lang="en-AU" sz="2400" dirty="0"/>
              <a:t>zero or more times.</a:t>
            </a:r>
          </a:p>
          <a:p>
            <a:endParaRPr lang="en-AU" sz="2400" dirty="0"/>
          </a:p>
          <a:p>
            <a:r>
              <a:rPr lang="en-AU" sz="2400" dirty="0"/>
              <a:t>Generally:</a:t>
            </a:r>
          </a:p>
          <a:p>
            <a:pPr>
              <a:tabLst>
                <a:tab pos="361950" algn="l"/>
              </a:tabLst>
            </a:pPr>
            <a:r>
              <a:rPr lang="en-AU" sz="2400" dirty="0"/>
              <a:t>	File-names have a full-stop</a:t>
            </a:r>
          </a:p>
          <a:p>
            <a:r>
              <a:rPr lang="en-AU" sz="2400" dirty="0"/>
              <a:t>Folder names do not</a:t>
            </a:r>
            <a:endParaRPr lang="en-AU" sz="2400" dirty="0">
              <a:solidFill>
                <a:schemeClr val="tx1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46554-CA43-0AFC-E22B-3A06C41781E0}"/>
              </a:ext>
            </a:extLst>
          </p:cNvPr>
          <p:cNvSpPr txBox="1"/>
          <p:nvPr/>
        </p:nvSpPr>
        <p:spPr>
          <a:xfrm>
            <a:off x="9963150" y="5072903"/>
            <a:ext cx="13906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6000" dirty="0"/>
              <a:t>🦆</a:t>
            </a:r>
          </a:p>
        </p:txBody>
      </p:sp>
    </p:spTree>
    <p:extLst>
      <p:ext uri="{BB962C8B-B14F-4D97-AF65-F5344CB8AC3E}">
        <p14:creationId xmlns:p14="http://schemas.microsoft.com/office/powerpoint/2010/main" val="485689627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Folders and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numCol="1" rtlCol="0" anchor="t">
            <a:normAutofit lnSpcReduction="10000"/>
          </a:bodyPr>
          <a:lstStyle/>
          <a:p>
            <a:r>
              <a:rPr lang="en-AU" dirty="0"/>
              <a:t>Text Files</a:t>
            </a:r>
          </a:p>
          <a:p>
            <a:pPr lvl="1"/>
            <a:r>
              <a:rPr lang="en-AU" dirty="0"/>
              <a:t>Human readable content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C06DF-9153-4300-F924-D6DD870263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Example extensions: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.</a:t>
            </a:r>
            <a:r>
              <a:rPr lang="en-AU" dirty="0" err="1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py</a:t>
            </a:r>
            <a:r>
              <a:rPr lang="en-AU" dirty="0"/>
              <a:t> 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.txt 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.php 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.</a:t>
            </a:r>
            <a:r>
              <a:rPr lang="en-AU" dirty="0" err="1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js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.html 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.md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27617739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Folders and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numCol="1" rtlCol="0" anchor="t">
            <a:normAutofit fontScale="92500" lnSpcReduction="10000"/>
          </a:bodyPr>
          <a:lstStyle/>
          <a:p>
            <a:r>
              <a:rPr lang="en-AU" dirty="0"/>
              <a:t>Binary Files</a:t>
            </a:r>
          </a:p>
          <a:p>
            <a:pPr lvl="1"/>
            <a:r>
              <a:rPr lang="en-AU" dirty="0"/>
              <a:t>Computer readable only</a:t>
            </a:r>
          </a:p>
          <a:p>
            <a:pPr lvl="1"/>
            <a:r>
              <a:rPr lang="en-AU" dirty="0"/>
              <a:t>Usually require special applications</a:t>
            </a:r>
          </a:p>
          <a:p>
            <a:pPr lvl="1"/>
            <a:r>
              <a:rPr lang="en-AU" dirty="0"/>
              <a:t>Or are executable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F9A51-1C8C-9056-9E04-6274A24658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Common extensions include: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.jpg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.</a:t>
            </a:r>
            <a:r>
              <a:rPr lang="en-AU" dirty="0" err="1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avi</a:t>
            </a:r>
            <a:endParaRPr lang="en-AU" dirty="0">
              <a:solidFill>
                <a:srgbClr val="FFC00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.bin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.xlsx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.com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.exe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20006406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dirty="0"/>
              <a:t>Folder and Directories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General Dev Skills – Command Line Basics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1445924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Folders and Directories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They are the same thing</a:t>
            </a:r>
            <a:br>
              <a:rPr lang="en-AU" dirty="0"/>
            </a:br>
            <a:endParaRPr lang="en-AU" dirty="0"/>
          </a:p>
          <a:p>
            <a:r>
              <a:rPr lang="en-AU" dirty="0"/>
              <a:t>Windows calls them </a:t>
            </a:r>
            <a:r>
              <a:rPr lang="en-AU" dirty="0">
                <a:solidFill>
                  <a:srgbClr val="00B0F0"/>
                </a:solidFill>
              </a:rPr>
              <a:t>folders</a:t>
            </a:r>
            <a:br>
              <a:rPr lang="en-AU" dirty="0">
                <a:solidFill>
                  <a:srgbClr val="00B0F0"/>
                </a:solidFill>
              </a:rPr>
            </a:br>
            <a:endParaRPr lang="en-AU" dirty="0">
              <a:solidFill>
                <a:srgbClr val="00B0F0"/>
              </a:solidFill>
            </a:endParaRPr>
          </a:p>
          <a:p>
            <a:r>
              <a:rPr lang="en-AU" dirty="0"/>
              <a:t>Generally, we call them </a:t>
            </a:r>
            <a:r>
              <a:rPr lang="en-AU" dirty="0">
                <a:solidFill>
                  <a:srgbClr val="00B0F0"/>
                </a:solidFill>
              </a:rPr>
              <a:t>directories</a:t>
            </a:r>
            <a:r>
              <a:rPr lang="en-AU" dirty="0"/>
              <a:t> when using command prompts</a:t>
            </a:r>
          </a:p>
        </p:txBody>
      </p:sp>
    </p:spTree>
    <p:extLst>
      <p:ext uri="{BB962C8B-B14F-4D97-AF65-F5344CB8AC3E}">
        <p14:creationId xmlns:p14="http://schemas.microsoft.com/office/powerpoint/2010/main" val="271645923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Files and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 fontScale="92500" lnSpcReduction="10000"/>
          </a:bodyPr>
          <a:lstStyle/>
          <a:p>
            <a:r>
              <a:rPr lang="en-AU" dirty="0"/>
              <a:t>Naming Files &amp; Folders</a:t>
            </a:r>
            <a:br>
              <a:rPr lang="en-AU" dirty="0"/>
            </a:br>
            <a:endParaRPr lang="en-AU" dirty="0"/>
          </a:p>
          <a:p>
            <a:r>
              <a:rPr lang="en-AU" dirty="0"/>
              <a:t>Only use: 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a</a:t>
            </a:r>
            <a:r>
              <a:rPr lang="en-AU" dirty="0"/>
              <a:t> –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z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0</a:t>
            </a:r>
            <a:r>
              <a:rPr lang="en-AU" dirty="0"/>
              <a:t> –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9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-</a:t>
            </a:r>
            <a:r>
              <a:rPr lang="en-AU" dirty="0"/>
              <a:t> (minus) 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_</a:t>
            </a:r>
            <a:r>
              <a:rPr lang="en-AU" dirty="0"/>
              <a:t> (underscore)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.</a:t>
            </a:r>
            <a:r>
              <a:rPr lang="en-AU" dirty="0"/>
              <a:t> (dot/full-stop)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9F657B73-B869-22D8-4F8C-D68CD0775C40}"/>
              </a:ext>
            </a:extLst>
          </p:cNvPr>
          <p:cNvSpPr/>
          <p:nvPr/>
        </p:nvSpPr>
        <p:spPr>
          <a:xfrm>
            <a:off x="6353878" y="2028826"/>
            <a:ext cx="4666547" cy="2571750"/>
          </a:xfrm>
          <a:prstGeom prst="wedgeRoundRectCallout">
            <a:avLst>
              <a:gd name="adj1" fmla="val 33452"/>
              <a:gd name="adj2" fmla="val 73293"/>
              <a:gd name="adj3" fmla="val 16667"/>
            </a:avLst>
          </a:prstGeom>
          <a:solidFill>
            <a:srgbClr val="44911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400" dirty="0"/>
              <a:t>If you use other characters, including the space, you will need to wrap the name in quotes.</a:t>
            </a:r>
          </a:p>
          <a:p>
            <a:br>
              <a:rPr lang="en-AU" sz="2400" dirty="0"/>
            </a:br>
            <a:r>
              <a:rPr lang="en-AU" sz="2400" dirty="0"/>
              <a:t>For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mkdir “Do Not Use Spaces”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35B6E0-D6C2-C667-3173-0867B25A718C}"/>
              </a:ext>
            </a:extLst>
          </p:cNvPr>
          <p:cNvSpPr txBox="1"/>
          <p:nvPr/>
        </p:nvSpPr>
        <p:spPr>
          <a:xfrm>
            <a:off x="9858375" y="4938735"/>
            <a:ext cx="1676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6000" dirty="0"/>
              <a:t>🦆</a:t>
            </a:r>
          </a:p>
        </p:txBody>
      </p:sp>
    </p:spTree>
    <p:extLst>
      <p:ext uri="{BB962C8B-B14F-4D97-AF65-F5344CB8AC3E}">
        <p14:creationId xmlns:p14="http://schemas.microsoft.com/office/powerpoint/2010/main" val="3660558413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Case Sensitivity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F0D939-E4A7-061E-C394-017411E1BB64}"/>
              </a:ext>
            </a:extLst>
          </p:cNvPr>
          <p:cNvSpPr/>
          <p:nvPr/>
        </p:nvSpPr>
        <p:spPr>
          <a:xfrm>
            <a:off x="838200" y="1825625"/>
            <a:ext cx="2638425" cy="72707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>
                <a:solidFill>
                  <a:schemeClr val="tx1"/>
                </a:solidFill>
              </a:rPr>
              <a:t>WARNING</a:t>
            </a:r>
          </a:p>
          <a:p>
            <a:pPr lvl="1"/>
            <a:r>
              <a:rPr lang="en-AU" dirty="0"/>
              <a:t>Windows is usually NOT case sensitive</a:t>
            </a:r>
          </a:p>
          <a:p>
            <a:pPr lvl="1"/>
            <a:r>
              <a:rPr lang="en-AU" dirty="0"/>
              <a:t>Other operating systems usually are</a:t>
            </a:r>
          </a:p>
          <a:p>
            <a:endParaRPr lang="en-AU" dirty="0"/>
          </a:p>
          <a:p>
            <a:r>
              <a:rPr lang="en-AU" dirty="0"/>
              <a:t>Recommend:</a:t>
            </a:r>
          </a:p>
          <a:p>
            <a:pPr lvl="1"/>
            <a:r>
              <a:rPr lang="en-AU" dirty="0"/>
              <a:t>Use only LOWER CASE for all Files and Folders</a:t>
            </a:r>
          </a:p>
        </p:txBody>
      </p:sp>
    </p:spTree>
    <p:extLst>
      <p:ext uri="{BB962C8B-B14F-4D97-AF65-F5344CB8AC3E}">
        <p14:creationId xmlns:p14="http://schemas.microsoft.com/office/powerpoint/2010/main" val="2471778472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dirty="0"/>
              <a:t>Listing Files and Folders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General Dev Skills – Command Line Basics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81129510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Listing Files and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Command: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DIR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r>
              <a:rPr lang="en-AU" dirty="0"/>
              <a:t>List all files/folders “long” format</a:t>
            </a:r>
          </a:p>
          <a:p>
            <a:pPr lvl="1"/>
            <a:r>
              <a:rPr lang="en-AU" dirty="0"/>
              <a:t>Date, time, type (&lt;DIR&gt; or blank), size, name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E40B48-C763-0C66-6945-96A67576A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320" y="1825625"/>
            <a:ext cx="4696480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011200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Listing Files and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 lnSpcReduction="10000"/>
          </a:bodyPr>
          <a:lstStyle/>
          <a:p>
            <a:r>
              <a:rPr lang="en-AU" dirty="0"/>
              <a:t>Command: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DIR /W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r>
              <a:rPr lang="en-AU" dirty="0"/>
              <a:t>List all files/folders “wide format”</a:t>
            </a:r>
          </a:p>
          <a:p>
            <a:pPr lvl="1"/>
            <a:r>
              <a:rPr lang="en-AU" dirty="0"/>
              <a:t>The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/W</a:t>
            </a:r>
            <a:r>
              <a:rPr lang="en-AU" dirty="0"/>
              <a:t> is known as a switch </a:t>
            </a:r>
          </a:p>
          <a:p>
            <a:pPr lvl="1"/>
            <a:r>
              <a:rPr lang="en-AU" dirty="0"/>
              <a:t>Folders in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[</a:t>
            </a:r>
            <a:r>
              <a:rPr lang="en-AU" dirty="0"/>
              <a:t> …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561644-3744-B2DA-62C3-C6A4DB7EE6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754"/>
          <a:stretch/>
        </p:blipFill>
        <p:spPr>
          <a:xfrm>
            <a:off x="5214729" y="1825626"/>
            <a:ext cx="6139071" cy="211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80919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Listing Files and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Command: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DIR *.txt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r>
              <a:rPr lang="en-AU" dirty="0"/>
              <a:t>List all files with the extension of .txt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F72B3-3DA7-2E1E-BA8D-05A02703E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101" y="1825625"/>
            <a:ext cx="6304699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28334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dirty="0"/>
              <a:t>Creating Empty Files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General Dev Skills – Command Line Basics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3488172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Creating Empty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Command: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copy </a:t>
            </a:r>
            <a:r>
              <a:rPr lang="en-AU" dirty="0" err="1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nul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&gt; FILENAME.EXTENSION</a:t>
            </a:r>
          </a:p>
          <a:p>
            <a:pPr lvl="1"/>
            <a:endParaRPr lang="en-AU" dirty="0"/>
          </a:p>
          <a:p>
            <a:r>
              <a:rPr lang="en-AU" dirty="0"/>
              <a:t>Creates an empty file called:</a:t>
            </a:r>
          </a:p>
          <a:p>
            <a:pPr lvl="1"/>
            <a:r>
              <a:rPr lang="en-AU" dirty="0"/>
              <a:t>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FILENAME.EXTENSION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313470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Creating Empty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Example: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copy </a:t>
            </a:r>
            <a:r>
              <a:rPr lang="en-AU" dirty="0" err="1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nul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&gt; ReadMe.md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COPY </a:t>
            </a:r>
            <a:r>
              <a:rPr lang="en-AU" dirty="0" err="1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nul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&gt; .keep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Copy </a:t>
            </a:r>
            <a:r>
              <a:rPr lang="en-AU" dirty="0" err="1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nul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&gt; data.csv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92496844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dirty="0"/>
              <a:t>Creating Folders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General Dev Skills – Command Line Basics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32159796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Creating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Command: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MKDIR</a:t>
            </a:r>
            <a:r>
              <a:rPr lang="en-AU" dirty="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 err="1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Folder_Name</a:t>
            </a:r>
            <a:endParaRPr lang="en-AU" dirty="0">
              <a:solidFill>
                <a:srgbClr val="00B0F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pPr lvl="1"/>
            <a:endParaRPr lang="en-AU" dirty="0"/>
          </a:p>
          <a:p>
            <a:r>
              <a:rPr lang="en-AU" dirty="0"/>
              <a:t>Creates a new folder called “</a:t>
            </a:r>
            <a:r>
              <a:rPr lang="en-AU" dirty="0" err="1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Folder_Name</a:t>
            </a:r>
            <a:r>
              <a:rPr lang="en-AU" dirty="0"/>
              <a:t>”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65F06-BB80-EE6F-160A-2C8FA9B2D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1" y="4799105"/>
            <a:ext cx="4591050" cy="128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21529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Creating Multiple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Command: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MKDIR</a:t>
            </a:r>
            <a:r>
              <a:rPr lang="en-AU" dirty="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Folder_1 Folder_2 Folder_3</a:t>
            </a:r>
          </a:p>
          <a:p>
            <a:r>
              <a:rPr lang="en-AU" dirty="0"/>
              <a:t>For example: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mkdir </a:t>
            </a:r>
            <a:r>
              <a:rPr lang="en-AU" dirty="0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alpha bravo </a:t>
            </a:r>
            <a:r>
              <a:rPr lang="en-AU" dirty="0" err="1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charlie</a:t>
            </a:r>
            <a:endParaRPr lang="en-AU" dirty="0">
              <a:solidFill>
                <a:srgbClr val="00B0F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9381534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Creating Nested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Command: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MKDIR</a:t>
            </a:r>
            <a:r>
              <a:rPr lang="en-AU" dirty="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 err="1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Parent_Folder</a:t>
            </a:r>
            <a:r>
              <a:rPr lang="en-AU" dirty="0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\</a:t>
            </a:r>
            <a:r>
              <a:rPr lang="en-AU" dirty="0" err="1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Child_Folder</a:t>
            </a:r>
            <a:endParaRPr lang="en-AU" dirty="0">
              <a:solidFill>
                <a:srgbClr val="00B0F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r>
              <a:rPr lang="en-AU" dirty="0"/>
              <a:t>For example: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Mkdir </a:t>
            </a:r>
            <a:r>
              <a:rPr lang="en-AU" dirty="0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Practice\</a:t>
            </a:r>
            <a:r>
              <a:rPr lang="en-AU" dirty="0" err="1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Demo_Folder</a:t>
            </a:r>
            <a:endParaRPr lang="en-AU" dirty="0">
              <a:solidFill>
                <a:srgbClr val="00B0F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AEFFB8-DBB1-7038-2F3A-CC2BBBA55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518" y="4926459"/>
            <a:ext cx="6067282" cy="116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10222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dirty="0"/>
              <a:t>Changing Folders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General Dev Skills – Command Line Basics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2953275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Changing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 lnSpcReduction="10000"/>
          </a:bodyPr>
          <a:lstStyle/>
          <a:p>
            <a:r>
              <a:rPr lang="en-AU" dirty="0"/>
              <a:t>Command: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CD</a:t>
            </a:r>
            <a:r>
              <a:rPr lang="en-AU" dirty="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 err="1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Folder_Name</a:t>
            </a:r>
            <a:endParaRPr lang="en-AU" dirty="0">
              <a:solidFill>
                <a:srgbClr val="00B0F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pPr lvl="1"/>
            <a:endParaRPr lang="en-AU" dirty="0"/>
          </a:p>
          <a:p>
            <a:r>
              <a:rPr lang="en-AU" dirty="0"/>
              <a:t>Changes into the folder called </a:t>
            </a:r>
            <a:r>
              <a:rPr lang="en-AU" dirty="0" err="1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Folder_Name</a:t>
            </a:r>
            <a:endParaRPr lang="en-AU" dirty="0">
              <a:solidFill>
                <a:srgbClr val="00B0F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endParaRPr lang="en-AU" dirty="0"/>
          </a:p>
          <a:p>
            <a:r>
              <a:rPr lang="en-AU" dirty="0"/>
              <a:t>For example: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CD</a:t>
            </a:r>
            <a:r>
              <a:rPr lang="en-AU" dirty="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Practice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E0F827-8ECF-713C-BC20-86AF3821E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885" y="4921703"/>
            <a:ext cx="4791915" cy="116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59323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Changing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 fontScale="85000" lnSpcReduction="20000"/>
          </a:bodyPr>
          <a:lstStyle/>
          <a:p>
            <a:r>
              <a:rPr lang="en-AU" dirty="0"/>
              <a:t>Changing into a Parent and Child Folder in one step: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cd</a:t>
            </a:r>
            <a:r>
              <a:rPr lang="en-AU" dirty="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 </a:t>
            </a:r>
            <a:r>
              <a:rPr lang="en-AU" dirty="0" err="1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Parent_Folder</a:t>
            </a:r>
            <a:r>
              <a:rPr lang="en-AU" dirty="0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\</a:t>
            </a:r>
            <a:r>
              <a:rPr lang="en-AU" dirty="0" err="1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Child_Folder</a:t>
            </a:r>
            <a:endParaRPr lang="en-AU" dirty="0">
              <a:solidFill>
                <a:srgbClr val="00B0F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endParaRPr lang="en-AU" dirty="0"/>
          </a:p>
          <a:p>
            <a:r>
              <a:rPr lang="en-AU" dirty="0"/>
              <a:t>For example: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Mkdir </a:t>
            </a:r>
            <a:r>
              <a:rPr lang="en-AU" dirty="0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Practice</a:t>
            </a:r>
            <a:r>
              <a:rPr lang="en-AU" dirty="0">
                <a:solidFill>
                  <a:srgbClr val="FFFF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\</a:t>
            </a:r>
            <a:r>
              <a:rPr lang="en-AU" dirty="0" err="1">
                <a:solidFill>
                  <a:srgbClr val="92D05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Demo_Folder</a:t>
            </a:r>
            <a:endParaRPr lang="en-AU" dirty="0">
              <a:solidFill>
                <a:srgbClr val="92D05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endParaRPr lang="en-AU" sz="4400" dirty="0"/>
          </a:p>
          <a:p>
            <a:r>
              <a:rPr lang="en-AU" dirty="0"/>
              <a:t>Changes into the folder called</a:t>
            </a:r>
            <a:br>
              <a:rPr lang="en-AU" dirty="0"/>
            </a:br>
            <a:r>
              <a:rPr lang="en-AU" dirty="0"/>
              <a:t>	</a:t>
            </a:r>
            <a:r>
              <a:rPr lang="en-AU" dirty="0" err="1">
                <a:solidFill>
                  <a:srgbClr val="92D05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Demo_Folder</a:t>
            </a:r>
            <a:r>
              <a:rPr lang="en-AU" dirty="0">
                <a:solidFill>
                  <a:srgbClr val="92D050"/>
                </a:solidFill>
              </a:rPr>
              <a:t> </a:t>
            </a:r>
            <a:br>
              <a:rPr lang="en-AU" dirty="0">
                <a:solidFill>
                  <a:srgbClr val="92D050"/>
                </a:solidFill>
              </a:rPr>
            </a:br>
            <a:r>
              <a:rPr lang="en-AU" dirty="0">
                <a:solidFill>
                  <a:srgbClr val="92D050"/>
                </a:solidFill>
              </a:rPr>
              <a:t>		</a:t>
            </a:r>
            <a:r>
              <a:rPr lang="en-AU" dirty="0"/>
              <a:t>inside the </a:t>
            </a:r>
            <a:r>
              <a:rPr lang="en-AU" dirty="0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Practice</a:t>
            </a:r>
            <a:r>
              <a:rPr lang="en-AU" dirty="0"/>
              <a:t> folder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89016548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dirty="0"/>
              <a:t>HOME or USER ROOT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General Dev Skills – Command Line Basics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18952823"/>
      </p:ext>
    </p:extLst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To User’s Home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 lnSpcReduction="10000"/>
          </a:bodyPr>
          <a:lstStyle/>
          <a:p>
            <a:r>
              <a:rPr lang="en-AU" dirty="0"/>
              <a:t>Called:</a:t>
            </a:r>
          </a:p>
          <a:p>
            <a:pPr lvl="1"/>
            <a:r>
              <a:rPr lang="en-AU" dirty="0"/>
              <a:t>HOME</a:t>
            </a:r>
          </a:p>
          <a:p>
            <a:pPr lvl="1"/>
            <a:r>
              <a:rPr lang="en-AU" dirty="0"/>
              <a:t>USER HOME</a:t>
            </a:r>
          </a:p>
          <a:p>
            <a:pPr lvl="1"/>
            <a:r>
              <a:rPr lang="en-AU" dirty="0"/>
              <a:t>USER ROOT</a:t>
            </a:r>
          </a:p>
          <a:p>
            <a:endParaRPr lang="en-AU" dirty="0"/>
          </a:p>
          <a:p>
            <a:r>
              <a:rPr lang="en-AU" dirty="0"/>
              <a:t>Location is: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C:\Users\YOUR_USER_NAME</a:t>
            </a:r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59146911"/>
      </p:ext>
    </p:extLst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To User’s Home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Quick way to go back to “HOME”: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cd %</a:t>
            </a:r>
            <a:r>
              <a:rPr lang="en-AU" dirty="0" err="1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userprofile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%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50966521"/>
      </p:ext>
    </p:extLst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dirty="0"/>
              <a:t>Drive Root Folder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General Dev Skills – Command Line Basics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136376"/>
      </p:ext>
    </p:extLst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Drive Root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 fontScale="92500" lnSpcReduction="20000"/>
          </a:bodyPr>
          <a:lstStyle/>
          <a:p>
            <a:r>
              <a:rPr lang="en-AU" dirty="0"/>
              <a:t>Location is:</a:t>
            </a:r>
          </a:p>
          <a:p>
            <a:pPr lvl="1"/>
            <a:r>
              <a:rPr lang="en-AU" sz="4000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DRIVE_LETTER:\</a:t>
            </a:r>
          </a:p>
          <a:p>
            <a:endParaRPr lang="en-AU" dirty="0"/>
          </a:p>
          <a:p>
            <a:r>
              <a:rPr lang="en-AU" dirty="0"/>
              <a:t>Where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DRIVE_LETTER</a:t>
            </a:r>
            <a:r>
              <a:rPr lang="en-AU" dirty="0"/>
              <a:t> is one of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A</a:t>
            </a:r>
            <a:r>
              <a:rPr lang="en-AU" dirty="0"/>
              <a:t>,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B</a:t>
            </a:r>
            <a:r>
              <a:rPr lang="en-AU" dirty="0"/>
              <a:t>,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</a:t>
            </a:r>
            <a:r>
              <a:rPr lang="en-AU" dirty="0"/>
              <a:t>, …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Z</a:t>
            </a:r>
          </a:p>
          <a:p>
            <a:endParaRPr lang="en-AU" dirty="0"/>
          </a:p>
          <a:p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C:\</a:t>
            </a:r>
            <a:r>
              <a:rPr lang="en-AU" dirty="0"/>
              <a:t> is the most common “Root”</a:t>
            </a:r>
          </a:p>
          <a:p>
            <a:endParaRPr lang="en-AU" dirty="0"/>
          </a:p>
          <a:p>
            <a:r>
              <a:rPr lang="en-AU" dirty="0"/>
              <a:t>Usually houses the operating system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73087191"/>
      </p:ext>
    </p:extLst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Change to a Drive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 fontScale="92500" lnSpcReduction="20000"/>
          </a:bodyPr>
          <a:lstStyle/>
          <a:p>
            <a:r>
              <a:rPr lang="en-AU" dirty="0"/>
              <a:t>Use just the letter and a colon</a:t>
            </a:r>
          </a:p>
          <a:p>
            <a:r>
              <a:rPr lang="en-AU" dirty="0"/>
              <a:t>Example: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D:</a:t>
            </a:r>
          </a:p>
          <a:p>
            <a:pPr lvl="2"/>
            <a:r>
              <a:rPr lang="en-AU" dirty="0"/>
              <a:t>Will change to the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D:</a:t>
            </a:r>
            <a:r>
              <a:rPr lang="en-AU" dirty="0"/>
              <a:t> drive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C:</a:t>
            </a:r>
          </a:p>
          <a:p>
            <a:pPr lvl="2"/>
            <a:r>
              <a:rPr lang="en-AU" dirty="0"/>
              <a:t>Will change to the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C:</a:t>
            </a:r>
            <a:r>
              <a:rPr lang="en-AU" dirty="0"/>
              <a:t> drive</a:t>
            </a:r>
          </a:p>
          <a:p>
            <a:endParaRPr lang="en-AU" dirty="0"/>
          </a:p>
          <a:p>
            <a:r>
              <a:rPr lang="en-AU" dirty="0"/>
              <a:t>Then use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CD \</a:t>
            </a:r>
            <a:r>
              <a:rPr lang="en-AU" dirty="0"/>
              <a:t> to go to the root of the drive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8EC23229-3EFE-FA21-0C2A-1D4069A64D38}"/>
              </a:ext>
            </a:extLst>
          </p:cNvPr>
          <p:cNvSpPr/>
          <p:nvPr/>
        </p:nvSpPr>
        <p:spPr>
          <a:xfrm>
            <a:off x="8181975" y="2149486"/>
            <a:ext cx="2838450" cy="2451089"/>
          </a:xfrm>
          <a:prstGeom prst="wedgeRoundRectCallout">
            <a:avLst>
              <a:gd name="adj1" fmla="val 24173"/>
              <a:gd name="adj2" fmla="val 71738"/>
              <a:gd name="adj3" fmla="val 16667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400" dirty="0"/>
              <a:t>In general, DO NOT use the Root of the “Windows” Drive (</a:t>
            </a:r>
            <a:r>
              <a:rPr lang="en-AU" sz="2400" dirty="0" err="1"/>
              <a:t>eg</a:t>
            </a:r>
            <a:r>
              <a:rPr lang="en-AU" sz="2400" dirty="0"/>
              <a:t> C:\)</a:t>
            </a:r>
            <a:endParaRPr lang="en-AU" dirty="0">
              <a:solidFill>
                <a:schemeClr val="tx1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B16AD6-D051-EE67-4EF1-0035AEC1CC2A}"/>
              </a:ext>
            </a:extLst>
          </p:cNvPr>
          <p:cNvSpPr txBox="1"/>
          <p:nvPr/>
        </p:nvSpPr>
        <p:spPr>
          <a:xfrm>
            <a:off x="9858375" y="4938735"/>
            <a:ext cx="1676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6000" dirty="0"/>
              <a:t>🦆</a:t>
            </a:r>
          </a:p>
        </p:txBody>
      </p:sp>
    </p:spTree>
    <p:extLst>
      <p:ext uri="{BB962C8B-B14F-4D97-AF65-F5344CB8AC3E}">
        <p14:creationId xmlns:p14="http://schemas.microsoft.com/office/powerpoint/2010/main" val="177944387"/>
      </p:ext>
    </p:extLst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dirty="0"/>
              <a:t>Exercise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General Dev Skills – Command Line Basics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6741917"/>
      </p:ext>
    </p:extLst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Open the command line prompt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WIN</a:t>
            </a:r>
            <a:r>
              <a:rPr lang="en-AU" dirty="0"/>
              <a:t> +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R</a:t>
            </a:r>
          </a:p>
          <a:p>
            <a:pPr lvl="1"/>
            <a:r>
              <a:rPr lang="en-AU" dirty="0"/>
              <a:t>Type </a:t>
            </a:r>
            <a:r>
              <a:rPr lang="en-AU" dirty="0" err="1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cmd</a:t>
            </a:r>
            <a:r>
              <a:rPr lang="en-AU" dirty="0"/>
              <a:t> and press Enter</a:t>
            </a:r>
          </a:p>
          <a:p>
            <a:r>
              <a:rPr lang="en-AU" dirty="0"/>
              <a:t>This usually opens your user folder</a:t>
            </a:r>
          </a:p>
          <a:p>
            <a:endParaRPr lang="en-AU" dirty="0">
              <a:solidFill>
                <a:srgbClr val="00B0F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89182222"/>
      </p:ext>
    </p:extLst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Exercise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Ensure you are in: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C:\Users\YOUR_USER_NAME</a:t>
            </a:r>
          </a:p>
          <a:p>
            <a:r>
              <a:rPr lang="en-AU" dirty="0"/>
              <a:t>If not use:</a:t>
            </a:r>
          </a:p>
          <a:p>
            <a:pPr lvl="1"/>
            <a:r>
              <a:rPr lang="en-AU" sz="3200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cd %</a:t>
            </a:r>
            <a:r>
              <a:rPr lang="en-AU" sz="3200" dirty="0" err="1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userprofile</a:t>
            </a:r>
            <a:r>
              <a:rPr lang="en-AU" sz="3200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%</a:t>
            </a:r>
          </a:p>
          <a:p>
            <a:endParaRPr lang="en-AU" dirty="0">
              <a:solidFill>
                <a:srgbClr val="00B0F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0487995"/>
      </p:ext>
    </p:extLst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Exercise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Create a new folder Practice in your User Home: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Mkdir </a:t>
            </a:r>
            <a:r>
              <a:rPr lang="en-AU" dirty="0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Practice</a:t>
            </a:r>
            <a:endParaRPr lang="en-AU" dirty="0">
              <a:solidFill>
                <a:srgbClr val="92D05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endParaRPr lang="en-AU" sz="4400" dirty="0"/>
          </a:p>
          <a:p>
            <a:r>
              <a:rPr lang="en-AU" dirty="0"/>
              <a:t>Change into the Practice folder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cd </a:t>
            </a:r>
            <a:r>
              <a:rPr lang="en-AU" dirty="0">
                <a:solidFill>
                  <a:srgbClr val="00B0F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Practice</a:t>
            </a:r>
            <a:endParaRPr lang="en-AU" dirty="0">
              <a:solidFill>
                <a:srgbClr val="92D050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2357848"/>
      </p:ext>
    </p:extLst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Exercise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Create two new folders: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bird</a:t>
            </a:r>
            <a:r>
              <a:rPr lang="en-AU" dirty="0"/>
              <a:t> 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fish</a:t>
            </a:r>
          </a:p>
          <a:p>
            <a:r>
              <a:rPr lang="en-AU" dirty="0"/>
              <a:t>in the current (practice) folder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11601747"/>
      </p:ext>
    </p:extLst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Exercise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Create two new folders using ONE </a:t>
            </a:r>
            <a:r>
              <a:rPr lang="en-AU" sz="3600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mkdir</a:t>
            </a:r>
            <a:r>
              <a:rPr lang="en-AU" dirty="0"/>
              <a:t> command called: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animal</a:t>
            </a:r>
            <a:r>
              <a:rPr lang="en-AU" dirty="0"/>
              <a:t> 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mineral</a:t>
            </a:r>
          </a:p>
          <a:p>
            <a:r>
              <a:rPr lang="en-AU" dirty="0"/>
              <a:t>in the current (practice) folder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1021924"/>
      </p:ext>
    </p:extLst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Exercise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Create a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ReadMe.md </a:t>
            </a:r>
            <a:r>
              <a:rPr lang="en-AU" dirty="0"/>
              <a:t>file </a:t>
            </a:r>
            <a:br>
              <a:rPr lang="en-AU" dirty="0"/>
            </a:br>
            <a:r>
              <a:rPr lang="en-AU" dirty="0"/>
              <a:t>	in the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Practice</a:t>
            </a:r>
            <a:r>
              <a:rPr lang="en-AU" dirty="0"/>
              <a:t> folder</a:t>
            </a:r>
          </a:p>
          <a:p>
            <a:endParaRPr lang="en-AU" dirty="0"/>
          </a:p>
          <a:p>
            <a:r>
              <a:rPr lang="en-AU" dirty="0"/>
              <a:t>Create a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.keep </a:t>
            </a:r>
            <a:r>
              <a:rPr lang="en-AU" dirty="0"/>
              <a:t>file in the </a:t>
            </a:r>
            <a:br>
              <a:rPr lang="en-AU" dirty="0"/>
            </a:br>
            <a:r>
              <a:rPr lang="en-AU" dirty="0"/>
              <a:t>	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animal</a:t>
            </a:r>
            <a:r>
              <a:rPr lang="en-AU" dirty="0"/>
              <a:t>,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bird</a:t>
            </a:r>
            <a:r>
              <a:rPr lang="en-AU" dirty="0"/>
              <a:t> and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mineral</a:t>
            </a:r>
            <a:r>
              <a:rPr lang="en-AU" dirty="0"/>
              <a:t> folders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3404731"/>
      </p:ext>
    </p:extLst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dirty="0"/>
              <a:t>Copying Folders &amp; Files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General Dev Skills – Command Line Basics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2759662"/>
      </p:ext>
    </p:extLst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Copying Folders &amp;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Command: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copy SOURCE DESTINATION</a:t>
            </a:r>
          </a:p>
          <a:p>
            <a:pPr lvl="1"/>
            <a:endParaRPr lang="en-AU" dirty="0"/>
          </a:p>
          <a:p>
            <a:r>
              <a:rPr lang="en-AU" dirty="0"/>
              <a:t>This command:</a:t>
            </a:r>
          </a:p>
          <a:p>
            <a:pPr lvl="1"/>
            <a:r>
              <a:rPr lang="en-AU" dirty="0"/>
              <a:t>Duplicates SOURCE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4936207"/>
      </p:ext>
    </p:extLst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Copying Folders &amp;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 lnSpcReduction="10000"/>
          </a:bodyPr>
          <a:lstStyle/>
          <a:p>
            <a:r>
              <a:rPr lang="en-AU" dirty="0"/>
              <a:t>Command: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copy SOURCE DESTINATION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Copies the </a:t>
            </a:r>
            <a:br>
              <a:rPr lang="en-AU" dirty="0"/>
            </a:br>
            <a:r>
              <a:rPr lang="en-AU" dirty="0"/>
              <a:t>	source file/folder </a:t>
            </a:r>
            <a:br>
              <a:rPr lang="en-AU" dirty="0"/>
            </a:br>
            <a:r>
              <a:rPr lang="en-AU" dirty="0"/>
              <a:t>to the </a:t>
            </a:r>
            <a:br>
              <a:rPr lang="en-AU" dirty="0"/>
            </a:br>
            <a:r>
              <a:rPr lang="en-AU" dirty="0"/>
              <a:t>	destination file/folder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72214824"/>
      </p:ext>
    </p:extLst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Copying Folders &amp; Files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D5191C-1353-EF3D-4CD7-C974A048C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5941198"/>
              </p:ext>
            </p:extLst>
          </p:nvPr>
        </p:nvGraphicFramePr>
        <p:xfrm>
          <a:off x="838200" y="1825625"/>
          <a:ext cx="10515597" cy="35356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781175">
                  <a:extLst>
                    <a:ext uri="{9D8B030D-6E8A-4147-A177-3AD203B41FA5}">
                      <a16:colId xmlns:a16="http://schemas.microsoft.com/office/drawing/2014/main" val="1833986393"/>
                    </a:ext>
                  </a:extLst>
                </a:gridCol>
                <a:gridCol w="2543175">
                  <a:extLst>
                    <a:ext uri="{9D8B030D-6E8A-4147-A177-3AD203B41FA5}">
                      <a16:colId xmlns:a16="http://schemas.microsoft.com/office/drawing/2014/main" val="2232150784"/>
                    </a:ext>
                  </a:extLst>
                </a:gridCol>
                <a:gridCol w="6191247">
                  <a:extLst>
                    <a:ext uri="{9D8B030D-6E8A-4147-A177-3AD203B41FA5}">
                      <a16:colId xmlns:a16="http://schemas.microsoft.com/office/drawing/2014/main" val="3841817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674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new-file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Copy file into new-file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058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new-folder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800" dirty="0"/>
                        <a:t>Copy folder into new-folder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759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Copy file into the folder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796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folder/new-file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Copy file in the folder, naming the copy new-file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0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NOT POSSIBLE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44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063635"/>
      </p:ext>
    </p:extLst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Copying Folders &amp; Files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1161CB-F1D6-BA80-C497-004DF63A6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2" y="1866723"/>
            <a:ext cx="8421275" cy="905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EDB7D4-92F9-2C8A-6CD5-1C92525B0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047" y="2947759"/>
            <a:ext cx="7925906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80034"/>
      </p:ext>
    </p:extLst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Copying Folders &amp; Files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763BB8-5603-1A27-F155-2079B035F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925" y="1690688"/>
            <a:ext cx="6391812" cy="424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36484"/>
      </p:ext>
    </p:extLst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Copying Folders &amp; Files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B91369-8F18-E2D8-9B5B-B416AE90F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126" y="1690688"/>
            <a:ext cx="7687748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0489"/>
      </p:ext>
    </p:extLst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dirty="0"/>
              <a:t>Moving Folders &amp; Files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General Dev Skills – Command Line Basics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72389957"/>
      </p:ext>
    </p:extLst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Moving Folders &amp;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Command: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move SOURCE DESTINATION</a:t>
            </a:r>
          </a:p>
          <a:p>
            <a:pPr lvl="1"/>
            <a:endParaRPr lang="en-AU" dirty="0"/>
          </a:p>
          <a:p>
            <a:r>
              <a:rPr lang="en-AU" dirty="0"/>
              <a:t>This command:</a:t>
            </a:r>
          </a:p>
          <a:p>
            <a:pPr lvl="1"/>
            <a:r>
              <a:rPr lang="en-AU" dirty="0"/>
              <a:t>Moves the SOURCE to the Destination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7928974"/>
      </p:ext>
    </p:extLst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Moving Folders &amp;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Examples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Move ReadMe.md rEADmE.txt</a:t>
            </a:r>
          </a:p>
          <a:p>
            <a:pPr lvl="2"/>
            <a:r>
              <a:rPr lang="en-AU" dirty="0"/>
              <a:t>Renames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Readme.md </a:t>
            </a:r>
            <a:r>
              <a:rPr lang="en-AU" dirty="0"/>
              <a:t>to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rEADmE.txt</a:t>
            </a:r>
          </a:p>
          <a:p>
            <a:endParaRPr lang="en-AU" dirty="0"/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MOVE ReadMe.md alpha</a:t>
            </a:r>
          </a:p>
          <a:p>
            <a:pPr lvl="2"/>
            <a:r>
              <a:rPr lang="en-AU" dirty="0"/>
              <a:t>Moves the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ReadMe.md </a:t>
            </a:r>
            <a:r>
              <a:rPr lang="en-AU" dirty="0"/>
              <a:t>into the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alpha</a:t>
            </a:r>
            <a:r>
              <a:rPr lang="en-AU" dirty="0"/>
              <a:t> folder</a:t>
            </a:r>
          </a:p>
        </p:txBody>
      </p:sp>
    </p:spTree>
    <p:extLst>
      <p:ext uri="{BB962C8B-B14F-4D97-AF65-F5344CB8AC3E}">
        <p14:creationId xmlns:p14="http://schemas.microsoft.com/office/powerpoint/2010/main" val="1203408871"/>
      </p:ext>
    </p:extLst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Moving Folders &amp; Files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D5191C-1353-EF3D-4CD7-C974A048C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231296"/>
              </p:ext>
            </p:extLst>
          </p:nvPr>
        </p:nvGraphicFramePr>
        <p:xfrm>
          <a:off x="838200" y="1825625"/>
          <a:ext cx="10515597" cy="35356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781175">
                  <a:extLst>
                    <a:ext uri="{9D8B030D-6E8A-4147-A177-3AD203B41FA5}">
                      <a16:colId xmlns:a16="http://schemas.microsoft.com/office/drawing/2014/main" val="1833986393"/>
                    </a:ext>
                  </a:extLst>
                </a:gridCol>
                <a:gridCol w="2543175">
                  <a:extLst>
                    <a:ext uri="{9D8B030D-6E8A-4147-A177-3AD203B41FA5}">
                      <a16:colId xmlns:a16="http://schemas.microsoft.com/office/drawing/2014/main" val="2232150784"/>
                    </a:ext>
                  </a:extLst>
                </a:gridCol>
                <a:gridCol w="6191247">
                  <a:extLst>
                    <a:ext uri="{9D8B030D-6E8A-4147-A177-3AD203B41FA5}">
                      <a16:colId xmlns:a16="http://schemas.microsoft.com/office/drawing/2014/main" val="3841817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674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new-file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move file to new-file (Rename)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058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new-folder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800" dirty="0"/>
                        <a:t>move folder into new-folder (Rename)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759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move file into the folder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796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folder/new-file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Move file in the folder, renaming file to new-file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0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800" dirty="0"/>
                        <a:t>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dirty="0"/>
                        <a:t>NOT POSSIBLE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44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264162"/>
      </p:ext>
    </p:extLst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Moving Folders &amp; Files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112F57D-8F7E-9CD0-7947-FF2371441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Move demo.md into Demo.md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Move Demo.md into demo.txt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9A66C8-68FE-DB84-08C3-377065867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995" y="2657367"/>
            <a:ext cx="7240010" cy="771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B5D955-7073-D62B-18E9-A9D7E2C6C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153" y="4671926"/>
            <a:ext cx="7125694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97811"/>
      </p:ext>
    </p:extLst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Moving Folders &amp;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C35-718B-361A-33A5-E39837E57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Move demo.txt file into the </a:t>
            </a:r>
            <a:r>
              <a:rPr lang="en-AU" dirty="0" err="1"/>
              <a:t>charlie</a:t>
            </a:r>
            <a:r>
              <a:rPr lang="en-AU" dirty="0"/>
              <a:t> folder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Move demo.txt in the Charlie folder into he demo.md file in the same folder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949699-BE75-3CF6-4CD9-C8BF95F78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885" y="2832988"/>
            <a:ext cx="7020905" cy="781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040574-A979-355E-E7B8-5D02D5BF6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861" y="5402670"/>
            <a:ext cx="9326277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10764"/>
      </p:ext>
    </p:extLst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dirty="0"/>
              <a:t>Renaming Folders &amp; Files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General Dev Skills – Command Line Basics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15275075"/>
      </p:ext>
    </p:extLst>
  </p:cSld>
  <p:clrMapOvr>
    <a:masterClrMapping/>
  </p:clrMapOvr>
  <p:transition spd="slow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Renaming Folders &amp;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Command: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rename SOURCE DESTINATION</a:t>
            </a:r>
          </a:p>
          <a:p>
            <a:pPr lvl="1"/>
            <a:endParaRPr lang="en-AU" dirty="0"/>
          </a:p>
          <a:p>
            <a:r>
              <a:rPr lang="en-AU" dirty="0"/>
              <a:t>This command:</a:t>
            </a:r>
          </a:p>
          <a:p>
            <a:pPr lvl="1"/>
            <a:r>
              <a:rPr lang="en-AU" dirty="0"/>
              <a:t>renames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SOURCE</a:t>
            </a:r>
            <a:r>
              <a:rPr lang="en-AU" dirty="0"/>
              <a:t> to </a:t>
            </a:r>
            <a:r>
              <a:rPr lang="en-AU" dirty="0">
                <a:solidFill>
                  <a:srgbClr val="FFC000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DESTINATION</a:t>
            </a:r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0322810"/>
      </p:ext>
    </p:extLst>
  </p:cSld>
  <p:clrMapOvr>
    <a:masterClrMapping/>
  </p:clrMapOvr>
  <p:transition spd="slow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dirty="0"/>
              <a:t>Exercises II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General Dev Skills – Command Line Basics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53394061"/>
      </p:ext>
    </p:extLst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Exercises II - 0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More exercises to be added to </a:t>
            </a:r>
            <a:r>
              <a:rPr lang="en-AU"/>
              <a:t>this presentation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3726692"/>
      </p:ext>
    </p:extLst>
  </p:cSld>
  <p:clrMapOvr>
    <a:masterClrMapping/>
  </p:clrMapOvr>
  <p:transition spd="slow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9155-D1AA-6FB0-A36C-DF1394C8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>
            <a:normAutofit/>
          </a:bodyPr>
          <a:lstStyle/>
          <a:p>
            <a:r>
              <a:rPr lang="en-AU" dirty="0"/>
              <a:t>Microsoft 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FE40-4CB6-3C4D-D3DD-058AFFE1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AU" dirty="0"/>
              <a:t>Microsoft Terminal</a:t>
            </a:r>
          </a:p>
          <a:p>
            <a:pPr lvl="1"/>
            <a:r>
              <a:rPr lang="en-AU" dirty="0"/>
              <a:t>More versatile than plain CMD prompt</a:t>
            </a:r>
          </a:p>
          <a:p>
            <a:r>
              <a:rPr lang="en-AU" dirty="0"/>
              <a:t>Install from the Microsoft Store</a:t>
            </a:r>
          </a:p>
          <a:p>
            <a:pPr lvl="1"/>
            <a:r>
              <a:rPr lang="en-AU" dirty="0"/>
              <a:t>Search for Terminal</a:t>
            </a:r>
          </a:p>
          <a:p>
            <a:pPr lvl="1"/>
            <a:r>
              <a:rPr lang="en-AU" dirty="0"/>
              <a:t>Install full version (see picture)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9711A2-3728-B9FE-BAFC-079DD21B9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813" y="3345128"/>
            <a:ext cx="3314987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36516"/>
      </p:ext>
    </p:extLst>
  </p:cSld>
  <p:clrMapOvr>
    <a:masterClrMapping/>
  </p:clrMapOvr>
  <p:transition spd="slow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59B867-F86C-9F53-2C09-210C6FDE683C}"/>
              </a:ext>
            </a:extLst>
          </p:cNvPr>
          <p:cNvSpPr txBox="1"/>
          <p:nvPr/>
        </p:nvSpPr>
        <p:spPr>
          <a:xfrm>
            <a:off x="1" y="1272618"/>
            <a:ext cx="1219199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5600" dirty="0"/>
              <a:t>🦆</a:t>
            </a:r>
          </a:p>
        </p:txBody>
      </p:sp>
    </p:spTree>
    <p:extLst>
      <p:ext uri="{BB962C8B-B14F-4D97-AF65-F5344CB8AC3E}">
        <p14:creationId xmlns:p14="http://schemas.microsoft.com/office/powerpoint/2010/main" val="141566846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C92A6A38-762D-4D1E-84F6-35B86993516B}"/>
    </a:ext>
  </a:extLst>
</a:theme>
</file>

<file path=ppt/theme/theme2.xml><?xml version="1.0" encoding="utf-8"?>
<a:theme xmlns:a="http://schemas.openxmlformats.org/drawingml/2006/main" name="8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3.xml><?xml version="1.0" encoding="utf-8"?>
<a:theme xmlns:a="http://schemas.openxmlformats.org/drawingml/2006/main" name="9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4.xml><?xml version="1.0" encoding="utf-8"?>
<a:theme xmlns:a="http://schemas.openxmlformats.org/drawingml/2006/main" name="3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74005428-A334-41FB-9C76-B70EADF29CBB}"/>
    </a:ext>
  </a:extLst>
</a:theme>
</file>

<file path=ppt/theme/theme5.xml><?xml version="1.0" encoding="utf-8"?>
<a:theme xmlns:a="http://schemas.openxmlformats.org/drawingml/2006/main" name="4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B2A232E-75D7-4897-BB1C-74DF42300102}"/>
    </a:ext>
  </a:extLst>
</a:theme>
</file>

<file path=ppt/theme/theme6.xml><?xml version="1.0" encoding="utf-8"?>
<a:theme xmlns:a="http://schemas.openxmlformats.org/drawingml/2006/main" name="5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B197BA3C-52E1-452E-9ECF-A8FC308A75CB}"/>
    </a:ext>
  </a:extLst>
</a:theme>
</file>

<file path=ppt/theme/theme7.xml><?xml version="1.0" encoding="utf-8"?>
<a:theme xmlns:a="http://schemas.openxmlformats.org/drawingml/2006/main" name="TAFE-Dark-BG-animated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091D9253-E664-4300-BB76-B0EA74ABD4E3}"/>
    </a:ext>
  </a:extLst>
</a:theme>
</file>

<file path=ppt/theme/theme8.xml><?xml version="1.0" encoding="utf-8"?>
<a:theme xmlns:a="http://schemas.openxmlformats.org/drawingml/2006/main" name="6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5315164-D39B-4AAC-B304-B1A2B031A95B}"/>
    </a:ext>
  </a:extLst>
</a:theme>
</file>

<file path=ppt/theme/theme9.xml><?xml version="1.0" encoding="utf-8"?>
<a:theme xmlns:a="http://schemas.openxmlformats.org/drawingml/2006/main" name="7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53110149-A4D3-4904-BBE1-036CB5C878D3}"/>
    </a:ext>
  </a:extLst>
</a:theme>
</file>

<file path=ppt/theme/theme10.xml><?xml version="1.0" encoding="utf-8"?>
<a:theme xmlns:a="http://schemas.openxmlformats.org/drawingml/2006/main" name="1_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C" id="{512C2FDB-8C93-844A-9C7C-E16B2F56908F}" vid="{F409DB23-9C1D-2B4A-B99D-0844671217B0}"/>
    </a:ext>
  </a:extLst>
</a:theme>
</file>

<file path=ppt/theme/theme11.xml><?xml version="1.0" encoding="utf-8"?>
<a:theme xmlns:a="http://schemas.openxmlformats.org/drawingml/2006/main" name="10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AFE-White-BG-B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B" id="{2956925C-A3E0-A44D-A1CA-96DE5E326E72}" vid="{BF725D3F-94CF-3B48-BC06-35479312206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82CBA738D00D4AAC9330883AE1DA78" ma:contentTypeVersion="38" ma:contentTypeDescription="Create a new document." ma:contentTypeScope="" ma:versionID="3198ad2e78350bc9b3b08f10febaa650">
  <xsd:schema xmlns:xsd="http://www.w3.org/2001/XMLSchema" xmlns:xs="http://www.w3.org/2001/XMLSchema" xmlns:p="http://schemas.microsoft.com/office/2006/metadata/properties" xmlns:ns3="3936cbe9-feea-4685-b03c-7f8d09c550f1" xmlns:ns4="833ce3ab-d172-455c-9989-f10facae9784" targetNamespace="http://schemas.microsoft.com/office/2006/metadata/properties" ma:root="true" ma:fieldsID="22c03aabd75b61ee911825769c373ba0" ns3:_="" ns4:_="">
    <xsd:import namespace="3936cbe9-feea-4685-b03c-7f8d09c550f1"/>
    <xsd:import namespace="833ce3ab-d172-455c-9989-f10facae978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  <xsd:element ref="ns4:NotebookType" minOccurs="0"/>
                <xsd:element ref="ns4:FolderType" minOccurs="0"/>
                <xsd:element ref="ns4:CultureName" minOccurs="0"/>
                <xsd:element ref="ns4:AppVersion" minOccurs="0"/>
                <xsd:element ref="ns4:TeamsChannelId" minOccurs="0"/>
                <xsd:element ref="ns4:Owner" minOccurs="0"/>
                <xsd:element ref="ns4:Math_Settings" minOccurs="0"/>
                <xsd:element ref="ns4:DefaultSectionNames" minOccurs="0"/>
                <xsd:element ref="ns4:Templates" minOccurs="0"/>
                <xsd:element ref="ns4:Teachers" minOccurs="0"/>
                <xsd:element ref="ns4:Students" minOccurs="0"/>
                <xsd:element ref="ns4:Student_Groups" minOccurs="0"/>
                <xsd:element ref="ns4:Distribution_Groups" minOccurs="0"/>
                <xsd:element ref="ns4:LMS_Mapping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Has_Teacher_Only_SectionGroup" minOccurs="0"/>
                <xsd:element ref="ns4:Is_Collaboration_Space_Locked" minOccurs="0"/>
                <xsd:element ref="ns4:IsNotebookLocked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36cbe9-feea-4685-b03c-7f8d09c550f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3ce3ab-d172-455c-9989-f10facae97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1" nillable="true" ma:displayName="Notebook Type" ma:internalName="NotebookType">
      <xsd:simpleType>
        <xsd:restriction base="dms:Text"/>
      </xsd:simpleType>
    </xsd:element>
    <xsd:element name="FolderType" ma:index="22" nillable="true" ma:displayName="Folder Type" ma:internalName="FolderType">
      <xsd:simpleType>
        <xsd:restriction base="dms:Text"/>
      </xsd:simpleType>
    </xsd:element>
    <xsd:element name="CultureName" ma:index="23" nillable="true" ma:displayName="Culture Name" ma:internalName="CultureName">
      <xsd:simpleType>
        <xsd:restriction base="dms:Text"/>
      </xsd:simpleType>
    </xsd:element>
    <xsd:element name="AppVersion" ma:index="24" nillable="true" ma:displayName="App Version" ma:internalName="AppVersion">
      <xsd:simpleType>
        <xsd:restriction base="dms:Text"/>
      </xsd:simpleType>
    </xsd:element>
    <xsd:element name="TeamsChannelId" ma:index="25" nillable="true" ma:displayName="Teams Channel Id" ma:internalName="TeamsChannelId">
      <xsd:simpleType>
        <xsd:restriction base="dms:Text"/>
      </xsd:simpleType>
    </xsd:element>
    <xsd:element name="Owner" ma:index="2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7" nillable="true" ma:displayName="Math Settings" ma:internalName="Math_Settings">
      <xsd:simpleType>
        <xsd:restriction base="dms:Text"/>
      </xsd:simpleType>
    </xsd:element>
    <xsd:element name="DefaultSectionNames" ma:index="2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3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9" nillable="true" ma:displayName="Is Collaboration Space Locked" ma:internalName="Is_Collaboration_Space_Locked">
      <xsd:simpleType>
        <xsd:restriction base="dms:Boolean"/>
      </xsd:simpleType>
    </xsd:element>
    <xsd:element name="IsNotebookLocked" ma:index="40" nillable="true" ma:displayName="Is Notebook Locked" ma:internalName="IsNotebookLocked">
      <xsd:simpleType>
        <xsd:restriction base="dms:Boolean"/>
      </xsd:simpleType>
    </xsd:element>
    <xsd:element name="MediaLengthInSeconds" ma:index="41" nillable="true" ma:displayName="Length (seconds)" ma:internalName="MediaLengthInSeconds" ma:readOnly="true">
      <xsd:simpleType>
        <xsd:restriction base="dms:Unknown"/>
      </xsd:simpleType>
    </xsd:element>
    <xsd:element name="_activity" ma:index="42" nillable="true" ma:displayName="_activity" ma:hidden="true" ma:internalName="_activity">
      <xsd:simpleType>
        <xsd:restriction base="dms:Note"/>
      </xsd:simpleType>
    </xsd:element>
    <xsd:element name="MediaServiceObjectDetectorVersions" ma:index="4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4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4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833ce3ab-d172-455c-9989-f10facae9784" xsi:nil="true"/>
    <Students xmlns="833ce3ab-d172-455c-9989-f10facae9784">
      <UserInfo>
        <DisplayName/>
        <AccountId xsi:nil="true"/>
        <AccountType/>
      </UserInfo>
    </Students>
    <_activity xmlns="833ce3ab-d172-455c-9989-f10facae9784" xsi:nil="true"/>
    <TeamsChannelId xmlns="833ce3ab-d172-455c-9989-f10facae9784" xsi:nil="true"/>
    <Student_Groups xmlns="833ce3ab-d172-455c-9989-f10facae9784">
      <UserInfo>
        <DisplayName/>
        <AccountId xsi:nil="true"/>
        <AccountType/>
      </UserInfo>
    </Student_Groups>
    <Math_Settings xmlns="833ce3ab-d172-455c-9989-f10facae9784" xsi:nil="true"/>
    <Is_Collaboration_Space_Locked xmlns="833ce3ab-d172-455c-9989-f10facae9784" xsi:nil="true"/>
    <AppVersion xmlns="833ce3ab-d172-455c-9989-f10facae9784" xsi:nil="true"/>
    <Owner xmlns="833ce3ab-d172-455c-9989-f10facae9784">
      <UserInfo>
        <DisplayName/>
        <AccountId xsi:nil="true"/>
        <AccountType/>
      </UserInfo>
    </Owner>
    <Has_Teacher_Only_SectionGroup xmlns="833ce3ab-d172-455c-9989-f10facae9784" xsi:nil="true"/>
    <NotebookType xmlns="833ce3ab-d172-455c-9989-f10facae9784" xsi:nil="true"/>
    <Teachers xmlns="833ce3ab-d172-455c-9989-f10facae9784">
      <UserInfo>
        <DisplayName/>
        <AccountId xsi:nil="true"/>
        <AccountType/>
      </UserInfo>
    </Teachers>
    <Templates xmlns="833ce3ab-d172-455c-9989-f10facae9784" xsi:nil="true"/>
    <DefaultSectionNames xmlns="833ce3ab-d172-455c-9989-f10facae9784" xsi:nil="true"/>
    <CultureName xmlns="833ce3ab-d172-455c-9989-f10facae9784" xsi:nil="true"/>
    <Distribution_Groups xmlns="833ce3ab-d172-455c-9989-f10facae9784" xsi:nil="true"/>
    <Self_Registration_Enabled xmlns="833ce3ab-d172-455c-9989-f10facae9784" xsi:nil="true"/>
    <LMS_Mappings xmlns="833ce3ab-d172-455c-9989-f10facae9784" xsi:nil="true"/>
    <Invited_Teachers xmlns="833ce3ab-d172-455c-9989-f10facae9784" xsi:nil="true"/>
    <Invited_Students xmlns="833ce3ab-d172-455c-9989-f10facae9784" xsi:nil="true"/>
    <IsNotebookLocked xmlns="833ce3ab-d172-455c-9989-f10facae9784" xsi:nil="true"/>
  </documentManagement>
</p:properties>
</file>

<file path=customXml/itemProps1.xml><?xml version="1.0" encoding="utf-8"?>
<ds:datastoreItem xmlns:ds="http://schemas.openxmlformats.org/officeDocument/2006/customXml" ds:itemID="{206318B1-185E-4FE3-8E15-387DA125E9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77CE79-F6B4-4024-916D-A96B95AB18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36cbe9-feea-4685-b03c-7f8d09c550f1"/>
    <ds:schemaRef ds:uri="833ce3ab-d172-455c-9989-f10facae97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1DCDF42-BB13-4C90-83EB-94D6D09F5C95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833ce3ab-d172-455c-9989-f10facae9784"/>
    <ds:schemaRef ds:uri="3936cbe9-feea-4685-b03c-7f8d09c550f1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Presentation-2023</Template>
  <TotalTime>1546</TotalTime>
  <Words>1521</Words>
  <Application>Microsoft Office PowerPoint</Application>
  <PresentationFormat>Widescreen</PresentationFormat>
  <Paragraphs>382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67</vt:i4>
      </vt:variant>
    </vt:vector>
  </HeadingPairs>
  <TitlesOfParts>
    <vt:vector size="86" baseType="lpstr">
      <vt:lpstr>Arial</vt:lpstr>
      <vt:lpstr>Calibri</vt:lpstr>
      <vt:lpstr>Calibri Light</vt:lpstr>
      <vt:lpstr>Fira Code</vt:lpstr>
      <vt:lpstr>FiraCode Nerd Font</vt:lpstr>
      <vt:lpstr>TAFE-White-BG-C</vt:lpstr>
      <vt:lpstr>8_Office Theme</vt:lpstr>
      <vt:lpstr>9_Office Theme</vt:lpstr>
      <vt:lpstr>3_Office Theme</vt:lpstr>
      <vt:lpstr>4_Office Theme</vt:lpstr>
      <vt:lpstr>5_Office Theme</vt:lpstr>
      <vt:lpstr>TAFE-Dark-BG-animated</vt:lpstr>
      <vt:lpstr>6_Office Theme</vt:lpstr>
      <vt:lpstr>7_Office Theme</vt:lpstr>
      <vt:lpstr>1_TAFE-White-BG-C</vt:lpstr>
      <vt:lpstr>10_Office Theme</vt:lpstr>
      <vt:lpstr>11_Office Theme</vt:lpstr>
      <vt:lpstr>12_Office Theme</vt:lpstr>
      <vt:lpstr>TAFE-White-BG-B</vt:lpstr>
      <vt:lpstr>General Dev Skills</vt:lpstr>
      <vt:lpstr>Background</vt:lpstr>
      <vt:lpstr>Background</vt:lpstr>
      <vt:lpstr>Background</vt:lpstr>
      <vt:lpstr>What it looks like</vt:lpstr>
      <vt:lpstr>What it looks like</vt:lpstr>
      <vt:lpstr>Spaces and Sensitivity</vt:lpstr>
      <vt:lpstr>Command Case Sensitivity</vt:lpstr>
      <vt:lpstr>Command Line and Spaces</vt:lpstr>
      <vt:lpstr>Command Switches</vt:lpstr>
      <vt:lpstr>Command Switches</vt:lpstr>
      <vt:lpstr>Command Line and Spaces</vt:lpstr>
      <vt:lpstr>Folders and Files</vt:lpstr>
      <vt:lpstr>Folders and Files</vt:lpstr>
      <vt:lpstr>Folder and File Names</vt:lpstr>
      <vt:lpstr>Folders and Files</vt:lpstr>
      <vt:lpstr>Folders and Files</vt:lpstr>
      <vt:lpstr>Folder and Directories</vt:lpstr>
      <vt:lpstr>Folders and Directories</vt:lpstr>
      <vt:lpstr>Files and Folders</vt:lpstr>
      <vt:lpstr>Case Sensitivity</vt:lpstr>
      <vt:lpstr>Listing Files and Folders</vt:lpstr>
      <vt:lpstr>Listing Files and Folders</vt:lpstr>
      <vt:lpstr>Listing Files and Folders</vt:lpstr>
      <vt:lpstr>Listing Files and Folders</vt:lpstr>
      <vt:lpstr>Creating Empty Files</vt:lpstr>
      <vt:lpstr>Creating Empty Files</vt:lpstr>
      <vt:lpstr>Creating Empty Files</vt:lpstr>
      <vt:lpstr>Creating Folders</vt:lpstr>
      <vt:lpstr>Creating Folders</vt:lpstr>
      <vt:lpstr>Creating Multiple Folders</vt:lpstr>
      <vt:lpstr>Creating Nested Folders</vt:lpstr>
      <vt:lpstr>Changing Folders</vt:lpstr>
      <vt:lpstr>Changing Folders</vt:lpstr>
      <vt:lpstr>Changing Folders</vt:lpstr>
      <vt:lpstr>HOME or USER ROOT</vt:lpstr>
      <vt:lpstr>To User’s Home Folder</vt:lpstr>
      <vt:lpstr>To User’s Home Folder</vt:lpstr>
      <vt:lpstr>Drive Root Folder</vt:lpstr>
      <vt:lpstr>Drive Root Folder</vt:lpstr>
      <vt:lpstr>Change to a Drive</vt:lpstr>
      <vt:lpstr>Exercise</vt:lpstr>
      <vt:lpstr>Exercise 1</vt:lpstr>
      <vt:lpstr>Exercise 2</vt:lpstr>
      <vt:lpstr>Exercise 3</vt:lpstr>
      <vt:lpstr>Exercise 4</vt:lpstr>
      <vt:lpstr>Exercise 5</vt:lpstr>
      <vt:lpstr>Exercise 6</vt:lpstr>
      <vt:lpstr>Copying Folders &amp; Files</vt:lpstr>
      <vt:lpstr>Copying Folders &amp; Files</vt:lpstr>
      <vt:lpstr>Copying Folders &amp; Files</vt:lpstr>
      <vt:lpstr>Copying Folders &amp; Files</vt:lpstr>
      <vt:lpstr>Copying Folders &amp; Files</vt:lpstr>
      <vt:lpstr>Copying Folders &amp; Files</vt:lpstr>
      <vt:lpstr>Copying Folders &amp; Files</vt:lpstr>
      <vt:lpstr>Moving Folders &amp; Files</vt:lpstr>
      <vt:lpstr>Moving Folders &amp; Files</vt:lpstr>
      <vt:lpstr>Moving Folders &amp; Files</vt:lpstr>
      <vt:lpstr>Moving Folders &amp; Files</vt:lpstr>
      <vt:lpstr>Moving Folders &amp; Files</vt:lpstr>
      <vt:lpstr>Moving Folders &amp; Files</vt:lpstr>
      <vt:lpstr>Renaming Folders &amp; Files</vt:lpstr>
      <vt:lpstr>Renaming Folders &amp; Files</vt:lpstr>
      <vt:lpstr>Exercises II</vt:lpstr>
      <vt:lpstr>Exercises II - 0</vt:lpstr>
      <vt:lpstr>Microsoft Terminal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Technologies Introduction</dc:title>
  <dc:creator>Adrian Gould</dc:creator>
  <cp:lastModifiedBy>Adrian Gould</cp:lastModifiedBy>
  <cp:revision>8</cp:revision>
  <dcterms:created xsi:type="dcterms:W3CDTF">2023-07-07T02:00:43Z</dcterms:created>
  <dcterms:modified xsi:type="dcterms:W3CDTF">2024-02-09T02:06:04Z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ac7e5b-5da2-46c7-8677-8a6b50f7d886_Enabled">
    <vt:lpwstr>true</vt:lpwstr>
  </property>
  <property fmtid="{D5CDD505-2E9C-101B-9397-08002B2CF9AE}" pid="3" name="MSIP_Label_f3ac7e5b-5da2-46c7-8677-8a6b50f7d886_SetDate">
    <vt:lpwstr>2023-07-09T17:39:43Z</vt:lpwstr>
  </property>
  <property fmtid="{D5CDD505-2E9C-101B-9397-08002B2CF9AE}" pid="4" name="MSIP_Label_f3ac7e5b-5da2-46c7-8677-8a6b50f7d886_Method">
    <vt:lpwstr>Standard</vt:lpwstr>
  </property>
  <property fmtid="{D5CDD505-2E9C-101B-9397-08002B2CF9AE}" pid="5" name="MSIP_Label_f3ac7e5b-5da2-46c7-8677-8a6b50f7d886_Name">
    <vt:lpwstr>Official</vt:lpwstr>
  </property>
  <property fmtid="{D5CDD505-2E9C-101B-9397-08002B2CF9AE}" pid="6" name="MSIP_Label_f3ac7e5b-5da2-46c7-8677-8a6b50f7d886_SiteId">
    <vt:lpwstr>218881e8-07ad-4142-87d7-f6b90d17009b</vt:lpwstr>
  </property>
  <property fmtid="{D5CDD505-2E9C-101B-9397-08002B2CF9AE}" pid="7" name="MSIP_Label_f3ac7e5b-5da2-46c7-8677-8a6b50f7d886_ActionId">
    <vt:lpwstr>934bf055-5d58-4591-8f85-6de4d295ed91</vt:lpwstr>
  </property>
  <property fmtid="{D5CDD505-2E9C-101B-9397-08002B2CF9AE}" pid="8" name="MSIP_Label_f3ac7e5b-5da2-46c7-8677-8a6b50f7d886_ContentBits">
    <vt:lpwstr>1</vt:lpwstr>
  </property>
  <property fmtid="{D5CDD505-2E9C-101B-9397-08002B2CF9AE}" pid="9" name="ClassificationContentMarkingHeaderLocations">
    <vt:lpwstr>TAFE-White-BG-C:4\8_Office Theme:4\9_Office Theme:4\3_Office Theme:4\4_Office Theme:4\5_Office Theme:4\TAFE-Dark-BG-animated:4\6_Office Theme:4\7_Office Theme:4\1_TAFE-White-BG-C:7\10_Office Theme:8\11_Office Theme:7\12_Office Theme:7\TAFE-White-BG-B:7</vt:lpwstr>
  </property>
  <property fmtid="{D5CDD505-2E9C-101B-9397-08002B2CF9AE}" pid="10" name="ClassificationContentMarkingHeaderText">
    <vt:lpwstr>OFFICIAL</vt:lpwstr>
  </property>
  <property fmtid="{D5CDD505-2E9C-101B-9397-08002B2CF9AE}" pid="11" name="ContentTypeId">
    <vt:lpwstr>0x010100D482CBA738D00D4AAC9330883AE1DA78</vt:lpwstr>
  </property>
</Properties>
</file>