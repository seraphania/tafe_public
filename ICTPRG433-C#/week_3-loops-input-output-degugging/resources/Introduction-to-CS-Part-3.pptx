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82" r:id="rId5"/>
    <p:sldId id="278" r:id="rId6"/>
    <p:sldId id="271" r:id="rId7"/>
    <p:sldId id="284" r:id="rId8"/>
    <p:sldId id="285" r:id="rId9"/>
    <p:sldId id="279" r:id="rId10"/>
    <p:sldId id="288" r:id="rId11"/>
    <p:sldId id="274" r:id="rId12"/>
    <p:sldId id="283" r:id="rId13"/>
    <p:sldId id="286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B0981-5191-47D8-FE45-745F2A84A3DA}" v="189" dt="2023-02-16T05:26:21.350"/>
    <p1510:client id="{FDA08A0D-CC15-4E30-D9D1-0882FBB41C57}" v="24" dt="2021-07-28T04:23:3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7C965F-E21E-461F-A263-FBFADB254DA1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8B4465F-B810-4082-8EE7-3E208F7C67A8}">
      <dgm:prSet/>
      <dgm:spPr/>
      <dgm:t>
        <a:bodyPr/>
        <a:lstStyle/>
        <a:p>
          <a:r>
            <a:rPr lang="en-AU" dirty="0"/>
            <a:t>Selection constructs</a:t>
          </a:r>
          <a:endParaRPr lang="en-US" dirty="0"/>
        </a:p>
      </dgm:t>
    </dgm:pt>
    <dgm:pt modelId="{F1DC9BDB-BE8B-4A9A-A838-D1B7A95CB5AF}" type="parTrans" cxnId="{4C01D96C-E347-4762-84EC-ED6C25F27F28}">
      <dgm:prSet/>
      <dgm:spPr/>
      <dgm:t>
        <a:bodyPr/>
        <a:lstStyle/>
        <a:p>
          <a:endParaRPr lang="en-US"/>
        </a:p>
      </dgm:t>
    </dgm:pt>
    <dgm:pt modelId="{0F4C9633-F697-4FF5-9A58-C594FB8829E7}" type="sibTrans" cxnId="{4C01D96C-E347-4762-84EC-ED6C25F27F28}">
      <dgm:prSet/>
      <dgm:spPr/>
      <dgm:t>
        <a:bodyPr/>
        <a:lstStyle/>
        <a:p>
          <a:endParaRPr lang="en-US"/>
        </a:p>
      </dgm:t>
    </dgm:pt>
    <dgm:pt modelId="{B736FB89-108D-4D9E-8976-0A5FDB9E61E1}">
      <dgm:prSet/>
      <dgm:spPr/>
      <dgm:t>
        <a:bodyPr/>
        <a:lstStyle/>
        <a:p>
          <a:r>
            <a:rPr lang="en-AU" dirty="0"/>
            <a:t>Provide alternative paths by using statements like If and Switch.</a:t>
          </a:r>
          <a:endParaRPr lang="en-US" dirty="0"/>
        </a:p>
      </dgm:t>
    </dgm:pt>
    <dgm:pt modelId="{25047342-AFFD-4E1C-A461-D5065FFA62C6}" type="parTrans" cxnId="{CAE3B6F1-7AB6-4350-A6BB-27365E370F8A}">
      <dgm:prSet/>
      <dgm:spPr/>
      <dgm:t>
        <a:bodyPr/>
        <a:lstStyle/>
        <a:p>
          <a:endParaRPr lang="en-US"/>
        </a:p>
      </dgm:t>
    </dgm:pt>
    <dgm:pt modelId="{28409EC9-4CE7-49BB-82E0-4A0935EC38A3}" type="sibTrans" cxnId="{CAE3B6F1-7AB6-4350-A6BB-27365E370F8A}">
      <dgm:prSet/>
      <dgm:spPr/>
      <dgm:t>
        <a:bodyPr/>
        <a:lstStyle/>
        <a:p>
          <a:endParaRPr lang="en-US"/>
        </a:p>
      </dgm:t>
    </dgm:pt>
    <dgm:pt modelId="{EC49D441-9CAF-48E0-8A85-C4CF36A38260}">
      <dgm:prSet/>
      <dgm:spPr/>
      <dgm:t>
        <a:bodyPr/>
        <a:lstStyle/>
        <a:p>
          <a:r>
            <a:rPr lang="en-AU"/>
            <a:t>Iteration constructs</a:t>
          </a:r>
          <a:endParaRPr lang="en-US"/>
        </a:p>
      </dgm:t>
    </dgm:pt>
    <dgm:pt modelId="{8170502A-241F-4568-9AB9-88681FB52FA6}" type="parTrans" cxnId="{F5BD1CE7-C395-4359-9836-912E45D53CDC}">
      <dgm:prSet/>
      <dgm:spPr/>
      <dgm:t>
        <a:bodyPr/>
        <a:lstStyle/>
        <a:p>
          <a:endParaRPr lang="en-US"/>
        </a:p>
      </dgm:t>
    </dgm:pt>
    <dgm:pt modelId="{279FAF6D-0BDF-4A8C-A355-BE02D9F1DFE4}" type="sibTrans" cxnId="{F5BD1CE7-C395-4359-9836-912E45D53CDC}">
      <dgm:prSet/>
      <dgm:spPr/>
      <dgm:t>
        <a:bodyPr/>
        <a:lstStyle/>
        <a:p>
          <a:endParaRPr lang="en-US"/>
        </a:p>
      </dgm:t>
    </dgm:pt>
    <dgm:pt modelId="{AB3DAAEC-5ADB-4552-9E77-35FB6709D709}">
      <dgm:prSet/>
      <dgm:spPr/>
      <dgm:t>
        <a:bodyPr/>
        <a:lstStyle/>
        <a:p>
          <a:r>
            <a:rPr lang="en-AU" dirty="0"/>
            <a:t>Lets you repeat blocks of code. The For loop iterates a fixed number of times. A While loop iterates a variable number of times. </a:t>
          </a:r>
          <a:endParaRPr lang="en-US" dirty="0"/>
        </a:p>
      </dgm:t>
    </dgm:pt>
    <dgm:pt modelId="{20E87CC3-C961-4BB8-A35E-4BE2BBA4AA8C}" type="parTrans" cxnId="{C332E0DA-A23C-4BDB-A833-9F5521BF8901}">
      <dgm:prSet/>
      <dgm:spPr/>
      <dgm:t>
        <a:bodyPr/>
        <a:lstStyle/>
        <a:p>
          <a:endParaRPr lang="en-US"/>
        </a:p>
      </dgm:t>
    </dgm:pt>
    <dgm:pt modelId="{FD41FE36-C853-42E1-A322-DCB97E7023B7}" type="sibTrans" cxnId="{C332E0DA-A23C-4BDB-A833-9F5521BF8901}">
      <dgm:prSet/>
      <dgm:spPr/>
      <dgm:t>
        <a:bodyPr/>
        <a:lstStyle/>
        <a:p>
          <a:endParaRPr lang="en-US"/>
        </a:p>
      </dgm:t>
    </dgm:pt>
    <dgm:pt modelId="{8115D2D0-B422-4185-B976-FF74C52B1464}">
      <dgm:prSet/>
      <dgm:spPr/>
      <dgm:t>
        <a:bodyPr/>
        <a:lstStyle/>
        <a:p>
          <a:r>
            <a:rPr lang="en-AU"/>
            <a:t>Sequence constructs</a:t>
          </a:r>
          <a:endParaRPr lang="en-US"/>
        </a:p>
      </dgm:t>
    </dgm:pt>
    <dgm:pt modelId="{82FC2222-7222-4047-B4C9-37A90635034A}" type="parTrans" cxnId="{EBAC044C-9511-436A-AF52-D5E4D84012C8}">
      <dgm:prSet/>
      <dgm:spPr/>
      <dgm:t>
        <a:bodyPr/>
        <a:lstStyle/>
        <a:p>
          <a:endParaRPr lang="en-US"/>
        </a:p>
      </dgm:t>
    </dgm:pt>
    <dgm:pt modelId="{9EBAAD31-1D6D-4DAD-9AC4-7F384F1E0FC3}" type="sibTrans" cxnId="{EBAC044C-9511-436A-AF52-D5E4D84012C8}">
      <dgm:prSet/>
      <dgm:spPr/>
      <dgm:t>
        <a:bodyPr/>
        <a:lstStyle/>
        <a:p>
          <a:endParaRPr lang="en-US"/>
        </a:p>
      </dgm:t>
    </dgm:pt>
    <dgm:pt modelId="{D72A8D1B-6EE2-40A0-987A-4D7C1E5C047B}">
      <dgm:prSet/>
      <dgm:spPr/>
      <dgm:t>
        <a:bodyPr/>
        <a:lstStyle/>
        <a:p>
          <a:r>
            <a:rPr lang="en-AU" dirty="0"/>
            <a:t>Change the flow of control when a program executes. Normally a program executes one line then goes on to the next line. You can jump to different line with keywords like </a:t>
          </a:r>
          <a:r>
            <a:rPr lang="en-AU" dirty="0" err="1"/>
            <a:t>Goto</a:t>
          </a:r>
          <a:r>
            <a:rPr lang="en-AU" dirty="0"/>
            <a:t>, Continue, Break. (Avoid the use of </a:t>
          </a:r>
          <a:r>
            <a:rPr lang="en-AU" dirty="0" err="1"/>
            <a:t>Goto</a:t>
          </a:r>
          <a:r>
            <a:rPr lang="en-AU" dirty="0"/>
            <a:t> statements because it can result in "spaghetti" code.) When you call a method, flow logic jumps to the code in the method and then returns to the calling programming.</a:t>
          </a:r>
          <a:endParaRPr lang="en-US" dirty="0"/>
        </a:p>
      </dgm:t>
    </dgm:pt>
    <dgm:pt modelId="{DB043CCB-CC74-4F6D-88A3-9F7DA227CD93}" type="parTrans" cxnId="{341A9F97-DC19-4F03-A9EB-584CE4EAB8F0}">
      <dgm:prSet/>
      <dgm:spPr/>
      <dgm:t>
        <a:bodyPr/>
        <a:lstStyle/>
        <a:p>
          <a:endParaRPr lang="en-US"/>
        </a:p>
      </dgm:t>
    </dgm:pt>
    <dgm:pt modelId="{F054FDE4-8271-43B2-95E9-4BE4123D8B00}" type="sibTrans" cxnId="{341A9F97-DC19-4F03-A9EB-584CE4EAB8F0}">
      <dgm:prSet/>
      <dgm:spPr/>
      <dgm:t>
        <a:bodyPr/>
        <a:lstStyle/>
        <a:p>
          <a:endParaRPr lang="en-US"/>
        </a:p>
      </dgm:t>
    </dgm:pt>
    <dgm:pt modelId="{F0BD9160-97EB-4F71-85B6-97E85E400088}" type="pres">
      <dgm:prSet presAssocID="{7F7C965F-E21E-461F-A263-FBFADB254DA1}" presName="Name0" presStyleCnt="0">
        <dgm:presLayoutVars>
          <dgm:dir/>
          <dgm:animLvl val="lvl"/>
          <dgm:resizeHandles val="exact"/>
        </dgm:presLayoutVars>
      </dgm:prSet>
      <dgm:spPr/>
    </dgm:pt>
    <dgm:pt modelId="{9215AEF5-0A7C-4311-BCBE-3923EA76C76F}" type="pres">
      <dgm:prSet presAssocID="{28B4465F-B810-4082-8EE7-3E208F7C67A8}" presName="linNode" presStyleCnt="0"/>
      <dgm:spPr/>
    </dgm:pt>
    <dgm:pt modelId="{F949C6D9-85E4-4EAB-9FA3-89FF42703650}" type="pres">
      <dgm:prSet presAssocID="{28B4465F-B810-4082-8EE7-3E208F7C67A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EE193CA-AB13-48CC-85DB-F749A799A068}" type="pres">
      <dgm:prSet presAssocID="{28B4465F-B810-4082-8EE7-3E208F7C67A8}" presName="descendantText" presStyleLbl="alignAccFollowNode1" presStyleIdx="0" presStyleCnt="3">
        <dgm:presLayoutVars>
          <dgm:bulletEnabled val="1"/>
        </dgm:presLayoutVars>
      </dgm:prSet>
      <dgm:spPr/>
    </dgm:pt>
    <dgm:pt modelId="{84CB353A-4139-48BE-9AC3-F5E7D9B9B198}" type="pres">
      <dgm:prSet presAssocID="{0F4C9633-F697-4FF5-9A58-C594FB8829E7}" presName="sp" presStyleCnt="0"/>
      <dgm:spPr/>
    </dgm:pt>
    <dgm:pt modelId="{B7FCFE5A-91FB-4AAD-9D52-1F50C7112F91}" type="pres">
      <dgm:prSet presAssocID="{EC49D441-9CAF-48E0-8A85-C4CF36A38260}" presName="linNode" presStyleCnt="0"/>
      <dgm:spPr/>
    </dgm:pt>
    <dgm:pt modelId="{E034BACB-598C-40A3-AE90-7BD17DFE7C36}" type="pres">
      <dgm:prSet presAssocID="{EC49D441-9CAF-48E0-8A85-C4CF36A3826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801CD43-5931-49D5-96CC-21801E51E2C8}" type="pres">
      <dgm:prSet presAssocID="{EC49D441-9CAF-48E0-8A85-C4CF36A38260}" presName="descendantText" presStyleLbl="alignAccFollowNode1" presStyleIdx="1" presStyleCnt="3">
        <dgm:presLayoutVars>
          <dgm:bulletEnabled val="1"/>
        </dgm:presLayoutVars>
      </dgm:prSet>
      <dgm:spPr/>
    </dgm:pt>
    <dgm:pt modelId="{592581D3-1221-4C3E-8CA6-CBF69B31E362}" type="pres">
      <dgm:prSet presAssocID="{279FAF6D-0BDF-4A8C-A355-BE02D9F1DFE4}" presName="sp" presStyleCnt="0"/>
      <dgm:spPr/>
    </dgm:pt>
    <dgm:pt modelId="{3AB1D7FF-86F8-42FB-9376-CA379598198E}" type="pres">
      <dgm:prSet presAssocID="{8115D2D0-B422-4185-B976-FF74C52B1464}" presName="linNode" presStyleCnt="0"/>
      <dgm:spPr/>
    </dgm:pt>
    <dgm:pt modelId="{3CE5CBBB-D156-4EB3-9E72-C314AFAC11E9}" type="pres">
      <dgm:prSet presAssocID="{8115D2D0-B422-4185-B976-FF74C52B146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49726A7-EFAE-45F9-B884-5C56D6E36B0C}" type="pres">
      <dgm:prSet presAssocID="{8115D2D0-B422-4185-B976-FF74C52B146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121922C-049C-4F13-8A9D-AC54D62ECA31}" type="presOf" srcId="{28B4465F-B810-4082-8EE7-3E208F7C67A8}" destId="{F949C6D9-85E4-4EAB-9FA3-89FF42703650}" srcOrd="0" destOrd="0" presId="urn:microsoft.com/office/officeart/2005/8/layout/vList5"/>
    <dgm:cxn modelId="{B22E9233-7ABC-49D6-BC42-90931339C191}" type="presOf" srcId="{8115D2D0-B422-4185-B976-FF74C52B1464}" destId="{3CE5CBBB-D156-4EB3-9E72-C314AFAC11E9}" srcOrd="0" destOrd="0" presId="urn:microsoft.com/office/officeart/2005/8/layout/vList5"/>
    <dgm:cxn modelId="{EBAC044C-9511-436A-AF52-D5E4D84012C8}" srcId="{7F7C965F-E21E-461F-A263-FBFADB254DA1}" destId="{8115D2D0-B422-4185-B976-FF74C52B1464}" srcOrd="2" destOrd="0" parTransId="{82FC2222-7222-4047-B4C9-37A90635034A}" sibTransId="{9EBAAD31-1D6D-4DAD-9AC4-7F384F1E0FC3}"/>
    <dgm:cxn modelId="{4C01D96C-E347-4762-84EC-ED6C25F27F28}" srcId="{7F7C965F-E21E-461F-A263-FBFADB254DA1}" destId="{28B4465F-B810-4082-8EE7-3E208F7C67A8}" srcOrd="0" destOrd="0" parTransId="{F1DC9BDB-BE8B-4A9A-A838-D1B7A95CB5AF}" sibTransId="{0F4C9633-F697-4FF5-9A58-C594FB8829E7}"/>
    <dgm:cxn modelId="{BD870677-62A7-4920-84C3-4646FB346C09}" type="presOf" srcId="{7F7C965F-E21E-461F-A263-FBFADB254DA1}" destId="{F0BD9160-97EB-4F71-85B6-97E85E400088}" srcOrd="0" destOrd="0" presId="urn:microsoft.com/office/officeart/2005/8/layout/vList5"/>
    <dgm:cxn modelId="{6E78B059-F236-4AA7-B352-281F036BDEEE}" type="presOf" srcId="{AB3DAAEC-5ADB-4552-9E77-35FB6709D709}" destId="{6801CD43-5931-49D5-96CC-21801E51E2C8}" srcOrd="0" destOrd="0" presId="urn:microsoft.com/office/officeart/2005/8/layout/vList5"/>
    <dgm:cxn modelId="{341A9F97-DC19-4F03-A9EB-584CE4EAB8F0}" srcId="{8115D2D0-B422-4185-B976-FF74C52B1464}" destId="{D72A8D1B-6EE2-40A0-987A-4D7C1E5C047B}" srcOrd="0" destOrd="0" parTransId="{DB043CCB-CC74-4F6D-88A3-9F7DA227CD93}" sibTransId="{F054FDE4-8271-43B2-95E9-4BE4123D8B00}"/>
    <dgm:cxn modelId="{6205E4CF-7394-4D20-9964-EE24C3AB65F1}" type="presOf" srcId="{D72A8D1B-6EE2-40A0-987A-4D7C1E5C047B}" destId="{E49726A7-EFAE-45F9-B884-5C56D6E36B0C}" srcOrd="0" destOrd="0" presId="urn:microsoft.com/office/officeart/2005/8/layout/vList5"/>
    <dgm:cxn modelId="{C332E0DA-A23C-4BDB-A833-9F5521BF8901}" srcId="{EC49D441-9CAF-48E0-8A85-C4CF36A38260}" destId="{AB3DAAEC-5ADB-4552-9E77-35FB6709D709}" srcOrd="0" destOrd="0" parTransId="{20E87CC3-C961-4BB8-A35E-4BE2BBA4AA8C}" sibTransId="{FD41FE36-C853-42E1-A322-DCB97E7023B7}"/>
    <dgm:cxn modelId="{F5BD1CE7-C395-4359-9836-912E45D53CDC}" srcId="{7F7C965F-E21E-461F-A263-FBFADB254DA1}" destId="{EC49D441-9CAF-48E0-8A85-C4CF36A38260}" srcOrd="1" destOrd="0" parTransId="{8170502A-241F-4568-9AB9-88681FB52FA6}" sibTransId="{279FAF6D-0BDF-4A8C-A355-BE02D9F1DFE4}"/>
    <dgm:cxn modelId="{564DFFEB-933F-47D4-A40A-C641F64031AD}" type="presOf" srcId="{B736FB89-108D-4D9E-8976-0A5FDB9E61E1}" destId="{BEE193CA-AB13-48CC-85DB-F749A799A068}" srcOrd="0" destOrd="0" presId="urn:microsoft.com/office/officeart/2005/8/layout/vList5"/>
    <dgm:cxn modelId="{AEFD62ED-57D4-4256-AA9A-CC6B5A1F739F}" type="presOf" srcId="{EC49D441-9CAF-48E0-8A85-C4CF36A38260}" destId="{E034BACB-598C-40A3-AE90-7BD17DFE7C36}" srcOrd="0" destOrd="0" presId="urn:microsoft.com/office/officeart/2005/8/layout/vList5"/>
    <dgm:cxn modelId="{CAE3B6F1-7AB6-4350-A6BB-27365E370F8A}" srcId="{28B4465F-B810-4082-8EE7-3E208F7C67A8}" destId="{B736FB89-108D-4D9E-8976-0A5FDB9E61E1}" srcOrd="0" destOrd="0" parTransId="{25047342-AFFD-4E1C-A461-D5065FFA62C6}" sibTransId="{28409EC9-4CE7-49BB-82E0-4A0935EC38A3}"/>
    <dgm:cxn modelId="{A7811514-A6C3-4B09-92A8-342CB6A7F2CA}" type="presParOf" srcId="{F0BD9160-97EB-4F71-85B6-97E85E400088}" destId="{9215AEF5-0A7C-4311-BCBE-3923EA76C76F}" srcOrd="0" destOrd="0" presId="urn:microsoft.com/office/officeart/2005/8/layout/vList5"/>
    <dgm:cxn modelId="{F955F4EB-C709-4BA9-A16E-7B6BEFEC369E}" type="presParOf" srcId="{9215AEF5-0A7C-4311-BCBE-3923EA76C76F}" destId="{F949C6D9-85E4-4EAB-9FA3-89FF42703650}" srcOrd="0" destOrd="0" presId="urn:microsoft.com/office/officeart/2005/8/layout/vList5"/>
    <dgm:cxn modelId="{B9FCAA7A-D6EC-4E05-B8F6-71078C1238B5}" type="presParOf" srcId="{9215AEF5-0A7C-4311-BCBE-3923EA76C76F}" destId="{BEE193CA-AB13-48CC-85DB-F749A799A068}" srcOrd="1" destOrd="0" presId="urn:microsoft.com/office/officeart/2005/8/layout/vList5"/>
    <dgm:cxn modelId="{3D2FA5AE-5493-4E36-B397-A7694E7542BE}" type="presParOf" srcId="{F0BD9160-97EB-4F71-85B6-97E85E400088}" destId="{84CB353A-4139-48BE-9AC3-F5E7D9B9B198}" srcOrd="1" destOrd="0" presId="urn:microsoft.com/office/officeart/2005/8/layout/vList5"/>
    <dgm:cxn modelId="{3989F00D-D915-48CD-B6FA-F5F5B60C4988}" type="presParOf" srcId="{F0BD9160-97EB-4F71-85B6-97E85E400088}" destId="{B7FCFE5A-91FB-4AAD-9D52-1F50C7112F91}" srcOrd="2" destOrd="0" presId="urn:microsoft.com/office/officeart/2005/8/layout/vList5"/>
    <dgm:cxn modelId="{134804BE-B476-4885-A61F-92F304153843}" type="presParOf" srcId="{B7FCFE5A-91FB-4AAD-9D52-1F50C7112F91}" destId="{E034BACB-598C-40A3-AE90-7BD17DFE7C36}" srcOrd="0" destOrd="0" presId="urn:microsoft.com/office/officeart/2005/8/layout/vList5"/>
    <dgm:cxn modelId="{79A9AB8E-4314-4AB2-884E-B9ACB32FA9F1}" type="presParOf" srcId="{B7FCFE5A-91FB-4AAD-9D52-1F50C7112F91}" destId="{6801CD43-5931-49D5-96CC-21801E51E2C8}" srcOrd="1" destOrd="0" presId="urn:microsoft.com/office/officeart/2005/8/layout/vList5"/>
    <dgm:cxn modelId="{969CBCB7-63BA-494A-9095-365754A89F4B}" type="presParOf" srcId="{F0BD9160-97EB-4F71-85B6-97E85E400088}" destId="{592581D3-1221-4C3E-8CA6-CBF69B31E362}" srcOrd="3" destOrd="0" presId="urn:microsoft.com/office/officeart/2005/8/layout/vList5"/>
    <dgm:cxn modelId="{22FA5E81-50DE-402F-BA55-0981F32FE01C}" type="presParOf" srcId="{F0BD9160-97EB-4F71-85B6-97E85E400088}" destId="{3AB1D7FF-86F8-42FB-9376-CA379598198E}" srcOrd="4" destOrd="0" presId="urn:microsoft.com/office/officeart/2005/8/layout/vList5"/>
    <dgm:cxn modelId="{D076CA59-B043-4315-B19F-A24487C032CF}" type="presParOf" srcId="{3AB1D7FF-86F8-42FB-9376-CA379598198E}" destId="{3CE5CBBB-D156-4EB3-9E72-C314AFAC11E9}" srcOrd="0" destOrd="0" presId="urn:microsoft.com/office/officeart/2005/8/layout/vList5"/>
    <dgm:cxn modelId="{10694D23-81E8-4BD4-9BD3-AE1DDD4B8576}" type="presParOf" srcId="{3AB1D7FF-86F8-42FB-9376-CA379598198E}" destId="{E49726A7-EFAE-45F9-B884-5C56D6E36B0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BFB8DF-75C4-462F-928D-E4FD1FF8D6A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77980DF-2230-43C7-8550-4A3642E1436C}">
      <dgm:prSet/>
      <dgm:spPr/>
      <dgm:t>
        <a:bodyPr/>
        <a:lstStyle/>
        <a:p>
          <a:r>
            <a:rPr lang="en-AU"/>
            <a:t>While Loop</a:t>
          </a:r>
          <a:endParaRPr lang="en-US"/>
        </a:p>
      </dgm:t>
    </dgm:pt>
    <dgm:pt modelId="{07410D93-C850-472C-849C-47E519AF3DDE}" type="parTrans" cxnId="{4D74B3B5-AFD6-4579-8386-5A7AAD24A35B}">
      <dgm:prSet/>
      <dgm:spPr/>
      <dgm:t>
        <a:bodyPr/>
        <a:lstStyle/>
        <a:p>
          <a:endParaRPr lang="en-US"/>
        </a:p>
      </dgm:t>
    </dgm:pt>
    <dgm:pt modelId="{B4BE638C-6E1C-43E6-BAC3-10EE9978D756}" type="sibTrans" cxnId="{4D74B3B5-AFD6-4579-8386-5A7AAD24A35B}">
      <dgm:prSet/>
      <dgm:spPr/>
      <dgm:t>
        <a:bodyPr/>
        <a:lstStyle/>
        <a:p>
          <a:endParaRPr lang="en-US"/>
        </a:p>
      </dgm:t>
    </dgm:pt>
    <dgm:pt modelId="{4D73AB26-00DD-44A3-A96B-7835A6325B99}">
      <dgm:prSet/>
      <dgm:spPr/>
      <dgm:t>
        <a:bodyPr/>
        <a:lstStyle/>
        <a:p>
          <a:pPr>
            <a:buNone/>
          </a:pPr>
          <a:r>
            <a:rPr lang="en-AU" dirty="0"/>
            <a:t>While( true )</a:t>
          </a:r>
          <a:endParaRPr lang="en-US" dirty="0"/>
        </a:p>
      </dgm:t>
    </dgm:pt>
    <dgm:pt modelId="{B8E7213B-D9DA-4252-862D-3AAD003CF016}" type="parTrans" cxnId="{BB3E575F-C18C-43E8-ACA6-B946E390D504}">
      <dgm:prSet/>
      <dgm:spPr/>
      <dgm:t>
        <a:bodyPr/>
        <a:lstStyle/>
        <a:p>
          <a:endParaRPr lang="en-US"/>
        </a:p>
      </dgm:t>
    </dgm:pt>
    <dgm:pt modelId="{83067C31-B4E3-4F46-BF95-E3750452246A}" type="sibTrans" cxnId="{BB3E575F-C18C-43E8-ACA6-B946E390D504}">
      <dgm:prSet/>
      <dgm:spPr/>
      <dgm:t>
        <a:bodyPr/>
        <a:lstStyle/>
        <a:p>
          <a:endParaRPr lang="en-US"/>
        </a:p>
      </dgm:t>
    </dgm:pt>
    <dgm:pt modelId="{441FE3BD-F9CC-48E6-B1AD-D27ACE93F5F6}">
      <dgm:prSet/>
      <dgm:spPr/>
      <dgm:t>
        <a:bodyPr/>
        <a:lstStyle/>
        <a:p>
          <a:r>
            <a:rPr lang="en-AU" dirty="0"/>
            <a:t>For Loop</a:t>
          </a:r>
          <a:endParaRPr lang="en-US" dirty="0"/>
        </a:p>
      </dgm:t>
    </dgm:pt>
    <dgm:pt modelId="{9D5BBDB8-1CC0-47A3-A7E2-460789EFEEB0}" type="parTrans" cxnId="{64CA779F-0597-4EB2-8589-09A776A997DA}">
      <dgm:prSet/>
      <dgm:spPr/>
      <dgm:t>
        <a:bodyPr/>
        <a:lstStyle/>
        <a:p>
          <a:endParaRPr lang="en-US"/>
        </a:p>
      </dgm:t>
    </dgm:pt>
    <dgm:pt modelId="{BAD33B58-57E1-43CE-83C9-33CEE21F9B28}" type="sibTrans" cxnId="{64CA779F-0597-4EB2-8589-09A776A997DA}">
      <dgm:prSet/>
      <dgm:spPr/>
      <dgm:t>
        <a:bodyPr/>
        <a:lstStyle/>
        <a:p>
          <a:endParaRPr lang="en-US"/>
        </a:p>
      </dgm:t>
    </dgm:pt>
    <dgm:pt modelId="{362DBC5C-F224-45D3-903C-220B5BE45D9B}">
      <dgm:prSet/>
      <dgm:spPr/>
      <dgm:t>
        <a:bodyPr/>
        <a:lstStyle/>
        <a:p>
          <a:pPr>
            <a:buNone/>
          </a:pPr>
          <a:r>
            <a:rPr lang="en-AU" dirty="0"/>
            <a:t> for ( int </a:t>
          </a:r>
          <a:r>
            <a:rPr lang="en-AU" dirty="0" err="1"/>
            <a:t>i</a:t>
          </a:r>
          <a:r>
            <a:rPr lang="en-AU" dirty="0"/>
            <a:t>=0; </a:t>
          </a:r>
          <a:r>
            <a:rPr lang="en-AU" dirty="0" err="1"/>
            <a:t>i</a:t>
          </a:r>
          <a:r>
            <a:rPr lang="en-AU" dirty="0"/>
            <a:t> &lt; </a:t>
          </a:r>
          <a:r>
            <a:rPr lang="en-AU" dirty="0" err="1"/>
            <a:t>myArrayLength</a:t>
          </a:r>
          <a:r>
            <a:rPr lang="en-AU" dirty="0"/>
            <a:t>; </a:t>
          </a:r>
          <a:r>
            <a:rPr lang="en-AU" dirty="0" err="1"/>
            <a:t>i</a:t>
          </a:r>
          <a:r>
            <a:rPr lang="en-AU" dirty="0"/>
            <a:t>++){
      </a:t>
          </a:r>
          <a:r>
            <a:rPr lang="en-AU" dirty="0" err="1"/>
            <a:t>Console.WriteLine</a:t>
          </a:r>
          <a:r>
            <a:rPr lang="en-AU" dirty="0"/>
            <a:t>(</a:t>
          </a:r>
          <a:r>
            <a:rPr lang="en-AU" dirty="0" err="1"/>
            <a:t>myArray</a:t>
          </a:r>
          <a:r>
            <a:rPr lang="en-AU" dirty="0"/>
            <a:t>[</a:t>
          </a:r>
          <a:r>
            <a:rPr lang="en-AU" dirty="0" err="1"/>
            <a:t>i</a:t>
          </a:r>
          <a:r>
            <a:rPr lang="en-AU" dirty="0"/>
            <a:t>]);
    }</a:t>
          </a:r>
          <a:endParaRPr lang="en-US" dirty="0"/>
        </a:p>
      </dgm:t>
    </dgm:pt>
    <dgm:pt modelId="{0B8AC9A6-6656-4F90-844A-76F186ACA08D}" type="parTrans" cxnId="{D3C965B8-5F34-4D1A-8B87-CF9EDC9BEA24}">
      <dgm:prSet/>
      <dgm:spPr/>
      <dgm:t>
        <a:bodyPr/>
        <a:lstStyle/>
        <a:p>
          <a:endParaRPr lang="en-US"/>
        </a:p>
      </dgm:t>
    </dgm:pt>
    <dgm:pt modelId="{05F1118C-DC15-4EE6-B524-C2D683702BCB}" type="sibTrans" cxnId="{D3C965B8-5F34-4D1A-8B87-CF9EDC9BEA24}">
      <dgm:prSet/>
      <dgm:spPr/>
      <dgm:t>
        <a:bodyPr/>
        <a:lstStyle/>
        <a:p>
          <a:endParaRPr lang="en-US"/>
        </a:p>
      </dgm:t>
    </dgm:pt>
    <dgm:pt modelId="{F0098D13-2FFE-46A3-BD41-E0D7C9C1B286}">
      <dgm:prSet/>
      <dgm:spPr/>
      <dgm:t>
        <a:bodyPr/>
        <a:lstStyle/>
        <a:p>
          <a:r>
            <a:rPr lang="en-US" dirty="0"/>
            <a:t>Foreach</a:t>
          </a:r>
        </a:p>
      </dgm:t>
    </dgm:pt>
    <dgm:pt modelId="{8B85B522-0D7D-40DD-9E1B-63DE65CB7657}" type="parTrans" cxnId="{5D64813D-96D0-4E3D-AA75-C0950E42687D}">
      <dgm:prSet/>
      <dgm:spPr/>
    </dgm:pt>
    <dgm:pt modelId="{60052919-378B-44A8-9CBB-9B22EF465A13}" type="sibTrans" cxnId="{5D64813D-96D0-4E3D-AA75-C0950E42687D}">
      <dgm:prSet/>
      <dgm:spPr/>
    </dgm:pt>
    <dgm:pt modelId="{A095366A-6396-4740-BFDC-557468FD3EFB}">
      <dgm:prSet/>
      <dgm:spPr/>
      <dgm:t>
        <a:bodyPr/>
        <a:lstStyle/>
        <a:p>
          <a:pPr>
            <a:buNone/>
          </a:pPr>
          <a:r>
            <a:rPr lang="en-US" dirty="0"/>
            <a:t>Foreach(int item in </a:t>
          </a:r>
          <a:r>
            <a:rPr lang="en-US" dirty="0" err="1"/>
            <a:t>myArray</a:t>
          </a:r>
          <a:r>
            <a:rPr lang="en-US" dirty="0"/>
            <a:t>)</a:t>
          </a:r>
        </a:p>
      </dgm:t>
    </dgm:pt>
    <dgm:pt modelId="{1C65F466-BBCC-4D5B-9A6C-B747D6442DB3}" type="parTrans" cxnId="{3FBDEB12-3F6F-4B23-9F71-32A499265592}">
      <dgm:prSet/>
      <dgm:spPr/>
    </dgm:pt>
    <dgm:pt modelId="{F5456739-466A-409E-BC52-3F508D209F10}" type="sibTrans" cxnId="{3FBDEB12-3F6F-4B23-9F71-32A499265592}">
      <dgm:prSet/>
      <dgm:spPr/>
    </dgm:pt>
    <dgm:pt modelId="{218F4169-117B-4C5F-8059-653363590BF4}">
      <dgm:prSet/>
      <dgm:spPr/>
      <dgm:t>
        <a:bodyPr/>
        <a:lstStyle/>
        <a:p>
          <a:pPr>
            <a:buNone/>
          </a:pPr>
          <a:r>
            <a:rPr lang="en-AU" dirty="0"/>
            <a:t>{</a:t>
          </a:r>
          <a:endParaRPr lang="en-US" dirty="0"/>
        </a:p>
      </dgm:t>
    </dgm:pt>
    <dgm:pt modelId="{42B000BC-4B60-4333-B334-3089B18C7C9F}" type="parTrans" cxnId="{0D12C36D-498F-4651-AB0F-6DA103F1DD24}">
      <dgm:prSet/>
      <dgm:spPr/>
    </dgm:pt>
    <dgm:pt modelId="{FED45513-971E-47F6-B8DE-7FA83D479763}" type="sibTrans" cxnId="{0D12C36D-498F-4651-AB0F-6DA103F1DD24}">
      <dgm:prSet/>
      <dgm:spPr/>
    </dgm:pt>
    <dgm:pt modelId="{C71A84C0-DE52-4863-8A2C-EBE3457BF562}">
      <dgm:prSet/>
      <dgm:spPr/>
      <dgm:t>
        <a:bodyPr/>
        <a:lstStyle/>
        <a:p>
          <a:pPr>
            <a:buNone/>
          </a:pPr>
          <a:r>
            <a:rPr lang="en-AU" dirty="0"/>
            <a:t>}</a:t>
          </a:r>
          <a:endParaRPr lang="en-US" dirty="0"/>
        </a:p>
      </dgm:t>
    </dgm:pt>
    <dgm:pt modelId="{8F3505D2-C6D8-4E20-ABA6-BB7A748748E9}" type="parTrans" cxnId="{7A85AE92-2204-4EC6-BA1F-46DB45C519FB}">
      <dgm:prSet/>
      <dgm:spPr/>
    </dgm:pt>
    <dgm:pt modelId="{B58A1433-B5DB-4ECA-B696-567526262CA3}" type="sibTrans" cxnId="{7A85AE92-2204-4EC6-BA1F-46DB45C519FB}">
      <dgm:prSet/>
      <dgm:spPr/>
    </dgm:pt>
    <dgm:pt modelId="{2E802358-FB09-4E5D-9CB8-3FE7128AFD5B}">
      <dgm:prSet/>
      <dgm:spPr/>
      <dgm:t>
        <a:bodyPr/>
        <a:lstStyle/>
        <a:p>
          <a:pPr>
            <a:buNone/>
          </a:pPr>
          <a:r>
            <a:rPr lang="en-US" dirty="0"/>
            <a:t>{</a:t>
          </a:r>
        </a:p>
      </dgm:t>
    </dgm:pt>
    <dgm:pt modelId="{317C59A2-FDA6-462B-9D9B-F62027E55BBC}" type="parTrans" cxnId="{8FC73ADD-4A1C-43C1-918A-182BD771DECA}">
      <dgm:prSet/>
      <dgm:spPr/>
    </dgm:pt>
    <dgm:pt modelId="{85168A8B-F9A3-4654-99CF-9D7322D1E274}" type="sibTrans" cxnId="{8FC73ADD-4A1C-43C1-918A-182BD771DECA}">
      <dgm:prSet/>
      <dgm:spPr/>
    </dgm:pt>
    <dgm:pt modelId="{42098F41-74A8-4AF4-9A65-975D6470383B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926094B1-6435-4D1D-B082-1397E956DB2C}" type="parTrans" cxnId="{DA533339-5CEC-4992-99A7-FE541531E33F}">
      <dgm:prSet/>
      <dgm:spPr/>
    </dgm:pt>
    <dgm:pt modelId="{48E2267B-3F82-4A8E-B865-8669EE7FDBFE}" type="sibTrans" cxnId="{DA533339-5CEC-4992-99A7-FE541531E33F}">
      <dgm:prSet/>
      <dgm:spPr/>
    </dgm:pt>
    <dgm:pt modelId="{9AD1990B-0659-499E-8659-79D6298A0C1E}" type="pres">
      <dgm:prSet presAssocID="{C9BFB8DF-75C4-462F-928D-E4FD1FF8D6A4}" presName="linear" presStyleCnt="0">
        <dgm:presLayoutVars>
          <dgm:dir/>
          <dgm:animLvl val="lvl"/>
          <dgm:resizeHandles val="exact"/>
        </dgm:presLayoutVars>
      </dgm:prSet>
      <dgm:spPr/>
    </dgm:pt>
    <dgm:pt modelId="{059BBC96-B719-4F66-BE13-CCA549B42CC6}" type="pres">
      <dgm:prSet presAssocID="{777980DF-2230-43C7-8550-4A3642E1436C}" presName="parentLin" presStyleCnt="0"/>
      <dgm:spPr/>
    </dgm:pt>
    <dgm:pt modelId="{50C66C2F-412F-46C0-8E47-CE9EA1DF6F96}" type="pres">
      <dgm:prSet presAssocID="{777980DF-2230-43C7-8550-4A3642E1436C}" presName="parentLeftMargin" presStyleLbl="node1" presStyleIdx="0" presStyleCnt="3"/>
      <dgm:spPr/>
    </dgm:pt>
    <dgm:pt modelId="{943DAF71-853E-43EF-85D5-F6FD5DB2CD4F}" type="pres">
      <dgm:prSet presAssocID="{777980DF-2230-43C7-8550-4A3642E1436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770E07-3826-48A1-BAA5-DAE8240C8977}" type="pres">
      <dgm:prSet presAssocID="{777980DF-2230-43C7-8550-4A3642E1436C}" presName="negativeSpace" presStyleCnt="0"/>
      <dgm:spPr/>
    </dgm:pt>
    <dgm:pt modelId="{BB6B26C9-076C-48CC-97B7-21F423D956E0}" type="pres">
      <dgm:prSet presAssocID="{777980DF-2230-43C7-8550-4A3642E1436C}" presName="childText" presStyleLbl="conFgAcc1" presStyleIdx="0" presStyleCnt="3">
        <dgm:presLayoutVars>
          <dgm:bulletEnabled val="1"/>
        </dgm:presLayoutVars>
      </dgm:prSet>
      <dgm:spPr/>
    </dgm:pt>
    <dgm:pt modelId="{82ECC81D-C084-4A69-8640-059D1AB81380}" type="pres">
      <dgm:prSet presAssocID="{B4BE638C-6E1C-43E6-BAC3-10EE9978D756}" presName="spaceBetweenRectangles" presStyleCnt="0"/>
      <dgm:spPr/>
    </dgm:pt>
    <dgm:pt modelId="{6F1349BE-588D-484D-844F-3BE667E41028}" type="pres">
      <dgm:prSet presAssocID="{441FE3BD-F9CC-48E6-B1AD-D27ACE93F5F6}" presName="parentLin" presStyleCnt="0"/>
      <dgm:spPr/>
    </dgm:pt>
    <dgm:pt modelId="{E1276788-5391-4857-95A5-714E0218A81B}" type="pres">
      <dgm:prSet presAssocID="{441FE3BD-F9CC-48E6-B1AD-D27ACE93F5F6}" presName="parentLeftMargin" presStyleLbl="node1" presStyleIdx="0" presStyleCnt="3"/>
      <dgm:spPr/>
    </dgm:pt>
    <dgm:pt modelId="{86016D39-DC0A-41F2-A7D5-41EE445AFDE6}" type="pres">
      <dgm:prSet presAssocID="{441FE3BD-F9CC-48E6-B1AD-D27ACE93F5F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5CC0A7D-5B81-4CED-98A8-8E5E7F4D547B}" type="pres">
      <dgm:prSet presAssocID="{441FE3BD-F9CC-48E6-B1AD-D27ACE93F5F6}" presName="negativeSpace" presStyleCnt="0"/>
      <dgm:spPr/>
    </dgm:pt>
    <dgm:pt modelId="{8B9098E3-890A-4F10-BA68-DE896FBDA651}" type="pres">
      <dgm:prSet presAssocID="{441FE3BD-F9CC-48E6-B1AD-D27ACE93F5F6}" presName="childText" presStyleLbl="conFgAcc1" presStyleIdx="1" presStyleCnt="3">
        <dgm:presLayoutVars>
          <dgm:bulletEnabled val="1"/>
        </dgm:presLayoutVars>
      </dgm:prSet>
      <dgm:spPr/>
    </dgm:pt>
    <dgm:pt modelId="{A848B7A4-5048-478B-A604-E803D2D283EA}" type="pres">
      <dgm:prSet presAssocID="{BAD33B58-57E1-43CE-83C9-33CEE21F9B28}" presName="spaceBetweenRectangles" presStyleCnt="0"/>
      <dgm:spPr/>
    </dgm:pt>
    <dgm:pt modelId="{B691525A-3E6F-4191-A96A-146CA7F4417F}" type="pres">
      <dgm:prSet presAssocID="{F0098D13-2FFE-46A3-BD41-E0D7C9C1B286}" presName="parentLin" presStyleCnt="0"/>
      <dgm:spPr/>
    </dgm:pt>
    <dgm:pt modelId="{9D6EDA56-D04D-44E2-9F40-D2A8FB53B039}" type="pres">
      <dgm:prSet presAssocID="{F0098D13-2FFE-46A3-BD41-E0D7C9C1B286}" presName="parentLeftMargin" presStyleLbl="node1" presStyleIdx="1" presStyleCnt="3"/>
      <dgm:spPr/>
    </dgm:pt>
    <dgm:pt modelId="{6B892345-9A6B-4588-B67B-C8143142C707}" type="pres">
      <dgm:prSet presAssocID="{F0098D13-2FFE-46A3-BD41-E0D7C9C1B28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D1C6301-1894-4235-9270-6C369C48A3E5}" type="pres">
      <dgm:prSet presAssocID="{F0098D13-2FFE-46A3-BD41-E0D7C9C1B286}" presName="negativeSpace" presStyleCnt="0"/>
      <dgm:spPr/>
    </dgm:pt>
    <dgm:pt modelId="{BCFA9CAC-051A-4B41-B729-4A46DDD9ACCC}" type="pres">
      <dgm:prSet presAssocID="{F0098D13-2FFE-46A3-BD41-E0D7C9C1B28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FBDEB12-3F6F-4B23-9F71-32A499265592}" srcId="{F0098D13-2FFE-46A3-BD41-E0D7C9C1B286}" destId="{A095366A-6396-4740-BFDC-557468FD3EFB}" srcOrd="0" destOrd="0" parTransId="{1C65F466-BBCC-4D5B-9A6C-B747D6442DB3}" sibTransId="{F5456739-466A-409E-BC52-3F508D209F10}"/>
    <dgm:cxn modelId="{04651620-14DE-442E-AC2C-0CEE43D8C2F5}" type="presOf" srcId="{4D73AB26-00DD-44A3-A96B-7835A6325B99}" destId="{BB6B26C9-076C-48CC-97B7-21F423D956E0}" srcOrd="0" destOrd="0" presId="urn:microsoft.com/office/officeart/2005/8/layout/list1"/>
    <dgm:cxn modelId="{410DD820-2FB4-41CA-B4E2-FA9255BD638A}" type="presOf" srcId="{777980DF-2230-43C7-8550-4A3642E1436C}" destId="{50C66C2F-412F-46C0-8E47-CE9EA1DF6F96}" srcOrd="0" destOrd="0" presId="urn:microsoft.com/office/officeart/2005/8/layout/list1"/>
    <dgm:cxn modelId="{DA533339-5CEC-4992-99A7-FE541531E33F}" srcId="{F0098D13-2FFE-46A3-BD41-E0D7C9C1B286}" destId="{42098F41-74A8-4AF4-9A65-975D6470383B}" srcOrd="2" destOrd="0" parTransId="{926094B1-6435-4D1D-B082-1397E956DB2C}" sibTransId="{48E2267B-3F82-4A8E-B865-8669EE7FDBFE}"/>
    <dgm:cxn modelId="{5D64813D-96D0-4E3D-AA75-C0950E42687D}" srcId="{C9BFB8DF-75C4-462F-928D-E4FD1FF8D6A4}" destId="{F0098D13-2FFE-46A3-BD41-E0D7C9C1B286}" srcOrd="2" destOrd="0" parTransId="{8B85B522-0D7D-40DD-9E1B-63DE65CB7657}" sibTransId="{60052919-378B-44A8-9CBB-9B22EF465A13}"/>
    <dgm:cxn modelId="{2F2FD13D-A458-40F6-84D5-E0D9DA7D67C5}" type="presOf" srcId="{F0098D13-2FFE-46A3-BD41-E0D7C9C1B286}" destId="{9D6EDA56-D04D-44E2-9F40-D2A8FB53B039}" srcOrd="0" destOrd="0" presId="urn:microsoft.com/office/officeart/2005/8/layout/list1"/>
    <dgm:cxn modelId="{38E33F5E-E78B-4766-986D-B5FF3C31CC5C}" type="presOf" srcId="{362DBC5C-F224-45D3-903C-220B5BE45D9B}" destId="{8B9098E3-890A-4F10-BA68-DE896FBDA651}" srcOrd="0" destOrd="0" presId="urn:microsoft.com/office/officeart/2005/8/layout/list1"/>
    <dgm:cxn modelId="{E7DF585E-67EA-49F5-BBDF-B46D2E478829}" type="presOf" srcId="{777980DF-2230-43C7-8550-4A3642E1436C}" destId="{943DAF71-853E-43EF-85D5-F6FD5DB2CD4F}" srcOrd="1" destOrd="0" presId="urn:microsoft.com/office/officeart/2005/8/layout/list1"/>
    <dgm:cxn modelId="{BB3E575F-C18C-43E8-ACA6-B946E390D504}" srcId="{777980DF-2230-43C7-8550-4A3642E1436C}" destId="{4D73AB26-00DD-44A3-A96B-7835A6325B99}" srcOrd="0" destOrd="0" parTransId="{B8E7213B-D9DA-4252-862D-3AAD003CF016}" sibTransId="{83067C31-B4E3-4F46-BF95-E3750452246A}"/>
    <dgm:cxn modelId="{4C011A60-ECB1-41F0-A21E-B896D63C4924}" type="presOf" srcId="{C9BFB8DF-75C4-462F-928D-E4FD1FF8D6A4}" destId="{9AD1990B-0659-499E-8659-79D6298A0C1E}" srcOrd="0" destOrd="0" presId="urn:microsoft.com/office/officeart/2005/8/layout/list1"/>
    <dgm:cxn modelId="{0D12C36D-498F-4651-AB0F-6DA103F1DD24}" srcId="{777980DF-2230-43C7-8550-4A3642E1436C}" destId="{218F4169-117B-4C5F-8059-653363590BF4}" srcOrd="1" destOrd="0" parTransId="{42B000BC-4B60-4333-B334-3089B18C7C9F}" sibTransId="{FED45513-971E-47F6-B8DE-7FA83D479763}"/>
    <dgm:cxn modelId="{D62F9588-9FA4-42B8-85DB-A6D24BE2B57F}" type="presOf" srcId="{A095366A-6396-4740-BFDC-557468FD3EFB}" destId="{BCFA9CAC-051A-4B41-B729-4A46DDD9ACCC}" srcOrd="0" destOrd="0" presId="urn:microsoft.com/office/officeart/2005/8/layout/list1"/>
    <dgm:cxn modelId="{7A85AE92-2204-4EC6-BA1F-46DB45C519FB}" srcId="{777980DF-2230-43C7-8550-4A3642E1436C}" destId="{C71A84C0-DE52-4863-8A2C-EBE3457BF562}" srcOrd="2" destOrd="0" parTransId="{8F3505D2-C6D8-4E20-ABA6-BB7A748748E9}" sibTransId="{B58A1433-B5DB-4ECA-B696-567526262CA3}"/>
    <dgm:cxn modelId="{C995CE93-0A7D-46AE-8B93-54D15D84DC2A}" type="presOf" srcId="{F0098D13-2FFE-46A3-BD41-E0D7C9C1B286}" destId="{6B892345-9A6B-4588-B67B-C8143142C707}" srcOrd="1" destOrd="0" presId="urn:microsoft.com/office/officeart/2005/8/layout/list1"/>
    <dgm:cxn modelId="{EEDC7C9C-DE66-48C8-AD29-53104851D618}" type="presOf" srcId="{441FE3BD-F9CC-48E6-B1AD-D27ACE93F5F6}" destId="{E1276788-5391-4857-95A5-714E0218A81B}" srcOrd="0" destOrd="0" presId="urn:microsoft.com/office/officeart/2005/8/layout/list1"/>
    <dgm:cxn modelId="{64CA779F-0597-4EB2-8589-09A776A997DA}" srcId="{C9BFB8DF-75C4-462F-928D-E4FD1FF8D6A4}" destId="{441FE3BD-F9CC-48E6-B1AD-D27ACE93F5F6}" srcOrd="1" destOrd="0" parTransId="{9D5BBDB8-1CC0-47A3-A7E2-460789EFEEB0}" sibTransId="{BAD33B58-57E1-43CE-83C9-33CEE21F9B28}"/>
    <dgm:cxn modelId="{E3E34DAA-BC4F-4A00-8170-BA82813A819F}" type="presOf" srcId="{2E802358-FB09-4E5D-9CB8-3FE7128AFD5B}" destId="{BCFA9CAC-051A-4B41-B729-4A46DDD9ACCC}" srcOrd="0" destOrd="1" presId="urn:microsoft.com/office/officeart/2005/8/layout/list1"/>
    <dgm:cxn modelId="{4D74B3B5-AFD6-4579-8386-5A7AAD24A35B}" srcId="{C9BFB8DF-75C4-462F-928D-E4FD1FF8D6A4}" destId="{777980DF-2230-43C7-8550-4A3642E1436C}" srcOrd="0" destOrd="0" parTransId="{07410D93-C850-472C-849C-47E519AF3DDE}" sibTransId="{B4BE638C-6E1C-43E6-BAC3-10EE9978D756}"/>
    <dgm:cxn modelId="{D3C965B8-5F34-4D1A-8B87-CF9EDC9BEA24}" srcId="{441FE3BD-F9CC-48E6-B1AD-D27ACE93F5F6}" destId="{362DBC5C-F224-45D3-903C-220B5BE45D9B}" srcOrd="0" destOrd="0" parTransId="{0B8AC9A6-6656-4F90-844A-76F186ACA08D}" sibTransId="{05F1118C-DC15-4EE6-B524-C2D683702BCB}"/>
    <dgm:cxn modelId="{A61EC6B9-25BE-4072-9358-60A4B100267B}" type="presOf" srcId="{218F4169-117B-4C5F-8059-653363590BF4}" destId="{BB6B26C9-076C-48CC-97B7-21F423D956E0}" srcOrd="0" destOrd="1" presId="urn:microsoft.com/office/officeart/2005/8/layout/list1"/>
    <dgm:cxn modelId="{F616D9C1-9A81-4762-825F-F20F0423FDD9}" type="presOf" srcId="{441FE3BD-F9CC-48E6-B1AD-D27ACE93F5F6}" destId="{86016D39-DC0A-41F2-A7D5-41EE445AFDE6}" srcOrd="1" destOrd="0" presId="urn:microsoft.com/office/officeart/2005/8/layout/list1"/>
    <dgm:cxn modelId="{E8B3D7D2-DFE8-43E2-8347-2E5300A5BFA3}" type="presOf" srcId="{42098F41-74A8-4AF4-9A65-975D6470383B}" destId="{BCFA9CAC-051A-4B41-B729-4A46DDD9ACCC}" srcOrd="0" destOrd="2" presId="urn:microsoft.com/office/officeart/2005/8/layout/list1"/>
    <dgm:cxn modelId="{8FC73ADD-4A1C-43C1-918A-182BD771DECA}" srcId="{F0098D13-2FFE-46A3-BD41-E0D7C9C1B286}" destId="{2E802358-FB09-4E5D-9CB8-3FE7128AFD5B}" srcOrd="1" destOrd="0" parTransId="{317C59A2-FDA6-462B-9D9B-F62027E55BBC}" sibTransId="{85168A8B-F9A3-4654-99CF-9D7322D1E274}"/>
    <dgm:cxn modelId="{25D703FB-9FBC-40CB-9D0C-1D389971B94A}" type="presOf" srcId="{C71A84C0-DE52-4863-8A2C-EBE3457BF562}" destId="{BB6B26C9-076C-48CC-97B7-21F423D956E0}" srcOrd="0" destOrd="2" presId="urn:microsoft.com/office/officeart/2005/8/layout/list1"/>
    <dgm:cxn modelId="{E0C1E388-966B-42C9-8E47-72426EEA8267}" type="presParOf" srcId="{9AD1990B-0659-499E-8659-79D6298A0C1E}" destId="{059BBC96-B719-4F66-BE13-CCA549B42CC6}" srcOrd="0" destOrd="0" presId="urn:microsoft.com/office/officeart/2005/8/layout/list1"/>
    <dgm:cxn modelId="{1D0C6BE1-AA7E-45F4-98C5-4B2E9EF63DC3}" type="presParOf" srcId="{059BBC96-B719-4F66-BE13-CCA549B42CC6}" destId="{50C66C2F-412F-46C0-8E47-CE9EA1DF6F96}" srcOrd="0" destOrd="0" presId="urn:microsoft.com/office/officeart/2005/8/layout/list1"/>
    <dgm:cxn modelId="{E78788CB-E8FE-47EF-87CD-069E49A70DCF}" type="presParOf" srcId="{059BBC96-B719-4F66-BE13-CCA549B42CC6}" destId="{943DAF71-853E-43EF-85D5-F6FD5DB2CD4F}" srcOrd="1" destOrd="0" presId="urn:microsoft.com/office/officeart/2005/8/layout/list1"/>
    <dgm:cxn modelId="{8CBB64C9-3140-4E39-B373-22BB2BC7041E}" type="presParOf" srcId="{9AD1990B-0659-499E-8659-79D6298A0C1E}" destId="{0A770E07-3826-48A1-BAA5-DAE8240C8977}" srcOrd="1" destOrd="0" presId="urn:microsoft.com/office/officeart/2005/8/layout/list1"/>
    <dgm:cxn modelId="{A0765055-F9D2-4330-AD60-DCEEC248FCAA}" type="presParOf" srcId="{9AD1990B-0659-499E-8659-79D6298A0C1E}" destId="{BB6B26C9-076C-48CC-97B7-21F423D956E0}" srcOrd="2" destOrd="0" presId="urn:microsoft.com/office/officeart/2005/8/layout/list1"/>
    <dgm:cxn modelId="{6D1B286C-A296-4A77-BF92-E73931E7D180}" type="presParOf" srcId="{9AD1990B-0659-499E-8659-79D6298A0C1E}" destId="{82ECC81D-C084-4A69-8640-059D1AB81380}" srcOrd="3" destOrd="0" presId="urn:microsoft.com/office/officeart/2005/8/layout/list1"/>
    <dgm:cxn modelId="{7742F0FB-4DA0-4A1B-B0DD-552D0FFA82B1}" type="presParOf" srcId="{9AD1990B-0659-499E-8659-79D6298A0C1E}" destId="{6F1349BE-588D-484D-844F-3BE667E41028}" srcOrd="4" destOrd="0" presId="urn:microsoft.com/office/officeart/2005/8/layout/list1"/>
    <dgm:cxn modelId="{301BD919-C2D9-43EF-AB92-43AFD94549F2}" type="presParOf" srcId="{6F1349BE-588D-484D-844F-3BE667E41028}" destId="{E1276788-5391-4857-95A5-714E0218A81B}" srcOrd="0" destOrd="0" presId="urn:microsoft.com/office/officeart/2005/8/layout/list1"/>
    <dgm:cxn modelId="{0F0A93ED-317C-4839-B8E4-FE68C65397FA}" type="presParOf" srcId="{6F1349BE-588D-484D-844F-3BE667E41028}" destId="{86016D39-DC0A-41F2-A7D5-41EE445AFDE6}" srcOrd="1" destOrd="0" presId="urn:microsoft.com/office/officeart/2005/8/layout/list1"/>
    <dgm:cxn modelId="{1E54C9A2-9517-401E-859C-632C5023E987}" type="presParOf" srcId="{9AD1990B-0659-499E-8659-79D6298A0C1E}" destId="{05CC0A7D-5B81-4CED-98A8-8E5E7F4D547B}" srcOrd="5" destOrd="0" presId="urn:microsoft.com/office/officeart/2005/8/layout/list1"/>
    <dgm:cxn modelId="{9D1D0960-C3F0-4E73-864A-1156E2656207}" type="presParOf" srcId="{9AD1990B-0659-499E-8659-79D6298A0C1E}" destId="{8B9098E3-890A-4F10-BA68-DE896FBDA651}" srcOrd="6" destOrd="0" presId="urn:microsoft.com/office/officeart/2005/8/layout/list1"/>
    <dgm:cxn modelId="{E771BED2-3430-4276-AAA3-5B6BB9DB7B08}" type="presParOf" srcId="{9AD1990B-0659-499E-8659-79D6298A0C1E}" destId="{A848B7A4-5048-478B-A604-E803D2D283EA}" srcOrd="7" destOrd="0" presId="urn:microsoft.com/office/officeart/2005/8/layout/list1"/>
    <dgm:cxn modelId="{AE784CFB-0F86-4799-B06B-8C9D74AE495E}" type="presParOf" srcId="{9AD1990B-0659-499E-8659-79D6298A0C1E}" destId="{B691525A-3E6F-4191-A96A-146CA7F4417F}" srcOrd="8" destOrd="0" presId="urn:microsoft.com/office/officeart/2005/8/layout/list1"/>
    <dgm:cxn modelId="{4191C6B4-4E88-45C0-84DC-E5947D69F959}" type="presParOf" srcId="{B691525A-3E6F-4191-A96A-146CA7F4417F}" destId="{9D6EDA56-D04D-44E2-9F40-D2A8FB53B039}" srcOrd="0" destOrd="0" presId="urn:microsoft.com/office/officeart/2005/8/layout/list1"/>
    <dgm:cxn modelId="{4A80022A-3FFC-4B91-A787-5FD16570257B}" type="presParOf" srcId="{B691525A-3E6F-4191-A96A-146CA7F4417F}" destId="{6B892345-9A6B-4588-B67B-C8143142C707}" srcOrd="1" destOrd="0" presId="urn:microsoft.com/office/officeart/2005/8/layout/list1"/>
    <dgm:cxn modelId="{106A7751-E156-4CDD-891A-6A9E51015D27}" type="presParOf" srcId="{9AD1990B-0659-499E-8659-79D6298A0C1E}" destId="{4D1C6301-1894-4235-9270-6C369C48A3E5}" srcOrd="9" destOrd="0" presId="urn:microsoft.com/office/officeart/2005/8/layout/list1"/>
    <dgm:cxn modelId="{E59F155A-A6F3-4597-8A28-C002EB70E12D}" type="presParOf" srcId="{9AD1990B-0659-499E-8659-79D6298A0C1E}" destId="{BCFA9CAC-051A-4B41-B729-4A46DDD9ACC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F18BFB-23E1-48FE-AC96-FCFEC70B7995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3EDC08F-6230-4FE2-BB26-A9AE3F5AC440}">
      <dgm:prSet/>
      <dgm:spPr/>
      <dgm:t>
        <a:bodyPr/>
        <a:lstStyle/>
        <a:p>
          <a:r>
            <a:rPr lang="en-AU" dirty="0"/>
            <a:t>As C# is strongly typed it is often necessary to evaluate two variables that might not be in the same format.</a:t>
          </a:r>
          <a:endParaRPr lang="en-US" dirty="0"/>
        </a:p>
      </dgm:t>
    </dgm:pt>
    <dgm:pt modelId="{6CD0A280-5CCB-410C-B447-C8E29326B693}" type="parTrans" cxnId="{86F134B2-D3B6-4FAA-92B3-16F558BEF806}">
      <dgm:prSet/>
      <dgm:spPr/>
      <dgm:t>
        <a:bodyPr/>
        <a:lstStyle/>
        <a:p>
          <a:endParaRPr lang="en-US"/>
        </a:p>
      </dgm:t>
    </dgm:pt>
    <dgm:pt modelId="{7AE6C70B-4B34-443E-A6A6-B3E822295377}" type="sibTrans" cxnId="{86F134B2-D3B6-4FAA-92B3-16F558BEF806}">
      <dgm:prSet/>
      <dgm:spPr/>
      <dgm:t>
        <a:bodyPr/>
        <a:lstStyle/>
        <a:p>
          <a:endParaRPr lang="en-US"/>
        </a:p>
      </dgm:t>
    </dgm:pt>
    <dgm:pt modelId="{BCB2743D-558E-492B-9784-21664C114580}">
      <dgm:prSet/>
      <dgm:spPr/>
      <dgm:t>
        <a:bodyPr/>
        <a:lstStyle/>
        <a:p>
          <a:r>
            <a:rPr lang="en-AU"/>
            <a:t>This requires Type Conversion, ie changing the type associated with the value of the variable.</a:t>
          </a:r>
          <a:endParaRPr lang="en-US"/>
        </a:p>
      </dgm:t>
    </dgm:pt>
    <dgm:pt modelId="{BB280D3E-E56C-4025-BB19-C8859AC5171A}" type="parTrans" cxnId="{A60703BB-84A5-4EEE-9754-74828B803CA3}">
      <dgm:prSet/>
      <dgm:spPr/>
      <dgm:t>
        <a:bodyPr/>
        <a:lstStyle/>
        <a:p>
          <a:endParaRPr lang="en-US"/>
        </a:p>
      </dgm:t>
    </dgm:pt>
    <dgm:pt modelId="{0500BB93-0F5C-4B05-AE82-0168BBC0BC4C}" type="sibTrans" cxnId="{A60703BB-84A5-4EEE-9754-74828B803CA3}">
      <dgm:prSet/>
      <dgm:spPr/>
      <dgm:t>
        <a:bodyPr/>
        <a:lstStyle/>
        <a:p>
          <a:endParaRPr lang="en-US"/>
        </a:p>
      </dgm:t>
    </dgm:pt>
    <dgm:pt modelId="{EF070310-6FEB-46D8-8AE4-246C00944571}">
      <dgm:prSet/>
      <dgm:spPr/>
      <dgm:t>
        <a:bodyPr/>
        <a:lstStyle/>
        <a:p>
          <a:r>
            <a:rPr lang="en-AU" dirty="0"/>
            <a:t>Sometimes the compiler handles conversion for you, for example:</a:t>
          </a:r>
          <a:endParaRPr lang="en-US" dirty="0"/>
        </a:p>
      </dgm:t>
    </dgm:pt>
    <dgm:pt modelId="{F33E7008-8DB6-469A-9AAF-4CF3AEBFD6DB}" type="parTrans" cxnId="{C8C44B83-C305-4785-BDBB-7D94808F3DC4}">
      <dgm:prSet/>
      <dgm:spPr/>
      <dgm:t>
        <a:bodyPr/>
        <a:lstStyle/>
        <a:p>
          <a:endParaRPr lang="en-US"/>
        </a:p>
      </dgm:t>
    </dgm:pt>
    <dgm:pt modelId="{8BE432EB-C9FE-47A2-AD89-B9858FA3E8A0}" type="sibTrans" cxnId="{C8C44B83-C305-4785-BDBB-7D94808F3DC4}">
      <dgm:prSet/>
      <dgm:spPr/>
      <dgm:t>
        <a:bodyPr/>
        <a:lstStyle/>
        <a:p>
          <a:endParaRPr lang="en-US"/>
        </a:p>
      </dgm:t>
    </dgm:pt>
    <dgm:pt modelId="{F352B8C2-2B02-4F00-8752-28B8AB82E16A}">
      <dgm:prSet custT="1"/>
      <dgm:spPr/>
      <dgm:t>
        <a:bodyPr/>
        <a:lstStyle/>
        <a:p>
          <a:pPr>
            <a:buNone/>
          </a:pPr>
          <a:r>
            <a:rPr lang="en-AU" sz="1600" dirty="0" err="1"/>
            <a:t>Console.Writeline</a:t>
          </a:r>
          <a:r>
            <a:rPr lang="en-AU" sz="1600" dirty="0"/>
            <a:t>(“My age is: “ + </a:t>
          </a:r>
          <a:r>
            <a:rPr lang="en-AU" sz="1600" dirty="0" err="1"/>
            <a:t>myAgeInt</a:t>
          </a:r>
          <a:r>
            <a:rPr lang="en-AU" sz="1600" dirty="0"/>
            <a:t>);</a:t>
          </a:r>
          <a:endParaRPr lang="en-US" sz="1600" dirty="0"/>
        </a:p>
      </dgm:t>
    </dgm:pt>
    <dgm:pt modelId="{38326EC8-FF96-402E-92E7-333B5E4AD1D6}" type="parTrans" cxnId="{BF791C62-9951-41C1-99FB-E7B027D9CA4B}">
      <dgm:prSet/>
      <dgm:spPr/>
      <dgm:t>
        <a:bodyPr/>
        <a:lstStyle/>
        <a:p>
          <a:endParaRPr lang="en-US"/>
        </a:p>
      </dgm:t>
    </dgm:pt>
    <dgm:pt modelId="{0FC24894-4817-42A4-AB96-3E1993FC4C38}" type="sibTrans" cxnId="{BF791C62-9951-41C1-99FB-E7B027D9CA4B}">
      <dgm:prSet/>
      <dgm:spPr/>
      <dgm:t>
        <a:bodyPr/>
        <a:lstStyle/>
        <a:p>
          <a:endParaRPr lang="en-US"/>
        </a:p>
      </dgm:t>
    </dgm:pt>
    <dgm:pt modelId="{A847D1F8-10D0-42AB-88B3-8B949DB4C648}">
      <dgm:prSet/>
      <dgm:spPr/>
      <dgm:t>
        <a:bodyPr/>
        <a:lstStyle/>
        <a:p>
          <a:r>
            <a:rPr lang="en-AU"/>
            <a:t>Most othertimes, you have to manually convert a variable into the correct type to evaluate it.</a:t>
          </a:r>
          <a:endParaRPr lang="en-US"/>
        </a:p>
      </dgm:t>
    </dgm:pt>
    <dgm:pt modelId="{A46C8A42-37DD-4B84-BDB4-7F834426570F}" type="parTrans" cxnId="{F9007CD0-5371-49BF-B5AC-ECECD40E9D73}">
      <dgm:prSet/>
      <dgm:spPr/>
      <dgm:t>
        <a:bodyPr/>
        <a:lstStyle/>
        <a:p>
          <a:endParaRPr lang="en-US"/>
        </a:p>
      </dgm:t>
    </dgm:pt>
    <dgm:pt modelId="{D130771E-75FC-4825-BD92-BEE6BFB7EEA8}" type="sibTrans" cxnId="{F9007CD0-5371-49BF-B5AC-ECECD40E9D73}">
      <dgm:prSet/>
      <dgm:spPr/>
      <dgm:t>
        <a:bodyPr/>
        <a:lstStyle/>
        <a:p>
          <a:endParaRPr lang="en-US"/>
        </a:p>
      </dgm:t>
    </dgm:pt>
    <dgm:pt modelId="{FD1EFD10-881E-4763-B3CE-560AB2CE9094}">
      <dgm:prSet custT="1"/>
      <dgm:spPr/>
      <dgm:t>
        <a:bodyPr/>
        <a:lstStyle/>
        <a:p>
          <a:pPr>
            <a:buNone/>
          </a:pPr>
          <a:r>
            <a:rPr lang="en-AU" sz="1600" dirty="0" err="1"/>
            <a:t>myAgeInt.ToString</a:t>
          </a:r>
          <a:r>
            <a:rPr lang="en-AU" sz="1600" dirty="0"/>
            <a:t>()</a:t>
          </a:r>
          <a:endParaRPr lang="en-US" sz="1600" dirty="0"/>
        </a:p>
      </dgm:t>
    </dgm:pt>
    <dgm:pt modelId="{3CD8FC68-1919-4960-9FE5-8846DC851526}" type="parTrans" cxnId="{62F5C0D1-DD0A-4CE8-8E19-8D437073D3F3}">
      <dgm:prSet/>
      <dgm:spPr/>
      <dgm:t>
        <a:bodyPr/>
        <a:lstStyle/>
        <a:p>
          <a:endParaRPr lang="en-US"/>
        </a:p>
      </dgm:t>
    </dgm:pt>
    <dgm:pt modelId="{AA0D8126-056F-42FF-B101-A90DC47E5598}" type="sibTrans" cxnId="{62F5C0D1-DD0A-4CE8-8E19-8D437073D3F3}">
      <dgm:prSet/>
      <dgm:spPr/>
      <dgm:t>
        <a:bodyPr/>
        <a:lstStyle/>
        <a:p>
          <a:endParaRPr lang="en-US"/>
        </a:p>
      </dgm:t>
    </dgm:pt>
    <dgm:pt modelId="{A7B3418F-E993-402A-B0EA-BBD8CE7899E8}">
      <dgm:prSet custT="1"/>
      <dgm:spPr/>
      <dgm:t>
        <a:bodyPr/>
        <a:lstStyle/>
        <a:p>
          <a:pPr>
            <a:buNone/>
          </a:pPr>
          <a:r>
            <a:rPr lang="en-US" sz="1600" dirty="0"/>
            <a:t>Casting</a:t>
          </a:r>
        </a:p>
      </dgm:t>
    </dgm:pt>
    <dgm:pt modelId="{0575060F-0567-4B33-B37E-2EA3A55A67AC}" type="parTrans" cxnId="{CD8C3D78-D04C-4947-A7BB-85F00C13248B}">
      <dgm:prSet/>
      <dgm:spPr/>
    </dgm:pt>
    <dgm:pt modelId="{EBFA6073-2878-4B17-A038-E883BEC2E564}" type="sibTrans" cxnId="{CD8C3D78-D04C-4947-A7BB-85F00C13248B}">
      <dgm:prSet/>
      <dgm:spPr/>
    </dgm:pt>
    <dgm:pt modelId="{698A3666-A930-4BA3-9840-F9F27E6FFD5B}">
      <dgm:prSet custT="1"/>
      <dgm:spPr/>
      <dgm:t>
        <a:bodyPr/>
        <a:lstStyle/>
        <a:p>
          <a:pPr>
            <a:buNone/>
          </a:pPr>
          <a:r>
            <a:rPr lang="en-US" sz="1600" dirty="0"/>
            <a:t>(int)</a:t>
          </a:r>
          <a:r>
            <a:rPr lang="en-US" sz="1600" dirty="0" err="1"/>
            <a:t>myFloat</a:t>
          </a:r>
          <a:r>
            <a:rPr lang="en-US" sz="1600" dirty="0"/>
            <a:t> – Note the loss of decimal.</a:t>
          </a:r>
        </a:p>
      </dgm:t>
    </dgm:pt>
    <dgm:pt modelId="{0187262A-01F8-4C11-ADA1-A109BF23B282}" type="parTrans" cxnId="{E69C46D0-5A47-40CF-B244-B3CF7FDC520A}">
      <dgm:prSet/>
      <dgm:spPr/>
    </dgm:pt>
    <dgm:pt modelId="{2520556B-3EC2-425B-96C9-85DA4D482893}" type="sibTrans" cxnId="{E69C46D0-5A47-40CF-B244-B3CF7FDC520A}">
      <dgm:prSet/>
      <dgm:spPr/>
    </dgm:pt>
    <dgm:pt modelId="{5111FE3A-9BA3-4B34-A66B-73C4CF96C8B3}" type="pres">
      <dgm:prSet presAssocID="{56F18BFB-23E1-48FE-AC96-FCFEC70B7995}" presName="Name0" presStyleCnt="0">
        <dgm:presLayoutVars>
          <dgm:dir/>
          <dgm:animLvl val="lvl"/>
          <dgm:resizeHandles val="exact"/>
        </dgm:presLayoutVars>
      </dgm:prSet>
      <dgm:spPr/>
    </dgm:pt>
    <dgm:pt modelId="{A77A7F46-F0FE-46DB-B243-41A2409A716D}" type="pres">
      <dgm:prSet presAssocID="{03EDC08F-6230-4FE2-BB26-A9AE3F5AC440}" presName="linNode" presStyleCnt="0"/>
      <dgm:spPr/>
    </dgm:pt>
    <dgm:pt modelId="{EC9448CC-764B-4629-AE8B-31E28CC140B1}" type="pres">
      <dgm:prSet presAssocID="{03EDC08F-6230-4FE2-BB26-A9AE3F5AC440}" presName="parentText" presStyleLbl="node1" presStyleIdx="0" presStyleCnt="5" custScaleX="276881">
        <dgm:presLayoutVars>
          <dgm:chMax val="1"/>
          <dgm:bulletEnabled val="1"/>
        </dgm:presLayoutVars>
      </dgm:prSet>
      <dgm:spPr/>
    </dgm:pt>
    <dgm:pt modelId="{26E8ED0B-64C9-4502-B4D0-1403259B887F}" type="pres">
      <dgm:prSet presAssocID="{7AE6C70B-4B34-443E-A6A6-B3E822295377}" presName="sp" presStyleCnt="0"/>
      <dgm:spPr/>
    </dgm:pt>
    <dgm:pt modelId="{E4161477-3DE4-493A-BE03-380825A3EFF4}" type="pres">
      <dgm:prSet presAssocID="{BCB2743D-558E-492B-9784-21664C114580}" presName="linNode" presStyleCnt="0"/>
      <dgm:spPr/>
    </dgm:pt>
    <dgm:pt modelId="{240DBB22-CA89-4895-8E58-12B4F989AEB3}" type="pres">
      <dgm:prSet presAssocID="{BCB2743D-558E-492B-9784-21664C114580}" presName="parentText" presStyleLbl="node1" presStyleIdx="1" presStyleCnt="5" custScaleX="277778">
        <dgm:presLayoutVars>
          <dgm:chMax val="1"/>
          <dgm:bulletEnabled val="1"/>
        </dgm:presLayoutVars>
      </dgm:prSet>
      <dgm:spPr/>
    </dgm:pt>
    <dgm:pt modelId="{14D9861C-0BCB-4E34-984F-5D41A6F4FD47}" type="pres">
      <dgm:prSet presAssocID="{0500BB93-0F5C-4B05-AE82-0168BBC0BC4C}" presName="sp" presStyleCnt="0"/>
      <dgm:spPr/>
    </dgm:pt>
    <dgm:pt modelId="{A1A979D6-9506-441B-978E-8ED592B16EA1}" type="pres">
      <dgm:prSet presAssocID="{EF070310-6FEB-46D8-8AE4-246C00944571}" presName="linNode" presStyleCnt="0"/>
      <dgm:spPr/>
    </dgm:pt>
    <dgm:pt modelId="{1B9C54D1-89D7-46CA-993C-8C401C8D2772}" type="pres">
      <dgm:prSet presAssocID="{EF070310-6FEB-46D8-8AE4-246C0094457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7DEED851-BA15-48F9-89C3-ACC072D69008}" type="pres">
      <dgm:prSet presAssocID="{EF070310-6FEB-46D8-8AE4-246C00944571}" presName="descendantText" presStyleLbl="alignAccFollowNode1" presStyleIdx="0" presStyleCnt="3">
        <dgm:presLayoutVars>
          <dgm:bulletEnabled val="1"/>
        </dgm:presLayoutVars>
      </dgm:prSet>
      <dgm:spPr/>
    </dgm:pt>
    <dgm:pt modelId="{0087F2C7-4054-4A49-B417-52884F5A3C69}" type="pres">
      <dgm:prSet presAssocID="{8BE432EB-C9FE-47A2-AD89-B9858FA3E8A0}" presName="sp" presStyleCnt="0"/>
      <dgm:spPr/>
    </dgm:pt>
    <dgm:pt modelId="{45F60E63-963B-4D23-B003-FC7B6FFF8D88}" type="pres">
      <dgm:prSet presAssocID="{A847D1F8-10D0-42AB-88B3-8B949DB4C648}" presName="linNode" presStyleCnt="0"/>
      <dgm:spPr/>
    </dgm:pt>
    <dgm:pt modelId="{5E516801-024D-47A8-9EBD-1E0EA6CC003D}" type="pres">
      <dgm:prSet presAssocID="{A847D1F8-10D0-42AB-88B3-8B949DB4C648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A175A35B-0A44-4C48-9669-732D82EF683B}" type="pres">
      <dgm:prSet presAssocID="{A847D1F8-10D0-42AB-88B3-8B949DB4C648}" presName="descendantText" presStyleLbl="alignAccFollowNode1" presStyleIdx="1" presStyleCnt="3">
        <dgm:presLayoutVars>
          <dgm:bulletEnabled val="1"/>
        </dgm:presLayoutVars>
      </dgm:prSet>
      <dgm:spPr/>
    </dgm:pt>
    <dgm:pt modelId="{A8185551-E045-4361-AAE7-7845EE39B0DA}" type="pres">
      <dgm:prSet presAssocID="{D130771E-75FC-4825-BD92-BEE6BFB7EEA8}" presName="sp" presStyleCnt="0"/>
      <dgm:spPr/>
    </dgm:pt>
    <dgm:pt modelId="{55FB8A7E-37F8-45FC-A1C0-47D0A3DD19E0}" type="pres">
      <dgm:prSet presAssocID="{A7B3418F-E993-402A-B0EA-BBD8CE7899E8}" presName="linNode" presStyleCnt="0"/>
      <dgm:spPr/>
    </dgm:pt>
    <dgm:pt modelId="{D551DDE8-B68E-4054-BBF4-06BC1E5B47E8}" type="pres">
      <dgm:prSet presAssocID="{A7B3418F-E993-402A-B0EA-BBD8CE7899E8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BF0838E4-60F9-4412-93D0-F4246BCBBA3F}" type="pres">
      <dgm:prSet presAssocID="{A7B3418F-E993-402A-B0EA-BBD8CE7899E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B470111-69E7-4392-8DCF-B214EE8F5B90}" type="presOf" srcId="{56F18BFB-23E1-48FE-AC96-FCFEC70B7995}" destId="{5111FE3A-9BA3-4B34-A66B-73C4CF96C8B3}" srcOrd="0" destOrd="0" presId="urn:microsoft.com/office/officeart/2005/8/layout/vList5"/>
    <dgm:cxn modelId="{71E7F030-D9B3-4CBC-AACF-5B2D8DA4A051}" type="presOf" srcId="{A7B3418F-E993-402A-B0EA-BBD8CE7899E8}" destId="{D551DDE8-B68E-4054-BBF4-06BC1E5B47E8}" srcOrd="0" destOrd="0" presId="urn:microsoft.com/office/officeart/2005/8/layout/vList5"/>
    <dgm:cxn modelId="{7B236F5F-EF02-43A4-9F40-2D55E443671C}" type="presOf" srcId="{A847D1F8-10D0-42AB-88B3-8B949DB4C648}" destId="{5E516801-024D-47A8-9EBD-1E0EA6CC003D}" srcOrd="0" destOrd="0" presId="urn:microsoft.com/office/officeart/2005/8/layout/vList5"/>
    <dgm:cxn modelId="{BF791C62-9951-41C1-99FB-E7B027D9CA4B}" srcId="{EF070310-6FEB-46D8-8AE4-246C00944571}" destId="{F352B8C2-2B02-4F00-8752-28B8AB82E16A}" srcOrd="0" destOrd="0" parTransId="{38326EC8-FF96-402E-92E7-333B5E4AD1D6}" sibTransId="{0FC24894-4817-42A4-AB96-3E1993FC4C38}"/>
    <dgm:cxn modelId="{CC27E944-BFB1-46AF-81A6-02C44531D44E}" type="presOf" srcId="{FD1EFD10-881E-4763-B3CE-560AB2CE9094}" destId="{A175A35B-0A44-4C48-9669-732D82EF683B}" srcOrd="0" destOrd="0" presId="urn:microsoft.com/office/officeart/2005/8/layout/vList5"/>
    <dgm:cxn modelId="{CD8C3D78-D04C-4947-A7BB-85F00C13248B}" srcId="{56F18BFB-23E1-48FE-AC96-FCFEC70B7995}" destId="{A7B3418F-E993-402A-B0EA-BBD8CE7899E8}" srcOrd="4" destOrd="0" parTransId="{0575060F-0567-4B33-B37E-2EA3A55A67AC}" sibTransId="{EBFA6073-2878-4B17-A038-E883BEC2E564}"/>
    <dgm:cxn modelId="{C8C44B83-C305-4785-BDBB-7D94808F3DC4}" srcId="{56F18BFB-23E1-48FE-AC96-FCFEC70B7995}" destId="{EF070310-6FEB-46D8-8AE4-246C00944571}" srcOrd="2" destOrd="0" parTransId="{F33E7008-8DB6-469A-9AAF-4CF3AEBFD6DB}" sibTransId="{8BE432EB-C9FE-47A2-AD89-B9858FA3E8A0}"/>
    <dgm:cxn modelId="{86F134B2-D3B6-4FAA-92B3-16F558BEF806}" srcId="{56F18BFB-23E1-48FE-AC96-FCFEC70B7995}" destId="{03EDC08F-6230-4FE2-BB26-A9AE3F5AC440}" srcOrd="0" destOrd="0" parTransId="{6CD0A280-5CCB-410C-B447-C8E29326B693}" sibTransId="{7AE6C70B-4B34-443E-A6A6-B3E822295377}"/>
    <dgm:cxn modelId="{D984B5B6-40FD-4DF0-959A-F524E6181F25}" type="presOf" srcId="{F352B8C2-2B02-4F00-8752-28B8AB82E16A}" destId="{7DEED851-BA15-48F9-89C3-ACC072D69008}" srcOrd="0" destOrd="0" presId="urn:microsoft.com/office/officeart/2005/8/layout/vList5"/>
    <dgm:cxn modelId="{201A02B7-FC7E-432A-8F0B-7760E0FB5FBA}" type="presOf" srcId="{698A3666-A930-4BA3-9840-F9F27E6FFD5B}" destId="{BF0838E4-60F9-4412-93D0-F4246BCBBA3F}" srcOrd="0" destOrd="0" presId="urn:microsoft.com/office/officeart/2005/8/layout/vList5"/>
    <dgm:cxn modelId="{A60703BB-84A5-4EEE-9754-74828B803CA3}" srcId="{56F18BFB-23E1-48FE-AC96-FCFEC70B7995}" destId="{BCB2743D-558E-492B-9784-21664C114580}" srcOrd="1" destOrd="0" parTransId="{BB280D3E-E56C-4025-BB19-C8859AC5171A}" sibTransId="{0500BB93-0F5C-4B05-AE82-0168BBC0BC4C}"/>
    <dgm:cxn modelId="{E69C46D0-5A47-40CF-B244-B3CF7FDC520A}" srcId="{A7B3418F-E993-402A-B0EA-BBD8CE7899E8}" destId="{698A3666-A930-4BA3-9840-F9F27E6FFD5B}" srcOrd="0" destOrd="0" parTransId="{0187262A-01F8-4C11-ADA1-A109BF23B282}" sibTransId="{2520556B-3EC2-425B-96C9-85DA4D482893}"/>
    <dgm:cxn modelId="{F9007CD0-5371-49BF-B5AC-ECECD40E9D73}" srcId="{56F18BFB-23E1-48FE-AC96-FCFEC70B7995}" destId="{A847D1F8-10D0-42AB-88B3-8B949DB4C648}" srcOrd="3" destOrd="0" parTransId="{A46C8A42-37DD-4B84-BDB4-7F834426570F}" sibTransId="{D130771E-75FC-4825-BD92-BEE6BFB7EEA8}"/>
    <dgm:cxn modelId="{62F5C0D1-DD0A-4CE8-8E19-8D437073D3F3}" srcId="{A847D1F8-10D0-42AB-88B3-8B949DB4C648}" destId="{FD1EFD10-881E-4763-B3CE-560AB2CE9094}" srcOrd="0" destOrd="0" parTransId="{3CD8FC68-1919-4960-9FE5-8846DC851526}" sibTransId="{AA0D8126-056F-42FF-B101-A90DC47E5598}"/>
    <dgm:cxn modelId="{F6ACD0DC-7D22-4541-A5A9-27DC26866A00}" type="presOf" srcId="{EF070310-6FEB-46D8-8AE4-246C00944571}" destId="{1B9C54D1-89D7-46CA-993C-8C401C8D2772}" srcOrd="0" destOrd="0" presId="urn:microsoft.com/office/officeart/2005/8/layout/vList5"/>
    <dgm:cxn modelId="{529690E5-8AD1-4370-A357-173DC4DF2586}" type="presOf" srcId="{03EDC08F-6230-4FE2-BB26-A9AE3F5AC440}" destId="{EC9448CC-764B-4629-AE8B-31E28CC140B1}" srcOrd="0" destOrd="0" presId="urn:microsoft.com/office/officeart/2005/8/layout/vList5"/>
    <dgm:cxn modelId="{981ECCFA-9801-4E5F-9C0E-B1D194861AAE}" type="presOf" srcId="{BCB2743D-558E-492B-9784-21664C114580}" destId="{240DBB22-CA89-4895-8E58-12B4F989AEB3}" srcOrd="0" destOrd="0" presId="urn:microsoft.com/office/officeart/2005/8/layout/vList5"/>
    <dgm:cxn modelId="{32CCC9BF-5300-4238-8595-E9EE46AF8605}" type="presParOf" srcId="{5111FE3A-9BA3-4B34-A66B-73C4CF96C8B3}" destId="{A77A7F46-F0FE-46DB-B243-41A2409A716D}" srcOrd="0" destOrd="0" presId="urn:microsoft.com/office/officeart/2005/8/layout/vList5"/>
    <dgm:cxn modelId="{8F6D5D95-E5C0-46E6-83DB-AAD7BC9E759F}" type="presParOf" srcId="{A77A7F46-F0FE-46DB-B243-41A2409A716D}" destId="{EC9448CC-764B-4629-AE8B-31E28CC140B1}" srcOrd="0" destOrd="0" presId="urn:microsoft.com/office/officeart/2005/8/layout/vList5"/>
    <dgm:cxn modelId="{E8BB8931-539C-40D9-A40C-29AE1FCECFB6}" type="presParOf" srcId="{5111FE3A-9BA3-4B34-A66B-73C4CF96C8B3}" destId="{26E8ED0B-64C9-4502-B4D0-1403259B887F}" srcOrd="1" destOrd="0" presId="urn:microsoft.com/office/officeart/2005/8/layout/vList5"/>
    <dgm:cxn modelId="{E0F7AABD-50C2-486A-944E-8E30FCE7F883}" type="presParOf" srcId="{5111FE3A-9BA3-4B34-A66B-73C4CF96C8B3}" destId="{E4161477-3DE4-493A-BE03-380825A3EFF4}" srcOrd="2" destOrd="0" presId="urn:microsoft.com/office/officeart/2005/8/layout/vList5"/>
    <dgm:cxn modelId="{F3944EDC-5EA0-4A09-97C9-381342CB1B8C}" type="presParOf" srcId="{E4161477-3DE4-493A-BE03-380825A3EFF4}" destId="{240DBB22-CA89-4895-8E58-12B4F989AEB3}" srcOrd="0" destOrd="0" presId="urn:microsoft.com/office/officeart/2005/8/layout/vList5"/>
    <dgm:cxn modelId="{5DA9E57B-142D-4A2C-9615-BE88F0157C4A}" type="presParOf" srcId="{5111FE3A-9BA3-4B34-A66B-73C4CF96C8B3}" destId="{14D9861C-0BCB-4E34-984F-5D41A6F4FD47}" srcOrd="3" destOrd="0" presId="urn:microsoft.com/office/officeart/2005/8/layout/vList5"/>
    <dgm:cxn modelId="{F0549DA0-D075-4257-8BE9-9CE05FE8761F}" type="presParOf" srcId="{5111FE3A-9BA3-4B34-A66B-73C4CF96C8B3}" destId="{A1A979D6-9506-441B-978E-8ED592B16EA1}" srcOrd="4" destOrd="0" presId="urn:microsoft.com/office/officeart/2005/8/layout/vList5"/>
    <dgm:cxn modelId="{642A2401-0309-4755-90BB-ECA23CA9B0C4}" type="presParOf" srcId="{A1A979D6-9506-441B-978E-8ED592B16EA1}" destId="{1B9C54D1-89D7-46CA-993C-8C401C8D2772}" srcOrd="0" destOrd="0" presId="urn:microsoft.com/office/officeart/2005/8/layout/vList5"/>
    <dgm:cxn modelId="{5D7EB9A0-AB51-4C23-B57D-7AAFCA942247}" type="presParOf" srcId="{A1A979D6-9506-441B-978E-8ED592B16EA1}" destId="{7DEED851-BA15-48F9-89C3-ACC072D69008}" srcOrd="1" destOrd="0" presId="urn:microsoft.com/office/officeart/2005/8/layout/vList5"/>
    <dgm:cxn modelId="{6C12A335-6FA4-4CD5-B07B-AA7C324BC7F6}" type="presParOf" srcId="{5111FE3A-9BA3-4B34-A66B-73C4CF96C8B3}" destId="{0087F2C7-4054-4A49-B417-52884F5A3C69}" srcOrd="5" destOrd="0" presId="urn:microsoft.com/office/officeart/2005/8/layout/vList5"/>
    <dgm:cxn modelId="{1A93B927-8677-433D-8890-9AAFFAD36ACF}" type="presParOf" srcId="{5111FE3A-9BA3-4B34-A66B-73C4CF96C8B3}" destId="{45F60E63-963B-4D23-B003-FC7B6FFF8D88}" srcOrd="6" destOrd="0" presId="urn:microsoft.com/office/officeart/2005/8/layout/vList5"/>
    <dgm:cxn modelId="{8903DA16-E5B7-4FC1-801D-DF60C18D71BF}" type="presParOf" srcId="{45F60E63-963B-4D23-B003-FC7B6FFF8D88}" destId="{5E516801-024D-47A8-9EBD-1E0EA6CC003D}" srcOrd="0" destOrd="0" presId="urn:microsoft.com/office/officeart/2005/8/layout/vList5"/>
    <dgm:cxn modelId="{24B696D1-138C-46AF-A7FB-0F828AC5D1E1}" type="presParOf" srcId="{45F60E63-963B-4D23-B003-FC7B6FFF8D88}" destId="{A175A35B-0A44-4C48-9669-732D82EF683B}" srcOrd="1" destOrd="0" presId="urn:microsoft.com/office/officeart/2005/8/layout/vList5"/>
    <dgm:cxn modelId="{D4D30943-EEBD-4C73-AC51-5008D0830ED3}" type="presParOf" srcId="{5111FE3A-9BA3-4B34-A66B-73C4CF96C8B3}" destId="{A8185551-E045-4361-AAE7-7845EE39B0DA}" srcOrd="7" destOrd="0" presId="urn:microsoft.com/office/officeart/2005/8/layout/vList5"/>
    <dgm:cxn modelId="{D90FAE2B-740C-4B78-9A96-D417D585A0C9}" type="presParOf" srcId="{5111FE3A-9BA3-4B34-A66B-73C4CF96C8B3}" destId="{55FB8A7E-37F8-45FC-A1C0-47D0A3DD19E0}" srcOrd="8" destOrd="0" presId="urn:microsoft.com/office/officeart/2005/8/layout/vList5"/>
    <dgm:cxn modelId="{DEE8B3BE-ABA2-4A74-AF36-B458663CADB2}" type="presParOf" srcId="{55FB8A7E-37F8-45FC-A1C0-47D0A3DD19E0}" destId="{D551DDE8-B68E-4054-BBF4-06BC1E5B47E8}" srcOrd="0" destOrd="0" presId="urn:microsoft.com/office/officeart/2005/8/layout/vList5"/>
    <dgm:cxn modelId="{338AB07C-091E-429B-8DB4-DFC162DE5FD8}" type="presParOf" srcId="{55FB8A7E-37F8-45FC-A1C0-47D0A3DD19E0}" destId="{BF0838E4-60F9-4412-93D0-F4246BCBBA3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193CA-AB13-48CC-85DB-F749A799A068}">
      <dsp:nvSpPr>
        <dsp:cNvPr id="0" name=""/>
        <dsp:cNvSpPr/>
      </dsp:nvSpPr>
      <dsp:spPr>
        <a:xfrm rot="5400000">
          <a:off x="4074949" y="-1325974"/>
          <a:ext cx="1510850" cy="454623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Provide alternative paths by using statements like If and Switch.</a:t>
          </a:r>
          <a:endParaRPr lang="en-US" sz="1300" kern="1200" dirty="0"/>
        </a:p>
      </dsp:txBody>
      <dsp:txXfrm rot="-5400000">
        <a:off x="2557257" y="265472"/>
        <a:ext cx="4472480" cy="1363342"/>
      </dsp:txXfrm>
    </dsp:sp>
    <dsp:sp modelId="{F949C6D9-85E4-4EAB-9FA3-89FF42703650}">
      <dsp:nvSpPr>
        <dsp:cNvPr id="0" name=""/>
        <dsp:cNvSpPr/>
      </dsp:nvSpPr>
      <dsp:spPr>
        <a:xfrm>
          <a:off x="0" y="2861"/>
          <a:ext cx="2557257" cy="188856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700" kern="1200" dirty="0"/>
            <a:t>Selection constructs</a:t>
          </a:r>
          <a:endParaRPr lang="en-US" sz="3700" kern="1200" dirty="0"/>
        </a:p>
      </dsp:txBody>
      <dsp:txXfrm>
        <a:off x="92192" y="95053"/>
        <a:ext cx="2372873" cy="1704178"/>
      </dsp:txXfrm>
    </dsp:sp>
    <dsp:sp modelId="{6801CD43-5931-49D5-96CC-21801E51E2C8}">
      <dsp:nvSpPr>
        <dsp:cNvPr id="0" name=""/>
        <dsp:cNvSpPr/>
      </dsp:nvSpPr>
      <dsp:spPr>
        <a:xfrm rot="5400000">
          <a:off x="4074949" y="657016"/>
          <a:ext cx="1510850" cy="4546234"/>
        </a:xfrm>
        <a:prstGeom prst="round2Same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Lets you repeat blocks of code. The For loop iterates a fixed number of times. A While loop iterates a variable number of times. </a:t>
          </a:r>
          <a:endParaRPr lang="en-US" sz="1300" kern="1200" dirty="0"/>
        </a:p>
      </dsp:txBody>
      <dsp:txXfrm rot="-5400000">
        <a:off x="2557257" y="2248462"/>
        <a:ext cx="4472480" cy="1363342"/>
      </dsp:txXfrm>
    </dsp:sp>
    <dsp:sp modelId="{E034BACB-598C-40A3-AE90-7BD17DFE7C36}">
      <dsp:nvSpPr>
        <dsp:cNvPr id="0" name=""/>
        <dsp:cNvSpPr/>
      </dsp:nvSpPr>
      <dsp:spPr>
        <a:xfrm>
          <a:off x="0" y="1985852"/>
          <a:ext cx="2557257" cy="1888562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700" kern="1200"/>
            <a:t>Iteration constructs</a:t>
          </a:r>
          <a:endParaRPr lang="en-US" sz="3700" kern="1200"/>
        </a:p>
      </dsp:txBody>
      <dsp:txXfrm>
        <a:off x="92192" y="2078044"/>
        <a:ext cx="2372873" cy="1704178"/>
      </dsp:txXfrm>
    </dsp:sp>
    <dsp:sp modelId="{E49726A7-EFAE-45F9-B884-5C56D6E36B0C}">
      <dsp:nvSpPr>
        <dsp:cNvPr id="0" name=""/>
        <dsp:cNvSpPr/>
      </dsp:nvSpPr>
      <dsp:spPr>
        <a:xfrm rot="5400000">
          <a:off x="4074949" y="2640007"/>
          <a:ext cx="1510850" cy="4546234"/>
        </a:xfrm>
        <a:prstGeom prst="round2Same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Change the flow of control when a program executes. Normally a program executes one line then goes on to the next line. You can jump to different line with keywords like </a:t>
          </a:r>
          <a:r>
            <a:rPr lang="en-AU" sz="1300" kern="1200" dirty="0" err="1"/>
            <a:t>Goto</a:t>
          </a:r>
          <a:r>
            <a:rPr lang="en-AU" sz="1300" kern="1200" dirty="0"/>
            <a:t>, Continue, Break. (Avoid the use of </a:t>
          </a:r>
          <a:r>
            <a:rPr lang="en-AU" sz="1300" kern="1200" dirty="0" err="1"/>
            <a:t>Goto</a:t>
          </a:r>
          <a:r>
            <a:rPr lang="en-AU" sz="1300" kern="1200" dirty="0"/>
            <a:t> statements because it can result in "spaghetti" code.) When you call a method, flow logic jumps to the code in the method and then returns to the calling programming.</a:t>
          </a:r>
          <a:endParaRPr lang="en-US" sz="1300" kern="1200" dirty="0"/>
        </a:p>
      </dsp:txBody>
      <dsp:txXfrm rot="-5400000">
        <a:off x="2557257" y="4231453"/>
        <a:ext cx="4472480" cy="1363342"/>
      </dsp:txXfrm>
    </dsp:sp>
    <dsp:sp modelId="{3CE5CBBB-D156-4EB3-9E72-C314AFAC11E9}">
      <dsp:nvSpPr>
        <dsp:cNvPr id="0" name=""/>
        <dsp:cNvSpPr/>
      </dsp:nvSpPr>
      <dsp:spPr>
        <a:xfrm>
          <a:off x="0" y="3968843"/>
          <a:ext cx="2557257" cy="1888562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700" kern="1200"/>
            <a:t>Sequence constructs</a:t>
          </a:r>
          <a:endParaRPr lang="en-US" sz="3700" kern="1200"/>
        </a:p>
      </dsp:txBody>
      <dsp:txXfrm>
        <a:off x="92192" y="4061035"/>
        <a:ext cx="2372873" cy="17041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B26C9-076C-48CC-97B7-21F423D956E0}">
      <dsp:nvSpPr>
        <dsp:cNvPr id="0" name=""/>
        <dsp:cNvSpPr/>
      </dsp:nvSpPr>
      <dsp:spPr>
        <a:xfrm>
          <a:off x="0" y="388642"/>
          <a:ext cx="608965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95732" rIns="47262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AU" sz="1900" kern="1200" dirty="0"/>
            <a:t>While( true )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AU" sz="1900" kern="1200" dirty="0"/>
            <a:t>{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AU" sz="1900" kern="1200" dirty="0"/>
            <a:t>}</a:t>
          </a:r>
          <a:endParaRPr lang="en-US" sz="1900" kern="1200" dirty="0"/>
        </a:p>
      </dsp:txBody>
      <dsp:txXfrm>
        <a:off x="0" y="388642"/>
        <a:ext cx="6089650" cy="1436400"/>
      </dsp:txXfrm>
    </dsp:sp>
    <dsp:sp modelId="{943DAF71-853E-43EF-85D5-F6FD5DB2CD4F}">
      <dsp:nvSpPr>
        <dsp:cNvPr id="0" name=""/>
        <dsp:cNvSpPr/>
      </dsp:nvSpPr>
      <dsp:spPr>
        <a:xfrm>
          <a:off x="304482" y="108202"/>
          <a:ext cx="4262755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While Loop</a:t>
          </a:r>
          <a:endParaRPr lang="en-US" sz="1900" kern="1200"/>
        </a:p>
      </dsp:txBody>
      <dsp:txXfrm>
        <a:off x="331862" y="135582"/>
        <a:ext cx="4207995" cy="506120"/>
      </dsp:txXfrm>
    </dsp:sp>
    <dsp:sp modelId="{8B9098E3-890A-4F10-BA68-DE896FBDA651}">
      <dsp:nvSpPr>
        <dsp:cNvPr id="0" name=""/>
        <dsp:cNvSpPr/>
      </dsp:nvSpPr>
      <dsp:spPr>
        <a:xfrm>
          <a:off x="0" y="2208082"/>
          <a:ext cx="608965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95732" rIns="47262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AU" sz="1900" kern="1200" dirty="0"/>
            <a:t> for ( int </a:t>
          </a:r>
          <a:r>
            <a:rPr lang="en-AU" sz="1900" kern="1200" dirty="0" err="1"/>
            <a:t>i</a:t>
          </a:r>
          <a:r>
            <a:rPr lang="en-AU" sz="1900" kern="1200" dirty="0"/>
            <a:t>=0; </a:t>
          </a:r>
          <a:r>
            <a:rPr lang="en-AU" sz="1900" kern="1200" dirty="0" err="1"/>
            <a:t>i</a:t>
          </a:r>
          <a:r>
            <a:rPr lang="en-AU" sz="1900" kern="1200" dirty="0"/>
            <a:t> &lt; </a:t>
          </a:r>
          <a:r>
            <a:rPr lang="en-AU" sz="1900" kern="1200" dirty="0" err="1"/>
            <a:t>myArrayLength</a:t>
          </a:r>
          <a:r>
            <a:rPr lang="en-AU" sz="1900" kern="1200" dirty="0"/>
            <a:t>; </a:t>
          </a:r>
          <a:r>
            <a:rPr lang="en-AU" sz="1900" kern="1200" dirty="0" err="1"/>
            <a:t>i</a:t>
          </a:r>
          <a:r>
            <a:rPr lang="en-AU" sz="1900" kern="1200" dirty="0"/>
            <a:t>++){
      </a:t>
          </a:r>
          <a:r>
            <a:rPr lang="en-AU" sz="1900" kern="1200" dirty="0" err="1"/>
            <a:t>Console.WriteLine</a:t>
          </a:r>
          <a:r>
            <a:rPr lang="en-AU" sz="1900" kern="1200" dirty="0"/>
            <a:t>(</a:t>
          </a:r>
          <a:r>
            <a:rPr lang="en-AU" sz="1900" kern="1200" dirty="0" err="1"/>
            <a:t>myArray</a:t>
          </a:r>
          <a:r>
            <a:rPr lang="en-AU" sz="1900" kern="1200" dirty="0"/>
            <a:t>[</a:t>
          </a:r>
          <a:r>
            <a:rPr lang="en-AU" sz="1900" kern="1200" dirty="0" err="1"/>
            <a:t>i</a:t>
          </a:r>
          <a:r>
            <a:rPr lang="en-AU" sz="1900" kern="1200" dirty="0"/>
            <a:t>]);
    }</a:t>
          </a:r>
          <a:endParaRPr lang="en-US" sz="1900" kern="1200" dirty="0"/>
        </a:p>
      </dsp:txBody>
      <dsp:txXfrm>
        <a:off x="0" y="2208082"/>
        <a:ext cx="6089650" cy="1436400"/>
      </dsp:txXfrm>
    </dsp:sp>
    <dsp:sp modelId="{86016D39-DC0A-41F2-A7D5-41EE445AFDE6}">
      <dsp:nvSpPr>
        <dsp:cNvPr id="0" name=""/>
        <dsp:cNvSpPr/>
      </dsp:nvSpPr>
      <dsp:spPr>
        <a:xfrm>
          <a:off x="304482" y="1927642"/>
          <a:ext cx="4262755" cy="56088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/>
            <a:t>For Loop</a:t>
          </a:r>
          <a:endParaRPr lang="en-US" sz="1900" kern="1200" dirty="0"/>
        </a:p>
      </dsp:txBody>
      <dsp:txXfrm>
        <a:off x="331862" y="1955022"/>
        <a:ext cx="4207995" cy="506120"/>
      </dsp:txXfrm>
    </dsp:sp>
    <dsp:sp modelId="{BCFA9CAC-051A-4B41-B729-4A46DDD9ACCC}">
      <dsp:nvSpPr>
        <dsp:cNvPr id="0" name=""/>
        <dsp:cNvSpPr/>
      </dsp:nvSpPr>
      <dsp:spPr>
        <a:xfrm>
          <a:off x="0" y="4027522"/>
          <a:ext cx="608965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395732" rIns="47262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Foreach(int item in </a:t>
          </a:r>
          <a:r>
            <a:rPr lang="en-US" sz="1900" kern="1200" dirty="0" err="1"/>
            <a:t>myArray</a:t>
          </a:r>
          <a:r>
            <a:rPr lang="en-US" sz="1900" kern="1200" dirty="0"/>
            <a:t>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{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}</a:t>
          </a:r>
        </a:p>
      </dsp:txBody>
      <dsp:txXfrm>
        <a:off x="0" y="4027522"/>
        <a:ext cx="6089650" cy="1436400"/>
      </dsp:txXfrm>
    </dsp:sp>
    <dsp:sp modelId="{6B892345-9A6B-4588-B67B-C8143142C707}">
      <dsp:nvSpPr>
        <dsp:cNvPr id="0" name=""/>
        <dsp:cNvSpPr/>
      </dsp:nvSpPr>
      <dsp:spPr>
        <a:xfrm>
          <a:off x="304482" y="3747082"/>
          <a:ext cx="4262755" cy="5608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Foreach</a:t>
          </a:r>
        </a:p>
      </dsp:txBody>
      <dsp:txXfrm>
        <a:off x="331862" y="3774462"/>
        <a:ext cx="4207995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448CC-764B-4629-AE8B-31E28CC140B1}">
      <dsp:nvSpPr>
        <dsp:cNvPr id="0" name=""/>
        <dsp:cNvSpPr/>
      </dsp:nvSpPr>
      <dsp:spPr>
        <a:xfrm>
          <a:off x="0" y="2454"/>
          <a:ext cx="7165866" cy="107298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 dirty="0"/>
            <a:t>As C# is strongly typed it is often necessary to evaluate two variables that might not be in the same format.</a:t>
          </a:r>
          <a:endParaRPr lang="en-US" sz="1600" kern="1200" dirty="0"/>
        </a:p>
      </dsp:txBody>
      <dsp:txXfrm>
        <a:off x="52379" y="54833"/>
        <a:ext cx="7061108" cy="968229"/>
      </dsp:txXfrm>
    </dsp:sp>
    <dsp:sp modelId="{240DBB22-CA89-4895-8E58-12B4F989AEB3}">
      <dsp:nvSpPr>
        <dsp:cNvPr id="0" name=""/>
        <dsp:cNvSpPr/>
      </dsp:nvSpPr>
      <dsp:spPr>
        <a:xfrm>
          <a:off x="0" y="1129090"/>
          <a:ext cx="7182061" cy="1072987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/>
            <a:t>This requires Type Conversion, ie changing the type associated with the value of the variable.</a:t>
          </a:r>
          <a:endParaRPr lang="en-US" sz="1600" kern="1200"/>
        </a:p>
      </dsp:txBody>
      <dsp:txXfrm>
        <a:off x="52379" y="1181469"/>
        <a:ext cx="7077303" cy="968229"/>
      </dsp:txXfrm>
    </dsp:sp>
    <dsp:sp modelId="{7DEED851-BA15-48F9-89C3-ACC072D69008}">
      <dsp:nvSpPr>
        <dsp:cNvPr id="0" name=""/>
        <dsp:cNvSpPr/>
      </dsp:nvSpPr>
      <dsp:spPr>
        <a:xfrm rot="5400000">
          <a:off x="4459376" y="491716"/>
          <a:ext cx="858389" cy="460100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AU" sz="1600" kern="1200" dirty="0" err="1"/>
            <a:t>Console.Writeline</a:t>
          </a:r>
          <a:r>
            <a:rPr lang="en-AU" sz="1600" kern="1200" dirty="0"/>
            <a:t>(“My age is: “ + </a:t>
          </a:r>
          <a:r>
            <a:rPr lang="en-AU" sz="1600" kern="1200" dirty="0" err="1"/>
            <a:t>myAgeInt</a:t>
          </a:r>
          <a:r>
            <a:rPr lang="en-AU" sz="1600" kern="1200" dirty="0"/>
            <a:t>);</a:t>
          </a:r>
          <a:endParaRPr lang="en-US" sz="1600" kern="1200" dirty="0"/>
        </a:p>
      </dsp:txBody>
      <dsp:txXfrm rot="-5400000">
        <a:off x="2588067" y="2404929"/>
        <a:ext cx="4559105" cy="774583"/>
      </dsp:txXfrm>
    </dsp:sp>
    <dsp:sp modelId="{1B9C54D1-89D7-46CA-993C-8C401C8D2772}">
      <dsp:nvSpPr>
        <dsp:cNvPr id="0" name=""/>
        <dsp:cNvSpPr/>
      </dsp:nvSpPr>
      <dsp:spPr>
        <a:xfrm>
          <a:off x="0" y="2255727"/>
          <a:ext cx="2588067" cy="1072987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 dirty="0"/>
            <a:t>Sometimes the compiler handles conversion for you, for example:</a:t>
          </a:r>
          <a:endParaRPr lang="en-US" sz="1600" kern="1200" dirty="0"/>
        </a:p>
      </dsp:txBody>
      <dsp:txXfrm>
        <a:off x="52379" y="2308106"/>
        <a:ext cx="2483309" cy="968229"/>
      </dsp:txXfrm>
    </dsp:sp>
    <dsp:sp modelId="{A175A35B-0A44-4C48-9669-732D82EF683B}">
      <dsp:nvSpPr>
        <dsp:cNvPr id="0" name=""/>
        <dsp:cNvSpPr/>
      </dsp:nvSpPr>
      <dsp:spPr>
        <a:xfrm rot="5400000">
          <a:off x="4459376" y="1618353"/>
          <a:ext cx="858389" cy="4601008"/>
        </a:xfrm>
        <a:prstGeom prst="round2Same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AU" sz="1600" kern="1200" dirty="0" err="1"/>
            <a:t>myAgeInt.ToString</a:t>
          </a:r>
          <a:r>
            <a:rPr lang="en-AU" sz="1600" kern="1200" dirty="0"/>
            <a:t>()</a:t>
          </a:r>
          <a:endParaRPr lang="en-US" sz="1600" kern="1200" dirty="0"/>
        </a:p>
      </dsp:txBody>
      <dsp:txXfrm rot="-5400000">
        <a:off x="2588067" y="3531566"/>
        <a:ext cx="4559105" cy="774583"/>
      </dsp:txXfrm>
    </dsp:sp>
    <dsp:sp modelId="{5E516801-024D-47A8-9EBD-1E0EA6CC003D}">
      <dsp:nvSpPr>
        <dsp:cNvPr id="0" name=""/>
        <dsp:cNvSpPr/>
      </dsp:nvSpPr>
      <dsp:spPr>
        <a:xfrm>
          <a:off x="0" y="3382363"/>
          <a:ext cx="2588067" cy="1072987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/>
            <a:t>Most othertimes, you have to manually convert a variable into the correct type to evaluate it.</a:t>
          </a:r>
          <a:endParaRPr lang="en-US" sz="1600" kern="1200"/>
        </a:p>
      </dsp:txBody>
      <dsp:txXfrm>
        <a:off x="52379" y="3434742"/>
        <a:ext cx="2483309" cy="968229"/>
      </dsp:txXfrm>
    </dsp:sp>
    <dsp:sp modelId="{BF0838E4-60F9-4412-93D0-F4246BCBBA3F}">
      <dsp:nvSpPr>
        <dsp:cNvPr id="0" name=""/>
        <dsp:cNvSpPr/>
      </dsp:nvSpPr>
      <dsp:spPr>
        <a:xfrm rot="5400000">
          <a:off x="4459376" y="2744989"/>
          <a:ext cx="858389" cy="4601008"/>
        </a:xfrm>
        <a:prstGeom prst="round2Same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(int)</a:t>
          </a:r>
          <a:r>
            <a:rPr lang="en-US" sz="1600" kern="1200" dirty="0" err="1"/>
            <a:t>myFloat</a:t>
          </a:r>
          <a:r>
            <a:rPr lang="en-US" sz="1600" kern="1200" dirty="0"/>
            <a:t> – Note the loss of decimal.</a:t>
          </a:r>
        </a:p>
      </dsp:txBody>
      <dsp:txXfrm rot="-5400000">
        <a:off x="2588067" y="4658202"/>
        <a:ext cx="4559105" cy="774583"/>
      </dsp:txXfrm>
    </dsp:sp>
    <dsp:sp modelId="{D551DDE8-B68E-4054-BBF4-06BC1E5B47E8}">
      <dsp:nvSpPr>
        <dsp:cNvPr id="0" name=""/>
        <dsp:cNvSpPr/>
      </dsp:nvSpPr>
      <dsp:spPr>
        <a:xfrm>
          <a:off x="0" y="4509000"/>
          <a:ext cx="2588067" cy="1072987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Casting</a:t>
          </a:r>
        </a:p>
      </dsp:txBody>
      <dsp:txXfrm>
        <a:off x="52379" y="4561379"/>
        <a:ext cx="2483309" cy="968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B98AD-8BEC-402F-9F27-106C23B61677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7DF5C-75CC-4D6F-89DA-0AA9819309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88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BC81-A241-4F91-90FB-AAC3A03C7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FEFC4-F398-4822-967C-5C3B9240B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86A07-4248-44ED-93BF-97D105BC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EA297-412E-4D37-9A65-E8D37252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82054-E5DA-41FE-B1B8-F14BE3C3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254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644E-4FAF-47D6-B407-AE7981B9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FACB-8E44-4FFD-A194-C015E4602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C40E8-99D5-4140-86BC-5C9D5C79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A81B1-BA04-4935-AF35-B01E969D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9D935-EC79-4A7F-AB3B-361DE765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01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3441-9EB8-4C41-95CE-C895C310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81BD1-BB26-4AA0-B6E6-AF3C806DB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41D37-0383-4D1A-BAB0-81379992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C642A-E586-4C4A-9280-B712BEC7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E26A7-65F5-4ADA-9B74-1E02E25D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9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4BA0-7DDD-4D10-9688-B0B2732B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868E-7217-43DC-A6B2-7C1275E5C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1E5B4-8C6B-4894-875A-82B326633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24DFC-2F0E-4360-98AE-477DFC73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8217B-847C-4198-B902-72556699D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9CD8F-95F2-4601-823B-2EC6C315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8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9A2E-7C46-4486-B8BB-4E3C05EDC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88DBE-37A0-417C-8627-4988694F6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8848C-696F-41D5-BEA7-7A8ED604D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F940C-D98A-4B85-9A4D-C00546C91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08307-9C0D-40A5-BEC3-8320101E9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15BCA-59D3-4113-A874-EE66A32B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68963-8E1C-4465-A95B-75F90FBC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10008-EEED-4199-B7C4-93ABA37A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23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2D65-4D4C-4185-82D9-4B909941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A49DA-CA70-4936-BE39-E91BE4C8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E9C2B-A44A-4E5B-8CA0-D2FE1DD8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2117A-D074-4434-933B-85A40B2B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34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763768-ED92-44C2-AFBF-75CC121B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61E2F9-6340-4E51-8B6D-8D28F557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31F99-3906-4939-BF07-28846AFE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9051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6806-A789-4A34-B2FF-032A5276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4A72-D858-4EE2-9324-E182E9F8E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D2646-32B8-4220-AADE-D1AC5A165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3F6E5-6FF2-4437-A1D7-616F44C0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D9E84-D283-44C4-B122-A375D606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8397-67E6-4989-B22F-140181B4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311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1A31-27C7-4E95-AD6B-26EF335B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088CD-380C-4D17-BE95-717309944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8E3A8-5C47-4E1C-9E46-D0B3A0CDD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11978-02BC-4E4D-96F6-FEF45266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16247-13EA-43E9-9C25-C8F8F617E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90CCC-5174-4897-91E7-34C08011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45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B92C-4076-4238-9C9B-BD1C68D7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78A0B-867F-4F6E-9509-95CED808C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F099B-E752-40D0-90BE-639A66BC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9ABF9-C6AB-435F-AA04-E1B18BAE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A09A-21C7-453E-B6D8-784351FE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61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D7318-D0DD-4CA3-A3F2-51F6CC753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97345-DDCB-49C0-8A33-859EA83C9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41AE6-0DFD-4261-B0C5-30CDC523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BD43F-4A1F-4172-8CBB-84C61539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94090-CDF2-4837-9E03-C4FD1000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6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0BD93-F774-4936-AF20-DF4AC1E3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729C8-2DEC-4837-BDD6-4040F7A7F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ADFCE-E250-4581-8E93-1D7820AA5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16B9B-6D81-49B4-9761-366AA1E550A3}" type="datetimeFigureOut">
              <a:rPr lang="en-AU" smtClean="0"/>
              <a:t>16/02/2023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07DA4-58F8-4C9F-802B-6E422D980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F51E-0E22-4DAB-9059-E2E4E8B06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126A4-DD28-48AF-8262-7A44A527CE90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52CA3-953D-0285-0D9A-FC16616629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3069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2A7CA8-EFA2-43CC-B17D-06915365C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6776" y="2040508"/>
            <a:ext cx="6418447" cy="1070261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Introduction to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DF1A5-284F-44B7-9632-F92A2CBCE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3402" y="3429000"/>
            <a:ext cx="6105194" cy="682079"/>
          </a:xfrm>
        </p:spPr>
        <p:txBody>
          <a:bodyPr>
            <a:normAutofit fontScale="32500" lnSpcReduction="20000"/>
          </a:bodyPr>
          <a:lstStyle/>
          <a:p>
            <a:r>
              <a:rPr lang="en-AU" sz="4000" dirty="0">
                <a:solidFill>
                  <a:srgbClr val="FFFFFF"/>
                </a:solidFill>
              </a:rPr>
              <a:t>Part 3</a:t>
            </a:r>
          </a:p>
          <a:p>
            <a:endParaRPr lang="en-AU" sz="900" dirty="0">
              <a:solidFill>
                <a:srgbClr val="FFFFFF"/>
              </a:solidFill>
            </a:endParaRPr>
          </a:p>
          <a:p>
            <a:r>
              <a:rPr lang="en-AU" sz="4300" i="1" dirty="0">
                <a:solidFill>
                  <a:srgbClr val="FFFFFF"/>
                </a:solidFill>
              </a:rPr>
              <a:t>Loops, input/output, Type Conversion and Debugging</a:t>
            </a:r>
          </a:p>
        </p:txBody>
      </p:sp>
    </p:spTree>
    <p:extLst>
      <p:ext uri="{BB962C8B-B14F-4D97-AF65-F5344CB8AC3E}">
        <p14:creationId xmlns:p14="http://schemas.microsoft.com/office/powerpoint/2010/main" val="428075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2E5F0D-0ABC-4EA2-94C8-33FAB9D0E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E23B4E-0A1B-44D1-9FF4-970355884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007CA-CB55-47D2-B6AB-DE0C3AB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13312"/>
            <a:ext cx="3276601" cy="3028051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bg1"/>
                </a:solidFill>
              </a:rPr>
              <a:t>Program Constructs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6B4828-A712-480B-830C-86679603F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241868"/>
              </p:ext>
            </p:extLst>
          </p:nvPr>
        </p:nvGraphicFramePr>
        <p:xfrm>
          <a:off x="4887310" y="427921"/>
          <a:ext cx="7103492" cy="5860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4248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29B37-4C74-41DD-9261-395A47E9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Iterations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E2CB77-12DA-4C83-85ED-4F6D13DDF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829430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3729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Input/Output (I/O)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AU" sz="2000"/>
              <a:t>To output to the console from a C# console application we use the Console.WriteLine() method.</a:t>
            </a:r>
          </a:p>
          <a:p>
            <a:r>
              <a:rPr lang="en-AU" sz="2000" dirty="0"/>
              <a:t>This method takes inputs inside the Brackets “()” in the form of most primitive data types.</a:t>
            </a:r>
          </a:p>
          <a:p>
            <a:r>
              <a:rPr lang="en-AU" sz="2000"/>
              <a:t>String’s, Int’s, Doubles and bools.</a:t>
            </a:r>
          </a:p>
          <a:p>
            <a:r>
              <a:rPr lang="en-AU" sz="2000" dirty="0"/>
              <a:t>We can even combine these in the form of string concatenation using the + operator.</a:t>
            </a:r>
          </a:p>
          <a:p>
            <a:pPr marL="0" indent="0">
              <a:buNone/>
            </a:pPr>
            <a:endParaRPr lang="en-AU" sz="2000"/>
          </a:p>
          <a:p>
            <a:pPr marL="0" indent="0">
              <a:buNone/>
            </a:pPr>
            <a:r>
              <a:rPr lang="en-AU" sz="2000"/>
              <a:t>Console.WriteLine(“This is my string” + myVariable);</a:t>
            </a:r>
          </a:p>
        </p:txBody>
      </p:sp>
    </p:spTree>
    <p:extLst>
      <p:ext uri="{BB962C8B-B14F-4D97-AF65-F5344CB8AC3E}">
        <p14:creationId xmlns:p14="http://schemas.microsoft.com/office/powerpoint/2010/main" val="1327384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Input/Output (I/O)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AU" sz="2000"/>
              <a:t>In order to take input, we can use the Console.ReadLine() function.</a:t>
            </a:r>
          </a:p>
          <a:p>
            <a:r>
              <a:rPr lang="en-AU" sz="2000"/>
              <a:t>This waits for the user to enter text into the console and press return.</a:t>
            </a:r>
          </a:p>
          <a:p>
            <a:r>
              <a:rPr lang="en-AU" sz="2000"/>
              <a:t>This also allows us to capture the result of the input in the form of a string value.</a:t>
            </a:r>
          </a:p>
          <a:p>
            <a:r>
              <a:rPr lang="en-AU" sz="2000"/>
              <a:t>To capture this we can assign the result of the ReadLine() function into a variable like so:</a:t>
            </a:r>
          </a:p>
          <a:p>
            <a:pPr marL="0" indent="0">
              <a:buNone/>
            </a:pPr>
            <a:endParaRPr lang="en-AU" sz="2000"/>
          </a:p>
          <a:p>
            <a:pPr marL="0" indent="0">
              <a:buNone/>
            </a:pPr>
            <a:r>
              <a:rPr lang="en-AU" sz="2000"/>
              <a:t>string userInput = Console.ReadLine();</a:t>
            </a:r>
          </a:p>
        </p:txBody>
      </p:sp>
    </p:spTree>
    <p:extLst>
      <p:ext uri="{BB962C8B-B14F-4D97-AF65-F5344CB8AC3E}">
        <p14:creationId xmlns:p14="http://schemas.microsoft.com/office/powerpoint/2010/main" val="126078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9A9BC-1E47-4698-B4BF-9EFE15FB9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Type Conversion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390EC5-4370-4AF9-A4C4-2F953C6A6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454261"/>
              </p:ext>
            </p:extLst>
          </p:nvPr>
        </p:nvGraphicFramePr>
        <p:xfrm>
          <a:off x="4860284" y="630622"/>
          <a:ext cx="7189076" cy="5584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210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57AEE-DDD8-FDB5-9259-ADAA55D7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31519"/>
            <a:ext cx="2845191" cy="3237579"/>
          </a:xfrm>
        </p:spPr>
        <p:txBody>
          <a:bodyPr>
            <a:normAutofit/>
          </a:bodyPr>
          <a:lstStyle/>
          <a:p>
            <a:r>
              <a:rPr lang="en-US" sz="3800">
                <a:solidFill>
                  <a:srgbClr val="FFFFFF"/>
                </a:solidFill>
                <a:cs typeface="Calibri Light"/>
              </a:rPr>
              <a:t>Parsing from string</a:t>
            </a:r>
            <a:endParaRPr lang="en-US" sz="380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A760-B1A5-2135-5C7D-0C851537B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9709" y="686862"/>
            <a:ext cx="7037591" cy="54751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dirty="0">
                <a:cs typeface="Calibri"/>
              </a:rPr>
              <a:t>When using </a:t>
            </a:r>
            <a:r>
              <a:rPr lang="en-US" sz="2600" dirty="0" err="1">
                <a:cs typeface="Calibri"/>
              </a:rPr>
              <a:t>Console.ReadLine</a:t>
            </a:r>
            <a:r>
              <a:rPr lang="en-US" sz="2600" dirty="0">
                <a:cs typeface="Calibri"/>
              </a:rPr>
              <a:t>() the return value is </a:t>
            </a:r>
            <a:r>
              <a:rPr lang="en-US" sz="2600" b="1" dirty="0">
                <a:cs typeface="Calibri"/>
              </a:rPr>
              <a:t>always</a:t>
            </a:r>
            <a:r>
              <a:rPr lang="en-US" sz="2600" dirty="0">
                <a:cs typeface="Calibri"/>
              </a:rPr>
              <a:t> a string.</a:t>
            </a:r>
          </a:p>
          <a:p>
            <a:r>
              <a:rPr lang="en-US" sz="2600" dirty="0">
                <a:cs typeface="Calibri"/>
              </a:rPr>
              <a:t>To change the value into something more useful, say integers or floats like the conversions we need to parse.</a:t>
            </a:r>
          </a:p>
          <a:p>
            <a:r>
              <a:rPr lang="en-US" sz="2600" dirty="0">
                <a:cs typeface="Calibri"/>
              </a:rPr>
              <a:t>Parsing is a function of each type, used by calling the &lt;type&gt;.Parse() function:</a:t>
            </a:r>
          </a:p>
          <a:p>
            <a:pPr marL="0" indent="0" algn="ctr">
              <a:buNone/>
            </a:pPr>
            <a:r>
              <a:rPr lang="en-US" sz="2600" b="1" dirty="0" err="1">
                <a:cs typeface="Calibri"/>
              </a:rPr>
              <a:t>int.parse</a:t>
            </a:r>
            <a:r>
              <a:rPr lang="en-US" sz="2600" b="1" dirty="0">
                <a:cs typeface="Calibri"/>
              </a:rPr>
              <a:t>("1") == 1</a:t>
            </a:r>
          </a:p>
          <a:p>
            <a:r>
              <a:rPr lang="en-US" sz="2600" dirty="0">
                <a:cs typeface="Calibri"/>
              </a:rPr>
              <a:t>This works for all types that are not strings (int, float, bool </a:t>
            </a:r>
            <a:r>
              <a:rPr lang="en-US" sz="2600" dirty="0" err="1">
                <a:cs typeface="Calibri"/>
              </a:rPr>
              <a:t>etc</a:t>
            </a:r>
            <a:r>
              <a:rPr lang="en-US" sz="2600" dirty="0"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955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34A5F-0F52-4689-B8E2-C482FC41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anchor="ctr"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Compile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C774-824E-45BA-A000-3E6E5E50D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18" y="640082"/>
            <a:ext cx="6848715" cy="5613234"/>
          </a:xfrm>
        </p:spPr>
        <p:txBody>
          <a:bodyPr anchor="ctr">
            <a:normAutofit/>
          </a:bodyPr>
          <a:lstStyle/>
          <a:p>
            <a:r>
              <a:rPr lang="en-AU" dirty="0"/>
              <a:t>When compiling and executing code there are often errors that will pop up if there's an issue with your code.</a:t>
            </a:r>
          </a:p>
          <a:p>
            <a:endParaRPr lang="en-AU" dirty="0"/>
          </a:p>
          <a:p>
            <a:r>
              <a:rPr lang="en-AU" dirty="0"/>
              <a:t>As C# is compiled most common errors are caught by the compiler. Its important to know how to find the error you’re facing.</a:t>
            </a:r>
          </a:p>
          <a:p>
            <a:endParaRPr lang="en-AU" dirty="0"/>
          </a:p>
          <a:p>
            <a:r>
              <a:rPr lang="en-AU" dirty="0"/>
              <a:t>What’s wrong below?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0FEE5-F75C-487F-BF2D-9B0B2A118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1" y="5486365"/>
            <a:ext cx="12202001" cy="137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73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AU" sz="4000"/>
              <a:t>Debugging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30" y="2585624"/>
            <a:ext cx="3876165" cy="125505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AU" sz="2000" dirty="0"/>
              <a:t>When writing code, we need to ensure we can test or validate our program especially when we have larger more complex applications.</a:t>
            </a:r>
          </a:p>
          <a:p>
            <a:r>
              <a:rPr lang="en-AU" sz="2000" dirty="0"/>
              <a:t>To do this we can stop or pause our program using a breakpoint.</a:t>
            </a:r>
            <a:endParaRPr lang="en-AU" sz="2000" dirty="0">
              <a:cs typeface="Calibri"/>
            </a:endParaRPr>
          </a:p>
          <a:p>
            <a:r>
              <a:rPr lang="en-AU" sz="2000" dirty="0"/>
              <a:t>A breakpoint can be added on the left side of visual studio clicking in the light grey bar just left of the line numbers, shown here:</a:t>
            </a:r>
            <a:endParaRPr lang="en-AU" sz="2000" dirty="0">
              <a:cs typeface="Calibri"/>
            </a:endParaRPr>
          </a:p>
          <a:p>
            <a:endParaRPr lang="en-AU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4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AU" sz="2000" dirty="0"/>
              <a:t>As our program runs it will execute the code until it reaches the line the breakpoint is on.</a:t>
            </a:r>
          </a:p>
          <a:p>
            <a:r>
              <a:rPr lang="en-AU" sz="2000" dirty="0"/>
              <a:t>It will then stop before that line is executed.</a:t>
            </a:r>
            <a:r>
              <a:rPr lang="en-AU" sz="2000" i="1" dirty="0"/>
              <a:t> As a result, you can only breakpoint a line that has a statement on it.</a:t>
            </a:r>
            <a:endParaRPr lang="en-AU" sz="2000" i="1" dirty="0">
              <a:cs typeface="Calibri"/>
            </a:endParaRPr>
          </a:p>
          <a:p>
            <a:r>
              <a:rPr lang="en-AU" sz="2000" dirty="0"/>
              <a:t>When the application runs it will halt and switch back to our IDE showing us the current file our breakpoint is in.</a:t>
            </a:r>
            <a:endParaRPr lang="en-AU" sz="2000" dirty="0">
              <a:cs typeface="Calibri"/>
            </a:endParaRPr>
          </a:p>
          <a:p>
            <a:r>
              <a:rPr lang="en-AU" sz="2000" dirty="0"/>
              <a:t>What's powerful about this is it also allows us to check the state of the application such as variable and their values.</a:t>
            </a:r>
            <a:endParaRPr lang="en-AU" sz="2000" dirty="0">
              <a:cs typeface="Calibri"/>
            </a:endParaRPr>
          </a:p>
          <a:p>
            <a:r>
              <a:rPr lang="en-AU" sz="2000" dirty="0"/>
              <a:t>It also allows us to step through the code line by line to follow its execution (while continuing to view the state of various variables).</a:t>
            </a:r>
            <a:endParaRPr lang="en-AU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9923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z="1700"/>
              <a:t>When in breakpoint mode, visual studio will change the ribbon to display some controls:</a:t>
            </a:r>
          </a:p>
          <a:p>
            <a:pPr marL="0" indent="0">
              <a:buNone/>
            </a:pPr>
            <a:endParaRPr lang="en-AU" sz="1700">
              <a:cs typeface="Calibri" panose="020F0502020204030204"/>
            </a:endParaRPr>
          </a:p>
          <a:p>
            <a:endParaRPr lang="en-AU" sz="1700"/>
          </a:p>
          <a:p>
            <a:r>
              <a:rPr lang="en-AU" sz="1700"/>
              <a:t>Continue will return the program to normal execution.</a:t>
            </a:r>
          </a:p>
          <a:p>
            <a:r>
              <a:rPr lang="en-AU" sz="1700"/>
              <a:t>The three blue arrows are the controls that allow us to step through the application.</a:t>
            </a:r>
          </a:p>
          <a:p>
            <a:r>
              <a:rPr lang="en-AU" sz="1700"/>
              <a:t>Their functions are as follows from left to right:</a:t>
            </a:r>
          </a:p>
          <a:p>
            <a:pPr lvl="1"/>
            <a:r>
              <a:rPr lang="en-AU" sz="1700"/>
              <a:t>Step into – This arrow allows us to step through the code, while also stepping into any functions that the program comes across to view their sequences.</a:t>
            </a:r>
          </a:p>
          <a:p>
            <a:pPr lvl="1"/>
            <a:r>
              <a:rPr lang="en-AU" sz="1700"/>
              <a:t>Step over – This is the most commonly used. It simply steps over each line in programs execution.</a:t>
            </a:r>
          </a:p>
          <a:p>
            <a:pPr lvl="1"/>
            <a:r>
              <a:rPr lang="en-AU" sz="1700"/>
              <a:t>Step Out – This steps up out of the current code block (the opposite of step into). However this will immediately leave the current code block if it can step up.</a:t>
            </a:r>
          </a:p>
        </p:txBody>
      </p:sp>
      <p:pic>
        <p:nvPicPr>
          <p:cNvPr id="5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72414A49-2352-4820-AEE3-8C6D2E0A6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107" y="2840635"/>
            <a:ext cx="4555273" cy="59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8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B652FE9C0E4A4BA617103343675622" ma:contentTypeVersion="12" ma:contentTypeDescription="Create a new document." ma:contentTypeScope="" ma:versionID="617d7ff7cf300e3bbf8bbc053abb89c0">
  <xsd:schema xmlns:xsd="http://www.w3.org/2001/XMLSchema" xmlns:xs="http://www.w3.org/2001/XMLSchema" xmlns:p="http://schemas.microsoft.com/office/2006/metadata/properties" xmlns:ns3="ca795412-bebd-4315-bf48-ef2a3932babb" xmlns:ns4="15dc33cf-23e6-4c02-8146-51e815ffffa8" targetNamespace="http://schemas.microsoft.com/office/2006/metadata/properties" ma:root="true" ma:fieldsID="1109a6f8e861dad66c4c282957d8af80" ns3:_="" ns4:_="">
    <xsd:import namespace="ca795412-bebd-4315-bf48-ef2a3932babb"/>
    <xsd:import namespace="15dc33cf-23e6-4c02-8146-51e815ffff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95412-bebd-4315-bf48-ef2a3932ba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c33cf-23e6-4c02-8146-51e815fff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025666-8BA2-419F-B472-7EBE0074C2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A9038-2EF8-40DB-8932-0BAB3B3DAC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95412-bebd-4315-bf48-ef2a3932babb"/>
    <ds:schemaRef ds:uri="15dc33cf-23e6-4c02-8146-51e815ffff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89963A-B19E-4615-89DF-F37201E262B6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ca795412-bebd-4315-bf48-ef2a3932babb"/>
    <ds:schemaRef ds:uri="http://schemas.microsoft.com/office/2006/documentManagement/types"/>
    <ds:schemaRef ds:uri="15dc33cf-23e6-4c02-8146-51e815ffffa8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909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Introduction to OOP</vt:lpstr>
      <vt:lpstr>Program Constructs</vt:lpstr>
      <vt:lpstr>Iterations</vt:lpstr>
      <vt:lpstr>Input/Output (I/O)</vt:lpstr>
      <vt:lpstr>Input/Output (I/O)</vt:lpstr>
      <vt:lpstr>Type Conversion</vt:lpstr>
      <vt:lpstr>Parsing from string</vt:lpstr>
      <vt:lpstr>Compile Errors</vt:lpstr>
      <vt:lpstr>Debugging</vt:lpstr>
      <vt:lpstr>Debugging</vt:lpstr>
      <vt:lpstr>Debugging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OOP</dc:title>
  <dc:creator>aaron clifford</dc:creator>
  <cp:lastModifiedBy>Aaron Clifford</cp:lastModifiedBy>
  <cp:revision>64</cp:revision>
  <dcterms:created xsi:type="dcterms:W3CDTF">2020-04-25T08:18:48Z</dcterms:created>
  <dcterms:modified xsi:type="dcterms:W3CDTF">2023-02-16T05:34:06Z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0x010100BFB652FE9C0E4A4BA617103343675622</vt:lpwstr>
  </property>
  <property fmtid="{D5CDD505-2E9C-101B-9397-08002B2CF9AE}" pid="3" name="MSIP_Label_f3ac7e5b-5da2-46c7-8677-8a6b50f7d886_Enabled">
    <vt:lpwstr>true</vt:lpwstr>
  </property>
  <property fmtid="{D5CDD505-2E9C-101B-9397-08002B2CF9AE}" pid="4" name="MSIP_Label_f3ac7e5b-5da2-46c7-8677-8a6b50f7d886_SetDate">
    <vt:lpwstr>2023-02-16T05:34:06Z</vt:lpwstr>
  </property>
  <property fmtid="{D5CDD505-2E9C-101B-9397-08002B2CF9AE}" pid="5" name="MSIP_Label_f3ac7e5b-5da2-46c7-8677-8a6b50f7d886_Method">
    <vt:lpwstr>Standard</vt:lpwstr>
  </property>
  <property fmtid="{D5CDD505-2E9C-101B-9397-08002B2CF9AE}" pid="6" name="MSIP_Label_f3ac7e5b-5da2-46c7-8677-8a6b50f7d886_Name">
    <vt:lpwstr>Official</vt:lpwstr>
  </property>
  <property fmtid="{D5CDD505-2E9C-101B-9397-08002B2CF9AE}" pid="7" name="MSIP_Label_f3ac7e5b-5da2-46c7-8677-8a6b50f7d886_SiteId">
    <vt:lpwstr>218881e8-07ad-4142-87d7-f6b90d17009b</vt:lpwstr>
  </property>
  <property fmtid="{D5CDD505-2E9C-101B-9397-08002B2CF9AE}" pid="8" name="MSIP_Label_f3ac7e5b-5da2-46c7-8677-8a6b50f7d886_ActionId">
    <vt:lpwstr>e5aaff0e-2415-41ad-855a-bd87a803d668</vt:lpwstr>
  </property>
  <property fmtid="{D5CDD505-2E9C-101B-9397-08002B2CF9AE}" pid="9" name="MSIP_Label_f3ac7e5b-5da2-46c7-8677-8a6b50f7d886_ContentBits">
    <vt:lpwstr>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OFFICIAL</vt:lpwstr>
  </property>
</Properties>
</file>