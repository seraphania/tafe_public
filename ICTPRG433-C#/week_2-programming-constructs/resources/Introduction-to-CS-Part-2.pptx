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69" r:id="rId5"/>
    <p:sldId id="263" r:id="rId6"/>
    <p:sldId id="267" r:id="rId7"/>
    <p:sldId id="266" r:id="rId8"/>
    <p:sldId id="273" r:id="rId9"/>
    <p:sldId id="277" r:id="rId10"/>
    <p:sldId id="278" r:id="rId11"/>
    <p:sldId id="27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1FB468-3C9B-6C0E-C7C9-5F0E6FCC7DC4}" v="27" dt="2024-02-03T11:15:28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F0CB78-5EF5-458C-B9DA-A974602078D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C71B16-1701-4BEE-8F77-493528C9BE99}">
      <dgm:prSet/>
      <dgm:spPr/>
      <dgm:t>
        <a:bodyPr/>
        <a:lstStyle/>
        <a:p>
          <a:r>
            <a:rPr lang="en-AU" dirty="0"/>
            <a:t>Add (+)</a:t>
          </a:r>
          <a:endParaRPr lang="en-US" dirty="0"/>
        </a:p>
      </dgm:t>
    </dgm:pt>
    <dgm:pt modelId="{3568557B-EAAE-4164-A0E6-82A19E3F91E2}" type="parTrans" cxnId="{3ADC376C-FF52-4583-9584-E52DF342780A}">
      <dgm:prSet/>
      <dgm:spPr/>
      <dgm:t>
        <a:bodyPr/>
        <a:lstStyle/>
        <a:p>
          <a:endParaRPr lang="en-US"/>
        </a:p>
      </dgm:t>
    </dgm:pt>
    <dgm:pt modelId="{E51885A1-1428-4ED5-9717-65BCA769A666}" type="sibTrans" cxnId="{3ADC376C-FF52-4583-9584-E52DF342780A}">
      <dgm:prSet/>
      <dgm:spPr/>
      <dgm:t>
        <a:bodyPr/>
        <a:lstStyle/>
        <a:p>
          <a:endParaRPr lang="en-US"/>
        </a:p>
      </dgm:t>
    </dgm:pt>
    <dgm:pt modelId="{6F20A34F-4B5C-4F37-A0F0-A4992328A52D}">
      <dgm:prSet/>
      <dgm:spPr/>
      <dgm:t>
        <a:bodyPr/>
        <a:lstStyle/>
        <a:p>
          <a:r>
            <a:rPr lang="en-AU" dirty="0"/>
            <a:t>Subtract (-)</a:t>
          </a:r>
          <a:endParaRPr lang="en-US" dirty="0"/>
        </a:p>
      </dgm:t>
    </dgm:pt>
    <dgm:pt modelId="{8FEFD608-BA82-486B-8FB3-53BA9B33E113}" type="parTrans" cxnId="{9B873BEC-BE3F-4495-A2C4-097B4DFFF71D}">
      <dgm:prSet/>
      <dgm:spPr/>
      <dgm:t>
        <a:bodyPr/>
        <a:lstStyle/>
        <a:p>
          <a:endParaRPr lang="en-US"/>
        </a:p>
      </dgm:t>
    </dgm:pt>
    <dgm:pt modelId="{8BF049A2-A3D8-4A36-A1BB-B2574F23A746}" type="sibTrans" cxnId="{9B873BEC-BE3F-4495-A2C4-097B4DFFF71D}">
      <dgm:prSet/>
      <dgm:spPr/>
      <dgm:t>
        <a:bodyPr/>
        <a:lstStyle/>
        <a:p>
          <a:endParaRPr lang="en-US"/>
        </a:p>
      </dgm:t>
    </dgm:pt>
    <dgm:pt modelId="{13B53833-A2F1-45F8-9F3A-7204796A6D13}">
      <dgm:prSet/>
      <dgm:spPr/>
      <dgm:t>
        <a:bodyPr/>
        <a:lstStyle/>
        <a:p>
          <a:r>
            <a:rPr lang="en-AU" dirty="0"/>
            <a:t>Multiply (*)</a:t>
          </a:r>
          <a:endParaRPr lang="en-US" dirty="0"/>
        </a:p>
      </dgm:t>
    </dgm:pt>
    <dgm:pt modelId="{9E142DE2-5C85-4E53-B057-43F1B9CDFCCF}" type="parTrans" cxnId="{CE7E6098-58A1-4DE3-A173-E07A8758B10F}">
      <dgm:prSet/>
      <dgm:spPr/>
      <dgm:t>
        <a:bodyPr/>
        <a:lstStyle/>
        <a:p>
          <a:endParaRPr lang="en-US"/>
        </a:p>
      </dgm:t>
    </dgm:pt>
    <dgm:pt modelId="{9AA8A517-F035-4D7F-8C30-23DFE580E7A0}" type="sibTrans" cxnId="{CE7E6098-58A1-4DE3-A173-E07A8758B10F}">
      <dgm:prSet/>
      <dgm:spPr/>
      <dgm:t>
        <a:bodyPr/>
        <a:lstStyle/>
        <a:p>
          <a:endParaRPr lang="en-US"/>
        </a:p>
      </dgm:t>
    </dgm:pt>
    <dgm:pt modelId="{836CF712-164A-4024-A741-53A8599D55CE}">
      <dgm:prSet/>
      <dgm:spPr/>
      <dgm:t>
        <a:bodyPr/>
        <a:lstStyle/>
        <a:p>
          <a:r>
            <a:rPr lang="en-AU" dirty="0"/>
            <a:t>Divide (/)</a:t>
          </a:r>
          <a:endParaRPr lang="en-US" dirty="0"/>
        </a:p>
      </dgm:t>
    </dgm:pt>
    <dgm:pt modelId="{BD155587-5F0E-468F-8C80-875A61139905}" type="parTrans" cxnId="{47E34E25-7961-4D8F-94C6-D7BF59F80125}">
      <dgm:prSet/>
      <dgm:spPr/>
      <dgm:t>
        <a:bodyPr/>
        <a:lstStyle/>
        <a:p>
          <a:endParaRPr lang="en-US"/>
        </a:p>
      </dgm:t>
    </dgm:pt>
    <dgm:pt modelId="{CBAE5B2D-6378-4077-A254-B7F06F87F4BE}" type="sibTrans" cxnId="{47E34E25-7961-4D8F-94C6-D7BF59F80125}">
      <dgm:prSet/>
      <dgm:spPr/>
      <dgm:t>
        <a:bodyPr/>
        <a:lstStyle/>
        <a:p>
          <a:endParaRPr lang="en-US"/>
        </a:p>
      </dgm:t>
    </dgm:pt>
    <dgm:pt modelId="{6E71E1AF-44C5-4475-9869-19040E586BED}">
      <dgm:prSet/>
      <dgm:spPr/>
      <dgm:t>
        <a:bodyPr/>
        <a:lstStyle/>
        <a:p>
          <a:r>
            <a:rPr lang="en-AU"/>
            <a:t>Modulo/Modulus (%)</a:t>
          </a:r>
          <a:endParaRPr lang="en-US"/>
        </a:p>
      </dgm:t>
    </dgm:pt>
    <dgm:pt modelId="{16BC8C04-5575-4BF9-A490-4BD0F64627ED}" type="parTrans" cxnId="{FE2657F1-2C31-427A-BB0A-183E6B728243}">
      <dgm:prSet/>
      <dgm:spPr/>
      <dgm:t>
        <a:bodyPr/>
        <a:lstStyle/>
        <a:p>
          <a:endParaRPr lang="en-US"/>
        </a:p>
      </dgm:t>
    </dgm:pt>
    <dgm:pt modelId="{A670A9D8-58A9-4531-8E02-65246B7E7E10}" type="sibTrans" cxnId="{FE2657F1-2C31-427A-BB0A-183E6B728243}">
      <dgm:prSet/>
      <dgm:spPr/>
      <dgm:t>
        <a:bodyPr/>
        <a:lstStyle/>
        <a:p>
          <a:endParaRPr lang="en-US"/>
        </a:p>
      </dgm:t>
    </dgm:pt>
    <dgm:pt modelId="{9327C894-F90B-48D3-B23B-6C36D4B94D19}">
      <dgm:prSet custT="1"/>
      <dgm:spPr/>
      <dgm:t>
        <a:bodyPr/>
        <a:lstStyle/>
        <a:p>
          <a:r>
            <a:rPr lang="en-AU" sz="1800" dirty="0"/>
            <a:t>Find the remainder of a division.</a:t>
          </a:r>
          <a:endParaRPr lang="en-US" sz="1800" dirty="0"/>
        </a:p>
      </dgm:t>
    </dgm:pt>
    <dgm:pt modelId="{3277B338-9457-4365-BD86-32DF5DA32D34}" type="parTrans" cxnId="{13678883-FE68-468C-81FE-C9894BC9A83C}">
      <dgm:prSet/>
      <dgm:spPr/>
      <dgm:t>
        <a:bodyPr/>
        <a:lstStyle/>
        <a:p>
          <a:endParaRPr lang="en-US"/>
        </a:p>
      </dgm:t>
    </dgm:pt>
    <dgm:pt modelId="{DE37A953-3533-4D54-9BA3-BB174A7DEE9F}" type="sibTrans" cxnId="{13678883-FE68-468C-81FE-C9894BC9A83C}">
      <dgm:prSet/>
      <dgm:spPr/>
      <dgm:t>
        <a:bodyPr/>
        <a:lstStyle/>
        <a:p>
          <a:endParaRPr lang="en-US"/>
        </a:p>
      </dgm:t>
    </dgm:pt>
    <dgm:pt modelId="{8FA9B188-16E0-4C02-9560-4B1673480915}">
      <dgm:prSet/>
      <dgm:spPr/>
      <dgm:t>
        <a:bodyPr/>
        <a:lstStyle/>
        <a:p>
          <a:r>
            <a:rPr lang="en-US" dirty="0"/>
            <a:t>35 + 5 = 40</a:t>
          </a:r>
        </a:p>
      </dgm:t>
    </dgm:pt>
    <dgm:pt modelId="{1D905393-2D30-459F-9AD2-6D13A09B0112}" type="parTrans" cxnId="{ED129B33-AA47-4357-BFF8-1186A529E891}">
      <dgm:prSet/>
      <dgm:spPr/>
    </dgm:pt>
    <dgm:pt modelId="{F2954CE7-2722-4BF5-B93B-FC20B22466A1}" type="sibTrans" cxnId="{ED129B33-AA47-4357-BFF8-1186A529E891}">
      <dgm:prSet/>
      <dgm:spPr/>
    </dgm:pt>
    <dgm:pt modelId="{E551CC44-88A2-4D04-A30F-38E24EA5EFAF}">
      <dgm:prSet/>
      <dgm:spPr/>
      <dgm:t>
        <a:bodyPr/>
        <a:lstStyle/>
        <a:p>
          <a:r>
            <a:rPr lang="en-US" dirty="0"/>
            <a:t>5 – 2 = 3</a:t>
          </a:r>
        </a:p>
      </dgm:t>
    </dgm:pt>
    <dgm:pt modelId="{73ECFB17-A9AB-4FEF-9FFF-46CC24840D7A}" type="parTrans" cxnId="{4F8C61E7-97E8-4510-AD45-85805F172C4C}">
      <dgm:prSet/>
      <dgm:spPr/>
    </dgm:pt>
    <dgm:pt modelId="{ED73C718-8139-4873-B1C9-2C1E8E678A89}" type="sibTrans" cxnId="{4F8C61E7-97E8-4510-AD45-85805F172C4C}">
      <dgm:prSet/>
      <dgm:spPr/>
    </dgm:pt>
    <dgm:pt modelId="{BB587542-C7FC-4A86-9B09-151829B09520}">
      <dgm:prSet/>
      <dgm:spPr/>
      <dgm:t>
        <a:bodyPr/>
        <a:lstStyle/>
        <a:p>
          <a:r>
            <a:rPr lang="en-US" dirty="0"/>
            <a:t>4 * 2 = 8</a:t>
          </a:r>
        </a:p>
      </dgm:t>
    </dgm:pt>
    <dgm:pt modelId="{D2F733D4-1A83-452E-89F6-6C753120F6A7}" type="parTrans" cxnId="{5C7B0E86-9FCA-46C2-9540-911E5DB03B0D}">
      <dgm:prSet/>
      <dgm:spPr/>
    </dgm:pt>
    <dgm:pt modelId="{EB2DEFFB-ED0F-48B1-8D5A-D151AED194B0}" type="sibTrans" cxnId="{5C7B0E86-9FCA-46C2-9540-911E5DB03B0D}">
      <dgm:prSet/>
      <dgm:spPr/>
    </dgm:pt>
    <dgm:pt modelId="{2B59D85E-CA18-4061-8750-6358AEF72086}">
      <dgm:prSet/>
      <dgm:spPr/>
      <dgm:t>
        <a:bodyPr/>
        <a:lstStyle/>
        <a:p>
          <a:r>
            <a:rPr lang="en-US" dirty="0"/>
            <a:t>10 / 2 = 5</a:t>
          </a:r>
        </a:p>
      </dgm:t>
    </dgm:pt>
    <dgm:pt modelId="{D6977CCD-6595-4477-8C41-A76EC997A080}" type="parTrans" cxnId="{D5CF3506-5FA7-47D2-8985-9884E21C73B0}">
      <dgm:prSet/>
      <dgm:spPr/>
    </dgm:pt>
    <dgm:pt modelId="{24092629-D748-41C9-8D70-4F4FF3D43B55}" type="sibTrans" cxnId="{D5CF3506-5FA7-47D2-8985-9884E21C73B0}">
      <dgm:prSet/>
      <dgm:spPr/>
    </dgm:pt>
    <dgm:pt modelId="{2027E8EA-051C-4E19-BB70-F9AA7182E54E}">
      <dgm:prSet custT="1"/>
      <dgm:spPr/>
      <dgm:t>
        <a:bodyPr/>
        <a:lstStyle/>
        <a:p>
          <a:r>
            <a:rPr lang="en-AU" sz="1800"/>
            <a:t>282 </a:t>
          </a:r>
          <a:r>
            <a:rPr lang="en-AU" sz="1800" dirty="0"/>
            <a:t>% 120 = 42</a:t>
          </a:r>
          <a:endParaRPr lang="en-US" sz="1800" dirty="0"/>
        </a:p>
      </dgm:t>
    </dgm:pt>
    <dgm:pt modelId="{A39F929D-3000-4002-9DD0-0871177710A5}" type="parTrans" cxnId="{4293C3BC-8FE7-475E-B079-268692E69C72}">
      <dgm:prSet/>
      <dgm:spPr/>
    </dgm:pt>
    <dgm:pt modelId="{A4CC0CE1-AA45-4364-834B-03F4875D1386}" type="sibTrans" cxnId="{4293C3BC-8FE7-475E-B079-268692E69C72}">
      <dgm:prSet/>
      <dgm:spPr/>
    </dgm:pt>
    <dgm:pt modelId="{5928C684-7AEA-4314-91FC-83AE90ED1EC4}">
      <dgm:prSet/>
      <dgm:spPr/>
      <dgm:t>
        <a:bodyPr/>
        <a:lstStyle/>
        <a:p>
          <a:r>
            <a:rPr lang="en-US" dirty="0"/>
            <a:t>“This also works “ + “for adding strings together”</a:t>
          </a:r>
        </a:p>
      </dgm:t>
    </dgm:pt>
    <dgm:pt modelId="{F3F5F4BE-FF86-4682-BC17-51B8806E33E1}" type="parTrans" cxnId="{4B78C9A8-3F40-42F2-B4C8-329CF6BCA231}">
      <dgm:prSet/>
      <dgm:spPr/>
    </dgm:pt>
    <dgm:pt modelId="{78AAF316-36AE-4313-9664-EF27BA1C080D}" type="sibTrans" cxnId="{4B78C9A8-3F40-42F2-B4C8-329CF6BCA231}">
      <dgm:prSet/>
      <dgm:spPr/>
    </dgm:pt>
    <dgm:pt modelId="{201C66E2-7591-4C0A-A400-CCB037A31946}" type="pres">
      <dgm:prSet presAssocID="{13F0CB78-5EF5-458C-B9DA-A974602078DC}" presName="linear" presStyleCnt="0">
        <dgm:presLayoutVars>
          <dgm:dir/>
          <dgm:animLvl val="lvl"/>
          <dgm:resizeHandles val="exact"/>
        </dgm:presLayoutVars>
      </dgm:prSet>
      <dgm:spPr/>
    </dgm:pt>
    <dgm:pt modelId="{9ED431D0-C99E-43EA-8357-A068DBC05E0B}" type="pres">
      <dgm:prSet presAssocID="{26C71B16-1701-4BEE-8F77-493528C9BE99}" presName="parentLin" presStyleCnt="0"/>
      <dgm:spPr/>
    </dgm:pt>
    <dgm:pt modelId="{40BAA21E-4B29-4C2D-8E2A-7324851A39F1}" type="pres">
      <dgm:prSet presAssocID="{26C71B16-1701-4BEE-8F77-493528C9BE99}" presName="parentLeftMargin" presStyleLbl="node1" presStyleIdx="0" presStyleCnt="5"/>
      <dgm:spPr/>
    </dgm:pt>
    <dgm:pt modelId="{C6D4B2C2-D31C-44AE-970F-7C88E2F70709}" type="pres">
      <dgm:prSet presAssocID="{26C71B16-1701-4BEE-8F77-493528C9BE9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BC43CCA-B690-430C-BB76-1A8CE2D77657}" type="pres">
      <dgm:prSet presAssocID="{26C71B16-1701-4BEE-8F77-493528C9BE99}" presName="negativeSpace" presStyleCnt="0"/>
      <dgm:spPr/>
    </dgm:pt>
    <dgm:pt modelId="{29215C30-DA82-41AA-8904-DC9968A4A792}" type="pres">
      <dgm:prSet presAssocID="{26C71B16-1701-4BEE-8F77-493528C9BE99}" presName="childText" presStyleLbl="conFgAcc1" presStyleIdx="0" presStyleCnt="5">
        <dgm:presLayoutVars>
          <dgm:bulletEnabled val="1"/>
        </dgm:presLayoutVars>
      </dgm:prSet>
      <dgm:spPr/>
    </dgm:pt>
    <dgm:pt modelId="{0F182BAC-489F-4B07-A659-CDEA4536A61C}" type="pres">
      <dgm:prSet presAssocID="{E51885A1-1428-4ED5-9717-65BCA769A666}" presName="spaceBetweenRectangles" presStyleCnt="0"/>
      <dgm:spPr/>
    </dgm:pt>
    <dgm:pt modelId="{A475A94E-2CED-4950-B1FA-28C20F96C74D}" type="pres">
      <dgm:prSet presAssocID="{6F20A34F-4B5C-4F37-A0F0-A4992328A52D}" presName="parentLin" presStyleCnt="0"/>
      <dgm:spPr/>
    </dgm:pt>
    <dgm:pt modelId="{776D31E9-6A70-4766-961C-3352EC548E21}" type="pres">
      <dgm:prSet presAssocID="{6F20A34F-4B5C-4F37-A0F0-A4992328A52D}" presName="parentLeftMargin" presStyleLbl="node1" presStyleIdx="0" presStyleCnt="5"/>
      <dgm:spPr/>
    </dgm:pt>
    <dgm:pt modelId="{184391FD-0001-45BF-8123-9A392E0F66E4}" type="pres">
      <dgm:prSet presAssocID="{6F20A34F-4B5C-4F37-A0F0-A4992328A52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4F2C9E8-1E3F-448A-B3CF-9E6F7ED4E7F7}" type="pres">
      <dgm:prSet presAssocID="{6F20A34F-4B5C-4F37-A0F0-A4992328A52D}" presName="negativeSpace" presStyleCnt="0"/>
      <dgm:spPr/>
    </dgm:pt>
    <dgm:pt modelId="{336622A3-13E9-4B7D-8B5C-C9AF6BF500F5}" type="pres">
      <dgm:prSet presAssocID="{6F20A34F-4B5C-4F37-A0F0-A4992328A52D}" presName="childText" presStyleLbl="conFgAcc1" presStyleIdx="1" presStyleCnt="5">
        <dgm:presLayoutVars>
          <dgm:bulletEnabled val="1"/>
        </dgm:presLayoutVars>
      </dgm:prSet>
      <dgm:spPr/>
    </dgm:pt>
    <dgm:pt modelId="{E49E92CD-C547-480E-BCC9-E91405767550}" type="pres">
      <dgm:prSet presAssocID="{8BF049A2-A3D8-4A36-A1BB-B2574F23A746}" presName="spaceBetweenRectangles" presStyleCnt="0"/>
      <dgm:spPr/>
    </dgm:pt>
    <dgm:pt modelId="{877DE36E-FEB4-4685-BF71-73021801EFDA}" type="pres">
      <dgm:prSet presAssocID="{13B53833-A2F1-45F8-9F3A-7204796A6D13}" presName="parentLin" presStyleCnt="0"/>
      <dgm:spPr/>
    </dgm:pt>
    <dgm:pt modelId="{94672093-F9A4-421E-BE82-C677816FB716}" type="pres">
      <dgm:prSet presAssocID="{13B53833-A2F1-45F8-9F3A-7204796A6D13}" presName="parentLeftMargin" presStyleLbl="node1" presStyleIdx="1" presStyleCnt="5"/>
      <dgm:spPr/>
    </dgm:pt>
    <dgm:pt modelId="{E3EE28B9-CED6-43BD-996E-72B3650165D2}" type="pres">
      <dgm:prSet presAssocID="{13B53833-A2F1-45F8-9F3A-7204796A6D1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CF8AC25-561C-4F7D-9862-1FB72E331532}" type="pres">
      <dgm:prSet presAssocID="{13B53833-A2F1-45F8-9F3A-7204796A6D13}" presName="negativeSpace" presStyleCnt="0"/>
      <dgm:spPr/>
    </dgm:pt>
    <dgm:pt modelId="{40AE676C-4FCC-4986-8638-ED1D0576957E}" type="pres">
      <dgm:prSet presAssocID="{13B53833-A2F1-45F8-9F3A-7204796A6D13}" presName="childText" presStyleLbl="conFgAcc1" presStyleIdx="2" presStyleCnt="5">
        <dgm:presLayoutVars>
          <dgm:bulletEnabled val="1"/>
        </dgm:presLayoutVars>
      </dgm:prSet>
      <dgm:spPr/>
    </dgm:pt>
    <dgm:pt modelId="{8E840DEA-6AE5-4063-ACDD-88804ED35D26}" type="pres">
      <dgm:prSet presAssocID="{9AA8A517-F035-4D7F-8C30-23DFE580E7A0}" presName="spaceBetweenRectangles" presStyleCnt="0"/>
      <dgm:spPr/>
    </dgm:pt>
    <dgm:pt modelId="{137C77DE-EB1E-46AD-BEF8-5EDDA17E645D}" type="pres">
      <dgm:prSet presAssocID="{836CF712-164A-4024-A741-53A8599D55CE}" presName="parentLin" presStyleCnt="0"/>
      <dgm:spPr/>
    </dgm:pt>
    <dgm:pt modelId="{2AF10958-1DF2-4688-8BC9-106588C830A9}" type="pres">
      <dgm:prSet presAssocID="{836CF712-164A-4024-A741-53A8599D55CE}" presName="parentLeftMargin" presStyleLbl="node1" presStyleIdx="2" presStyleCnt="5"/>
      <dgm:spPr/>
    </dgm:pt>
    <dgm:pt modelId="{8A336C0D-807D-4BA8-AE1F-342EEB8F91F9}" type="pres">
      <dgm:prSet presAssocID="{836CF712-164A-4024-A741-53A8599D55C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041E926-A80B-41B9-95CC-AE3BE42A1359}" type="pres">
      <dgm:prSet presAssocID="{836CF712-164A-4024-A741-53A8599D55CE}" presName="negativeSpace" presStyleCnt="0"/>
      <dgm:spPr/>
    </dgm:pt>
    <dgm:pt modelId="{FB746190-3065-4B06-962C-DCAC3D8196CD}" type="pres">
      <dgm:prSet presAssocID="{836CF712-164A-4024-A741-53A8599D55CE}" presName="childText" presStyleLbl="conFgAcc1" presStyleIdx="3" presStyleCnt="5">
        <dgm:presLayoutVars>
          <dgm:bulletEnabled val="1"/>
        </dgm:presLayoutVars>
      </dgm:prSet>
      <dgm:spPr/>
    </dgm:pt>
    <dgm:pt modelId="{78125773-5374-44C6-8CDC-8F2FC5A2A910}" type="pres">
      <dgm:prSet presAssocID="{CBAE5B2D-6378-4077-A254-B7F06F87F4BE}" presName="spaceBetweenRectangles" presStyleCnt="0"/>
      <dgm:spPr/>
    </dgm:pt>
    <dgm:pt modelId="{EE94391D-20A4-4956-A395-B0318C6BD052}" type="pres">
      <dgm:prSet presAssocID="{6E71E1AF-44C5-4475-9869-19040E586BED}" presName="parentLin" presStyleCnt="0"/>
      <dgm:spPr/>
    </dgm:pt>
    <dgm:pt modelId="{2C3516E4-8FF3-4E23-86BA-A5FD07B53DE0}" type="pres">
      <dgm:prSet presAssocID="{6E71E1AF-44C5-4475-9869-19040E586BED}" presName="parentLeftMargin" presStyleLbl="node1" presStyleIdx="3" presStyleCnt="5"/>
      <dgm:spPr/>
    </dgm:pt>
    <dgm:pt modelId="{5BD8E3E0-0E47-4E65-8F12-277952AC4066}" type="pres">
      <dgm:prSet presAssocID="{6E71E1AF-44C5-4475-9869-19040E586BE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2116FA92-6418-4132-A7C8-80382F05126C}" type="pres">
      <dgm:prSet presAssocID="{6E71E1AF-44C5-4475-9869-19040E586BED}" presName="negativeSpace" presStyleCnt="0"/>
      <dgm:spPr/>
    </dgm:pt>
    <dgm:pt modelId="{E5AFF5FC-A131-4C25-8A32-6AD45D616194}" type="pres">
      <dgm:prSet presAssocID="{6E71E1AF-44C5-4475-9869-19040E586BED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5CF3506-5FA7-47D2-8985-9884E21C73B0}" srcId="{836CF712-164A-4024-A741-53A8599D55CE}" destId="{2B59D85E-CA18-4061-8750-6358AEF72086}" srcOrd="0" destOrd="0" parTransId="{D6977CCD-6595-4477-8C41-A76EC997A080}" sibTransId="{24092629-D748-41C9-8D70-4F4FF3D43B55}"/>
    <dgm:cxn modelId="{9EB9AF07-4A19-4D14-B523-00FE2CBA674E}" type="presOf" srcId="{2027E8EA-051C-4E19-BB70-F9AA7182E54E}" destId="{E5AFF5FC-A131-4C25-8A32-6AD45D616194}" srcOrd="0" destOrd="1" presId="urn:microsoft.com/office/officeart/2005/8/layout/list1"/>
    <dgm:cxn modelId="{B7D1641A-2CC9-4966-9AE9-154BAB4D6FA2}" type="presOf" srcId="{13B53833-A2F1-45F8-9F3A-7204796A6D13}" destId="{94672093-F9A4-421E-BE82-C677816FB716}" srcOrd="0" destOrd="0" presId="urn:microsoft.com/office/officeart/2005/8/layout/list1"/>
    <dgm:cxn modelId="{33BEAA24-D365-4145-901C-3B12E58CF534}" type="presOf" srcId="{13B53833-A2F1-45F8-9F3A-7204796A6D13}" destId="{E3EE28B9-CED6-43BD-996E-72B3650165D2}" srcOrd="1" destOrd="0" presId="urn:microsoft.com/office/officeart/2005/8/layout/list1"/>
    <dgm:cxn modelId="{47E34E25-7961-4D8F-94C6-D7BF59F80125}" srcId="{13F0CB78-5EF5-458C-B9DA-A974602078DC}" destId="{836CF712-164A-4024-A741-53A8599D55CE}" srcOrd="3" destOrd="0" parTransId="{BD155587-5F0E-468F-8C80-875A61139905}" sibTransId="{CBAE5B2D-6378-4077-A254-B7F06F87F4BE}"/>
    <dgm:cxn modelId="{BB2D8E28-C403-4412-9B86-F0FA73BFC1F2}" type="presOf" srcId="{BB587542-C7FC-4A86-9B09-151829B09520}" destId="{40AE676C-4FCC-4986-8638-ED1D0576957E}" srcOrd="0" destOrd="0" presId="urn:microsoft.com/office/officeart/2005/8/layout/list1"/>
    <dgm:cxn modelId="{ED129B33-AA47-4357-BFF8-1186A529E891}" srcId="{26C71B16-1701-4BEE-8F77-493528C9BE99}" destId="{8FA9B188-16E0-4C02-9560-4B1673480915}" srcOrd="0" destOrd="0" parTransId="{1D905393-2D30-459F-9AD2-6D13A09B0112}" sibTransId="{F2954CE7-2722-4BF5-B93B-FC20B22466A1}"/>
    <dgm:cxn modelId="{EAA4F433-A900-4B8E-A91F-C3EA5093012F}" type="presOf" srcId="{26C71B16-1701-4BEE-8F77-493528C9BE99}" destId="{C6D4B2C2-D31C-44AE-970F-7C88E2F70709}" srcOrd="1" destOrd="0" presId="urn:microsoft.com/office/officeart/2005/8/layout/list1"/>
    <dgm:cxn modelId="{AEC93D35-14BE-4D47-84F4-3FD2E32DE07D}" type="presOf" srcId="{6F20A34F-4B5C-4F37-A0F0-A4992328A52D}" destId="{776D31E9-6A70-4766-961C-3352EC548E21}" srcOrd="0" destOrd="0" presId="urn:microsoft.com/office/officeart/2005/8/layout/list1"/>
    <dgm:cxn modelId="{347AAD3C-B48F-4B08-BF85-ACB0C6B91C57}" type="presOf" srcId="{836CF712-164A-4024-A741-53A8599D55CE}" destId="{8A336C0D-807D-4BA8-AE1F-342EEB8F91F9}" srcOrd="1" destOrd="0" presId="urn:microsoft.com/office/officeart/2005/8/layout/list1"/>
    <dgm:cxn modelId="{75C8E849-F5A3-4DC8-A40D-9AD9E28A234F}" type="presOf" srcId="{26C71B16-1701-4BEE-8F77-493528C9BE99}" destId="{40BAA21E-4B29-4C2D-8E2A-7324851A39F1}" srcOrd="0" destOrd="0" presId="urn:microsoft.com/office/officeart/2005/8/layout/list1"/>
    <dgm:cxn modelId="{3ADC376C-FF52-4583-9584-E52DF342780A}" srcId="{13F0CB78-5EF5-458C-B9DA-A974602078DC}" destId="{26C71B16-1701-4BEE-8F77-493528C9BE99}" srcOrd="0" destOrd="0" parTransId="{3568557B-EAAE-4164-A0E6-82A19E3F91E2}" sibTransId="{E51885A1-1428-4ED5-9717-65BCA769A666}"/>
    <dgm:cxn modelId="{00576E4E-4D18-49AB-B0CA-7AEA140B7330}" type="presOf" srcId="{6E71E1AF-44C5-4475-9869-19040E586BED}" destId="{5BD8E3E0-0E47-4E65-8F12-277952AC4066}" srcOrd="1" destOrd="0" presId="urn:microsoft.com/office/officeart/2005/8/layout/list1"/>
    <dgm:cxn modelId="{13678883-FE68-468C-81FE-C9894BC9A83C}" srcId="{6E71E1AF-44C5-4475-9869-19040E586BED}" destId="{9327C894-F90B-48D3-B23B-6C36D4B94D19}" srcOrd="0" destOrd="0" parTransId="{3277B338-9457-4365-BD86-32DF5DA32D34}" sibTransId="{DE37A953-3533-4D54-9BA3-BB174A7DEE9F}"/>
    <dgm:cxn modelId="{5C7B0E86-9FCA-46C2-9540-911E5DB03B0D}" srcId="{13B53833-A2F1-45F8-9F3A-7204796A6D13}" destId="{BB587542-C7FC-4A86-9B09-151829B09520}" srcOrd="0" destOrd="0" parTransId="{D2F733D4-1A83-452E-89F6-6C753120F6A7}" sibTransId="{EB2DEFFB-ED0F-48B1-8D5A-D151AED194B0}"/>
    <dgm:cxn modelId="{B3A46D8D-7384-40BF-B47E-BEA9E1B184EA}" type="presOf" srcId="{13F0CB78-5EF5-458C-B9DA-A974602078DC}" destId="{201C66E2-7591-4C0A-A400-CCB037A31946}" srcOrd="0" destOrd="0" presId="urn:microsoft.com/office/officeart/2005/8/layout/list1"/>
    <dgm:cxn modelId="{D070CF90-2F40-44B5-89D1-FDAFA34152C9}" type="presOf" srcId="{E551CC44-88A2-4D04-A30F-38E24EA5EFAF}" destId="{336622A3-13E9-4B7D-8B5C-C9AF6BF500F5}" srcOrd="0" destOrd="0" presId="urn:microsoft.com/office/officeart/2005/8/layout/list1"/>
    <dgm:cxn modelId="{CE7E6098-58A1-4DE3-A173-E07A8758B10F}" srcId="{13F0CB78-5EF5-458C-B9DA-A974602078DC}" destId="{13B53833-A2F1-45F8-9F3A-7204796A6D13}" srcOrd="2" destOrd="0" parTransId="{9E142DE2-5C85-4E53-B057-43F1B9CDFCCF}" sibTransId="{9AA8A517-F035-4D7F-8C30-23DFE580E7A0}"/>
    <dgm:cxn modelId="{8215419F-07B9-4230-89DE-E95CEC5BE6D5}" type="presOf" srcId="{836CF712-164A-4024-A741-53A8599D55CE}" destId="{2AF10958-1DF2-4688-8BC9-106588C830A9}" srcOrd="0" destOrd="0" presId="urn:microsoft.com/office/officeart/2005/8/layout/list1"/>
    <dgm:cxn modelId="{F96728A5-AD75-4F9D-A887-284C2F714F8D}" type="presOf" srcId="{8FA9B188-16E0-4C02-9560-4B1673480915}" destId="{29215C30-DA82-41AA-8904-DC9968A4A792}" srcOrd="0" destOrd="0" presId="urn:microsoft.com/office/officeart/2005/8/layout/list1"/>
    <dgm:cxn modelId="{4B78C9A8-3F40-42F2-B4C8-329CF6BCA231}" srcId="{26C71B16-1701-4BEE-8F77-493528C9BE99}" destId="{5928C684-7AEA-4314-91FC-83AE90ED1EC4}" srcOrd="1" destOrd="0" parTransId="{F3F5F4BE-FF86-4682-BC17-51B8806E33E1}" sibTransId="{78AAF316-36AE-4313-9664-EF27BA1C080D}"/>
    <dgm:cxn modelId="{D5D3E9AD-C80D-484C-A727-936D973A7DBE}" type="presOf" srcId="{2B59D85E-CA18-4061-8750-6358AEF72086}" destId="{FB746190-3065-4B06-962C-DCAC3D8196CD}" srcOrd="0" destOrd="0" presId="urn:microsoft.com/office/officeart/2005/8/layout/list1"/>
    <dgm:cxn modelId="{4293C3BC-8FE7-475E-B079-268692E69C72}" srcId="{6E71E1AF-44C5-4475-9869-19040E586BED}" destId="{2027E8EA-051C-4E19-BB70-F9AA7182E54E}" srcOrd="1" destOrd="0" parTransId="{A39F929D-3000-4002-9DD0-0871177710A5}" sibTransId="{A4CC0CE1-AA45-4364-834B-03F4875D1386}"/>
    <dgm:cxn modelId="{C37C4AC1-0A24-460D-92D1-C0EF8F46531F}" type="presOf" srcId="{5928C684-7AEA-4314-91FC-83AE90ED1EC4}" destId="{29215C30-DA82-41AA-8904-DC9968A4A792}" srcOrd="0" destOrd="1" presId="urn:microsoft.com/office/officeart/2005/8/layout/list1"/>
    <dgm:cxn modelId="{A51E1CC5-CFED-455F-91F4-FFA4DB8D0910}" type="presOf" srcId="{6E71E1AF-44C5-4475-9869-19040E586BED}" destId="{2C3516E4-8FF3-4E23-86BA-A5FD07B53DE0}" srcOrd="0" destOrd="0" presId="urn:microsoft.com/office/officeart/2005/8/layout/list1"/>
    <dgm:cxn modelId="{471F32E1-F257-43ED-BEBF-7D5897761B57}" type="presOf" srcId="{9327C894-F90B-48D3-B23B-6C36D4B94D19}" destId="{E5AFF5FC-A131-4C25-8A32-6AD45D616194}" srcOrd="0" destOrd="0" presId="urn:microsoft.com/office/officeart/2005/8/layout/list1"/>
    <dgm:cxn modelId="{4F8C61E7-97E8-4510-AD45-85805F172C4C}" srcId="{6F20A34F-4B5C-4F37-A0F0-A4992328A52D}" destId="{E551CC44-88A2-4D04-A30F-38E24EA5EFAF}" srcOrd="0" destOrd="0" parTransId="{73ECFB17-A9AB-4FEF-9FFF-46CC24840D7A}" sibTransId="{ED73C718-8139-4873-B1C9-2C1E8E678A89}"/>
    <dgm:cxn modelId="{9B873BEC-BE3F-4495-A2C4-097B4DFFF71D}" srcId="{13F0CB78-5EF5-458C-B9DA-A974602078DC}" destId="{6F20A34F-4B5C-4F37-A0F0-A4992328A52D}" srcOrd="1" destOrd="0" parTransId="{8FEFD608-BA82-486B-8FB3-53BA9B33E113}" sibTransId="{8BF049A2-A3D8-4A36-A1BB-B2574F23A746}"/>
    <dgm:cxn modelId="{FE2657F1-2C31-427A-BB0A-183E6B728243}" srcId="{13F0CB78-5EF5-458C-B9DA-A974602078DC}" destId="{6E71E1AF-44C5-4475-9869-19040E586BED}" srcOrd="4" destOrd="0" parTransId="{16BC8C04-5575-4BF9-A490-4BD0F64627ED}" sibTransId="{A670A9D8-58A9-4531-8E02-65246B7E7E10}"/>
    <dgm:cxn modelId="{2F7A3BFF-B765-48F4-9106-A2012D032064}" type="presOf" srcId="{6F20A34F-4B5C-4F37-A0F0-A4992328A52D}" destId="{184391FD-0001-45BF-8123-9A392E0F66E4}" srcOrd="1" destOrd="0" presId="urn:microsoft.com/office/officeart/2005/8/layout/list1"/>
    <dgm:cxn modelId="{56A54C65-D748-4B0E-9FDF-EC5F5513E2D5}" type="presParOf" srcId="{201C66E2-7591-4C0A-A400-CCB037A31946}" destId="{9ED431D0-C99E-43EA-8357-A068DBC05E0B}" srcOrd="0" destOrd="0" presId="urn:microsoft.com/office/officeart/2005/8/layout/list1"/>
    <dgm:cxn modelId="{BEFCA8DE-CFB5-4099-A4C4-51752ED7221B}" type="presParOf" srcId="{9ED431D0-C99E-43EA-8357-A068DBC05E0B}" destId="{40BAA21E-4B29-4C2D-8E2A-7324851A39F1}" srcOrd="0" destOrd="0" presId="urn:microsoft.com/office/officeart/2005/8/layout/list1"/>
    <dgm:cxn modelId="{5E86C45C-2D6F-45B0-8799-A893E147E4B1}" type="presParOf" srcId="{9ED431D0-C99E-43EA-8357-A068DBC05E0B}" destId="{C6D4B2C2-D31C-44AE-970F-7C88E2F70709}" srcOrd="1" destOrd="0" presId="urn:microsoft.com/office/officeart/2005/8/layout/list1"/>
    <dgm:cxn modelId="{C3BD19A8-7D13-4BA6-AA5A-761A2AC4E9B8}" type="presParOf" srcId="{201C66E2-7591-4C0A-A400-CCB037A31946}" destId="{2BC43CCA-B690-430C-BB76-1A8CE2D77657}" srcOrd="1" destOrd="0" presId="urn:microsoft.com/office/officeart/2005/8/layout/list1"/>
    <dgm:cxn modelId="{D87B21F3-01E0-49FC-9EBF-38EB34B24DF8}" type="presParOf" srcId="{201C66E2-7591-4C0A-A400-CCB037A31946}" destId="{29215C30-DA82-41AA-8904-DC9968A4A792}" srcOrd="2" destOrd="0" presId="urn:microsoft.com/office/officeart/2005/8/layout/list1"/>
    <dgm:cxn modelId="{B51E0861-C79F-48EB-89EC-7E7921E508E8}" type="presParOf" srcId="{201C66E2-7591-4C0A-A400-CCB037A31946}" destId="{0F182BAC-489F-4B07-A659-CDEA4536A61C}" srcOrd="3" destOrd="0" presId="urn:microsoft.com/office/officeart/2005/8/layout/list1"/>
    <dgm:cxn modelId="{5499F9FD-13D2-4BFD-8167-1E4FFE5DCDAB}" type="presParOf" srcId="{201C66E2-7591-4C0A-A400-CCB037A31946}" destId="{A475A94E-2CED-4950-B1FA-28C20F96C74D}" srcOrd="4" destOrd="0" presId="urn:microsoft.com/office/officeart/2005/8/layout/list1"/>
    <dgm:cxn modelId="{0B866A7E-7C5B-4CD9-B9CB-6CD06E48CB2B}" type="presParOf" srcId="{A475A94E-2CED-4950-B1FA-28C20F96C74D}" destId="{776D31E9-6A70-4766-961C-3352EC548E21}" srcOrd="0" destOrd="0" presId="urn:microsoft.com/office/officeart/2005/8/layout/list1"/>
    <dgm:cxn modelId="{CE22883B-9799-4DD4-AE8D-CABA1F56F805}" type="presParOf" srcId="{A475A94E-2CED-4950-B1FA-28C20F96C74D}" destId="{184391FD-0001-45BF-8123-9A392E0F66E4}" srcOrd="1" destOrd="0" presId="urn:microsoft.com/office/officeart/2005/8/layout/list1"/>
    <dgm:cxn modelId="{C2C04F26-BACD-403D-B5FC-9E746F382470}" type="presParOf" srcId="{201C66E2-7591-4C0A-A400-CCB037A31946}" destId="{B4F2C9E8-1E3F-448A-B3CF-9E6F7ED4E7F7}" srcOrd="5" destOrd="0" presId="urn:microsoft.com/office/officeart/2005/8/layout/list1"/>
    <dgm:cxn modelId="{DC723967-96D6-4250-8928-33BFB8732BD4}" type="presParOf" srcId="{201C66E2-7591-4C0A-A400-CCB037A31946}" destId="{336622A3-13E9-4B7D-8B5C-C9AF6BF500F5}" srcOrd="6" destOrd="0" presId="urn:microsoft.com/office/officeart/2005/8/layout/list1"/>
    <dgm:cxn modelId="{11F443A1-04D6-404F-AE4D-16AF61C63CBD}" type="presParOf" srcId="{201C66E2-7591-4C0A-A400-CCB037A31946}" destId="{E49E92CD-C547-480E-BCC9-E91405767550}" srcOrd="7" destOrd="0" presId="urn:microsoft.com/office/officeart/2005/8/layout/list1"/>
    <dgm:cxn modelId="{D019A766-71CE-48FD-956C-92FA91D00E81}" type="presParOf" srcId="{201C66E2-7591-4C0A-A400-CCB037A31946}" destId="{877DE36E-FEB4-4685-BF71-73021801EFDA}" srcOrd="8" destOrd="0" presId="urn:microsoft.com/office/officeart/2005/8/layout/list1"/>
    <dgm:cxn modelId="{25ABCD86-F1FB-44B6-8E79-0BE155448873}" type="presParOf" srcId="{877DE36E-FEB4-4685-BF71-73021801EFDA}" destId="{94672093-F9A4-421E-BE82-C677816FB716}" srcOrd="0" destOrd="0" presId="urn:microsoft.com/office/officeart/2005/8/layout/list1"/>
    <dgm:cxn modelId="{8F3D820E-E845-426D-8102-3CC549CBEB99}" type="presParOf" srcId="{877DE36E-FEB4-4685-BF71-73021801EFDA}" destId="{E3EE28B9-CED6-43BD-996E-72B3650165D2}" srcOrd="1" destOrd="0" presId="urn:microsoft.com/office/officeart/2005/8/layout/list1"/>
    <dgm:cxn modelId="{23E95A88-5859-4977-90DF-FCA2FF4D861B}" type="presParOf" srcId="{201C66E2-7591-4C0A-A400-CCB037A31946}" destId="{ACF8AC25-561C-4F7D-9862-1FB72E331532}" srcOrd="9" destOrd="0" presId="urn:microsoft.com/office/officeart/2005/8/layout/list1"/>
    <dgm:cxn modelId="{69811678-CA95-4798-90D6-49B155FAA287}" type="presParOf" srcId="{201C66E2-7591-4C0A-A400-CCB037A31946}" destId="{40AE676C-4FCC-4986-8638-ED1D0576957E}" srcOrd="10" destOrd="0" presId="urn:microsoft.com/office/officeart/2005/8/layout/list1"/>
    <dgm:cxn modelId="{7A1DA9E1-1F4A-4BFB-A1A2-A100FF6B64BB}" type="presParOf" srcId="{201C66E2-7591-4C0A-A400-CCB037A31946}" destId="{8E840DEA-6AE5-4063-ACDD-88804ED35D26}" srcOrd="11" destOrd="0" presId="urn:microsoft.com/office/officeart/2005/8/layout/list1"/>
    <dgm:cxn modelId="{D66C5569-8839-4EEC-98BE-0152FA983E1D}" type="presParOf" srcId="{201C66E2-7591-4C0A-A400-CCB037A31946}" destId="{137C77DE-EB1E-46AD-BEF8-5EDDA17E645D}" srcOrd="12" destOrd="0" presId="urn:microsoft.com/office/officeart/2005/8/layout/list1"/>
    <dgm:cxn modelId="{B232F694-C6FF-46E3-83B8-DB412C720E2D}" type="presParOf" srcId="{137C77DE-EB1E-46AD-BEF8-5EDDA17E645D}" destId="{2AF10958-1DF2-4688-8BC9-106588C830A9}" srcOrd="0" destOrd="0" presId="urn:microsoft.com/office/officeart/2005/8/layout/list1"/>
    <dgm:cxn modelId="{756CF0B1-CD97-4621-A55C-4F4B63266B13}" type="presParOf" srcId="{137C77DE-EB1E-46AD-BEF8-5EDDA17E645D}" destId="{8A336C0D-807D-4BA8-AE1F-342EEB8F91F9}" srcOrd="1" destOrd="0" presId="urn:microsoft.com/office/officeart/2005/8/layout/list1"/>
    <dgm:cxn modelId="{E048BAC3-FD42-4144-AEE1-3C7A64BE7A9F}" type="presParOf" srcId="{201C66E2-7591-4C0A-A400-CCB037A31946}" destId="{9041E926-A80B-41B9-95CC-AE3BE42A1359}" srcOrd="13" destOrd="0" presId="urn:microsoft.com/office/officeart/2005/8/layout/list1"/>
    <dgm:cxn modelId="{8DD5A2D9-FBD2-498D-99A4-2FF811441B41}" type="presParOf" srcId="{201C66E2-7591-4C0A-A400-CCB037A31946}" destId="{FB746190-3065-4B06-962C-DCAC3D8196CD}" srcOrd="14" destOrd="0" presId="urn:microsoft.com/office/officeart/2005/8/layout/list1"/>
    <dgm:cxn modelId="{FF08227D-6CC9-4476-81F0-9652F91F59EA}" type="presParOf" srcId="{201C66E2-7591-4C0A-A400-CCB037A31946}" destId="{78125773-5374-44C6-8CDC-8F2FC5A2A910}" srcOrd="15" destOrd="0" presId="urn:microsoft.com/office/officeart/2005/8/layout/list1"/>
    <dgm:cxn modelId="{C3567DD1-81C5-4685-BEE8-574ED10BB87F}" type="presParOf" srcId="{201C66E2-7591-4C0A-A400-CCB037A31946}" destId="{EE94391D-20A4-4956-A395-B0318C6BD052}" srcOrd="16" destOrd="0" presId="urn:microsoft.com/office/officeart/2005/8/layout/list1"/>
    <dgm:cxn modelId="{BDD2EF7B-E797-4CD9-8121-5F60EEF36A83}" type="presParOf" srcId="{EE94391D-20A4-4956-A395-B0318C6BD052}" destId="{2C3516E4-8FF3-4E23-86BA-A5FD07B53DE0}" srcOrd="0" destOrd="0" presId="urn:microsoft.com/office/officeart/2005/8/layout/list1"/>
    <dgm:cxn modelId="{F60CC0F6-CB38-4970-A725-45E650DFDF06}" type="presParOf" srcId="{EE94391D-20A4-4956-A395-B0318C6BD052}" destId="{5BD8E3E0-0E47-4E65-8F12-277952AC4066}" srcOrd="1" destOrd="0" presId="urn:microsoft.com/office/officeart/2005/8/layout/list1"/>
    <dgm:cxn modelId="{35C93C26-B07A-4AB1-A770-F4968E213431}" type="presParOf" srcId="{201C66E2-7591-4C0A-A400-CCB037A31946}" destId="{2116FA92-6418-4132-A7C8-80382F05126C}" srcOrd="17" destOrd="0" presId="urn:microsoft.com/office/officeart/2005/8/layout/list1"/>
    <dgm:cxn modelId="{7DB2939A-F341-461F-8124-53047118A4CC}" type="presParOf" srcId="{201C66E2-7591-4C0A-A400-CCB037A31946}" destId="{E5AFF5FC-A131-4C25-8A32-6AD45D61619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F0CB78-5EF5-458C-B9DA-A974602078DC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6C71B16-1701-4BEE-8F77-493528C9BE99}">
      <dgm:prSet/>
      <dgm:spPr/>
      <dgm:t>
        <a:bodyPr/>
        <a:lstStyle/>
        <a:p>
          <a:r>
            <a:rPr lang="en-AU" dirty="0"/>
            <a:t>Greater Than ( &gt; )</a:t>
          </a:r>
          <a:endParaRPr lang="en-US" dirty="0"/>
        </a:p>
      </dgm:t>
    </dgm:pt>
    <dgm:pt modelId="{3568557B-EAAE-4164-A0E6-82A19E3F91E2}" type="parTrans" cxnId="{3ADC376C-FF52-4583-9584-E52DF342780A}">
      <dgm:prSet/>
      <dgm:spPr/>
      <dgm:t>
        <a:bodyPr/>
        <a:lstStyle/>
        <a:p>
          <a:endParaRPr lang="en-US"/>
        </a:p>
      </dgm:t>
    </dgm:pt>
    <dgm:pt modelId="{E51885A1-1428-4ED5-9717-65BCA769A666}" type="sibTrans" cxnId="{3ADC376C-FF52-4583-9584-E52DF342780A}">
      <dgm:prSet/>
      <dgm:spPr/>
      <dgm:t>
        <a:bodyPr/>
        <a:lstStyle/>
        <a:p>
          <a:endParaRPr lang="en-US"/>
        </a:p>
      </dgm:t>
    </dgm:pt>
    <dgm:pt modelId="{6F20A34F-4B5C-4F37-A0F0-A4992328A52D}">
      <dgm:prSet/>
      <dgm:spPr/>
      <dgm:t>
        <a:bodyPr/>
        <a:lstStyle/>
        <a:p>
          <a:r>
            <a:rPr lang="en-AU" dirty="0"/>
            <a:t>Less Than ( &lt; )</a:t>
          </a:r>
          <a:endParaRPr lang="en-US" dirty="0"/>
        </a:p>
      </dgm:t>
    </dgm:pt>
    <dgm:pt modelId="{8FEFD608-BA82-486B-8FB3-53BA9B33E113}" type="parTrans" cxnId="{9B873BEC-BE3F-4495-A2C4-097B4DFFF71D}">
      <dgm:prSet/>
      <dgm:spPr/>
      <dgm:t>
        <a:bodyPr/>
        <a:lstStyle/>
        <a:p>
          <a:endParaRPr lang="en-US"/>
        </a:p>
      </dgm:t>
    </dgm:pt>
    <dgm:pt modelId="{8BF049A2-A3D8-4A36-A1BB-B2574F23A746}" type="sibTrans" cxnId="{9B873BEC-BE3F-4495-A2C4-097B4DFFF71D}">
      <dgm:prSet/>
      <dgm:spPr/>
      <dgm:t>
        <a:bodyPr/>
        <a:lstStyle/>
        <a:p>
          <a:endParaRPr lang="en-US"/>
        </a:p>
      </dgm:t>
    </dgm:pt>
    <dgm:pt modelId="{13B53833-A2F1-45F8-9F3A-7204796A6D13}">
      <dgm:prSet/>
      <dgm:spPr/>
      <dgm:t>
        <a:bodyPr/>
        <a:lstStyle/>
        <a:p>
          <a:r>
            <a:rPr lang="en-AU" dirty="0"/>
            <a:t>Equal To ( == )</a:t>
          </a:r>
          <a:endParaRPr lang="en-US" dirty="0"/>
        </a:p>
      </dgm:t>
    </dgm:pt>
    <dgm:pt modelId="{9E142DE2-5C85-4E53-B057-43F1B9CDFCCF}" type="parTrans" cxnId="{CE7E6098-58A1-4DE3-A173-E07A8758B10F}">
      <dgm:prSet/>
      <dgm:spPr/>
      <dgm:t>
        <a:bodyPr/>
        <a:lstStyle/>
        <a:p>
          <a:endParaRPr lang="en-US"/>
        </a:p>
      </dgm:t>
    </dgm:pt>
    <dgm:pt modelId="{9AA8A517-F035-4D7F-8C30-23DFE580E7A0}" type="sibTrans" cxnId="{CE7E6098-58A1-4DE3-A173-E07A8758B10F}">
      <dgm:prSet/>
      <dgm:spPr/>
      <dgm:t>
        <a:bodyPr/>
        <a:lstStyle/>
        <a:p>
          <a:endParaRPr lang="en-US"/>
        </a:p>
      </dgm:t>
    </dgm:pt>
    <dgm:pt modelId="{836CF712-164A-4024-A741-53A8599D55CE}">
      <dgm:prSet/>
      <dgm:spPr/>
      <dgm:t>
        <a:bodyPr/>
        <a:lstStyle/>
        <a:p>
          <a:r>
            <a:rPr lang="en-AU" dirty="0"/>
            <a:t>Less than or equal to ( &lt;= )</a:t>
          </a:r>
          <a:endParaRPr lang="en-US" dirty="0"/>
        </a:p>
      </dgm:t>
    </dgm:pt>
    <dgm:pt modelId="{BD155587-5F0E-468F-8C80-875A61139905}" type="parTrans" cxnId="{47E34E25-7961-4D8F-94C6-D7BF59F80125}">
      <dgm:prSet/>
      <dgm:spPr/>
      <dgm:t>
        <a:bodyPr/>
        <a:lstStyle/>
        <a:p>
          <a:endParaRPr lang="en-US"/>
        </a:p>
      </dgm:t>
    </dgm:pt>
    <dgm:pt modelId="{CBAE5B2D-6378-4077-A254-B7F06F87F4BE}" type="sibTrans" cxnId="{47E34E25-7961-4D8F-94C6-D7BF59F80125}">
      <dgm:prSet/>
      <dgm:spPr/>
      <dgm:t>
        <a:bodyPr/>
        <a:lstStyle/>
        <a:p>
          <a:endParaRPr lang="en-US"/>
        </a:p>
      </dgm:t>
    </dgm:pt>
    <dgm:pt modelId="{6E71E1AF-44C5-4475-9869-19040E586BED}">
      <dgm:prSet/>
      <dgm:spPr/>
      <dgm:t>
        <a:bodyPr/>
        <a:lstStyle/>
        <a:p>
          <a:r>
            <a:rPr lang="en-US" dirty="0"/>
            <a:t>Greater Than or Equal To ( &gt;= )</a:t>
          </a:r>
        </a:p>
      </dgm:t>
    </dgm:pt>
    <dgm:pt modelId="{16BC8C04-5575-4BF9-A490-4BD0F64627ED}" type="parTrans" cxnId="{FE2657F1-2C31-427A-BB0A-183E6B728243}">
      <dgm:prSet/>
      <dgm:spPr/>
      <dgm:t>
        <a:bodyPr/>
        <a:lstStyle/>
        <a:p>
          <a:endParaRPr lang="en-US"/>
        </a:p>
      </dgm:t>
    </dgm:pt>
    <dgm:pt modelId="{A670A9D8-58A9-4531-8E02-65246B7E7E10}" type="sibTrans" cxnId="{FE2657F1-2C31-427A-BB0A-183E6B728243}">
      <dgm:prSet/>
      <dgm:spPr/>
      <dgm:t>
        <a:bodyPr/>
        <a:lstStyle/>
        <a:p>
          <a:endParaRPr lang="en-US"/>
        </a:p>
      </dgm:t>
    </dgm:pt>
    <dgm:pt modelId="{9327C894-F90B-48D3-B23B-6C36D4B94D19}">
      <dgm:prSet custT="1"/>
      <dgm:spPr/>
      <dgm:t>
        <a:bodyPr/>
        <a:lstStyle/>
        <a:p>
          <a:r>
            <a:rPr lang="en-AU" sz="1800" dirty="0"/>
            <a:t>(40 &gt;= 40)</a:t>
          </a:r>
          <a:endParaRPr lang="en-US" sz="1800" dirty="0"/>
        </a:p>
      </dgm:t>
    </dgm:pt>
    <dgm:pt modelId="{3277B338-9457-4365-BD86-32DF5DA32D34}" type="parTrans" cxnId="{13678883-FE68-468C-81FE-C9894BC9A83C}">
      <dgm:prSet/>
      <dgm:spPr/>
      <dgm:t>
        <a:bodyPr/>
        <a:lstStyle/>
        <a:p>
          <a:endParaRPr lang="en-US"/>
        </a:p>
      </dgm:t>
    </dgm:pt>
    <dgm:pt modelId="{DE37A953-3533-4D54-9BA3-BB174A7DEE9F}" type="sibTrans" cxnId="{13678883-FE68-468C-81FE-C9894BC9A83C}">
      <dgm:prSet/>
      <dgm:spPr/>
      <dgm:t>
        <a:bodyPr/>
        <a:lstStyle/>
        <a:p>
          <a:endParaRPr lang="en-US"/>
        </a:p>
      </dgm:t>
    </dgm:pt>
    <dgm:pt modelId="{03B2A816-04CD-476C-B6AD-6218177535DD}">
      <dgm:prSet/>
      <dgm:spPr/>
      <dgm:t>
        <a:bodyPr/>
        <a:lstStyle/>
        <a:p>
          <a:r>
            <a:rPr lang="en-US" dirty="0"/>
            <a:t>(5 &gt; 2)</a:t>
          </a:r>
        </a:p>
      </dgm:t>
    </dgm:pt>
    <dgm:pt modelId="{DDDBCF4F-9482-4E31-94FA-6A699C3A8FF3}" type="parTrans" cxnId="{69367A16-55D3-412E-8873-8725243AFAFA}">
      <dgm:prSet/>
      <dgm:spPr/>
      <dgm:t>
        <a:bodyPr/>
        <a:lstStyle/>
        <a:p>
          <a:endParaRPr lang="en-AU"/>
        </a:p>
      </dgm:t>
    </dgm:pt>
    <dgm:pt modelId="{7C873284-AE8B-47F9-A0D6-219456DF5D88}" type="sibTrans" cxnId="{69367A16-55D3-412E-8873-8725243AFAFA}">
      <dgm:prSet/>
      <dgm:spPr/>
      <dgm:t>
        <a:bodyPr/>
        <a:lstStyle/>
        <a:p>
          <a:endParaRPr lang="en-AU"/>
        </a:p>
      </dgm:t>
    </dgm:pt>
    <dgm:pt modelId="{AB27B434-3736-45CA-AE99-B7EB3157BFB8}">
      <dgm:prSet/>
      <dgm:spPr/>
      <dgm:t>
        <a:bodyPr/>
        <a:lstStyle/>
        <a:p>
          <a:r>
            <a:rPr lang="en-US" dirty="0"/>
            <a:t>(16 &lt; 9) </a:t>
          </a:r>
        </a:p>
      </dgm:t>
    </dgm:pt>
    <dgm:pt modelId="{0DAD9111-0488-4E80-A05B-AA30321748F2}" type="parTrans" cxnId="{EC94E973-4C46-4869-9827-9380D60B879B}">
      <dgm:prSet/>
      <dgm:spPr/>
      <dgm:t>
        <a:bodyPr/>
        <a:lstStyle/>
        <a:p>
          <a:endParaRPr lang="en-AU"/>
        </a:p>
      </dgm:t>
    </dgm:pt>
    <dgm:pt modelId="{C0EB6BA0-6EEE-4A69-B371-61D2F34C02BB}" type="sibTrans" cxnId="{EC94E973-4C46-4869-9827-9380D60B879B}">
      <dgm:prSet/>
      <dgm:spPr/>
      <dgm:t>
        <a:bodyPr/>
        <a:lstStyle/>
        <a:p>
          <a:endParaRPr lang="en-AU"/>
        </a:p>
      </dgm:t>
    </dgm:pt>
    <dgm:pt modelId="{82DC5B61-5C1C-493B-98EB-FF6162E4E9FF}">
      <dgm:prSet/>
      <dgm:spPr/>
      <dgm:t>
        <a:bodyPr/>
        <a:lstStyle/>
        <a:p>
          <a:r>
            <a:rPr lang="en-US" dirty="0"/>
            <a:t>(Deep Fried Chicken == Tasty)  </a:t>
          </a:r>
        </a:p>
      </dgm:t>
    </dgm:pt>
    <dgm:pt modelId="{A84D1908-AB5A-40C6-9A6C-65684F3012EF}" type="parTrans" cxnId="{B08B4984-B32B-45E1-A11E-410EBB8545FF}">
      <dgm:prSet/>
      <dgm:spPr/>
      <dgm:t>
        <a:bodyPr/>
        <a:lstStyle/>
        <a:p>
          <a:endParaRPr lang="en-AU"/>
        </a:p>
      </dgm:t>
    </dgm:pt>
    <dgm:pt modelId="{74683166-77FF-405C-89E1-2A5EBEFC5102}" type="sibTrans" cxnId="{B08B4984-B32B-45E1-A11E-410EBB8545FF}">
      <dgm:prSet/>
      <dgm:spPr/>
      <dgm:t>
        <a:bodyPr/>
        <a:lstStyle/>
        <a:p>
          <a:endParaRPr lang="en-AU"/>
        </a:p>
      </dgm:t>
    </dgm:pt>
    <dgm:pt modelId="{A87C1471-159A-4ED1-BAD8-CFB1E9BBA297}">
      <dgm:prSet/>
      <dgm:spPr/>
      <dgm:t>
        <a:bodyPr/>
        <a:lstStyle/>
        <a:p>
          <a:r>
            <a:rPr lang="en-US" dirty="0"/>
            <a:t> (25 &lt;= 50)</a:t>
          </a:r>
        </a:p>
      </dgm:t>
    </dgm:pt>
    <dgm:pt modelId="{AAF7BFC2-8753-4F8A-B16B-8E05AF0592D3}" type="parTrans" cxnId="{C2563865-DCCF-4526-A503-7BB72FBEE511}">
      <dgm:prSet/>
      <dgm:spPr/>
      <dgm:t>
        <a:bodyPr/>
        <a:lstStyle/>
        <a:p>
          <a:endParaRPr lang="en-AU"/>
        </a:p>
      </dgm:t>
    </dgm:pt>
    <dgm:pt modelId="{5F4EE5F1-FD9E-4794-95F0-0915D2E69048}" type="sibTrans" cxnId="{C2563865-DCCF-4526-A503-7BB72FBEE511}">
      <dgm:prSet/>
      <dgm:spPr/>
      <dgm:t>
        <a:bodyPr/>
        <a:lstStyle/>
        <a:p>
          <a:endParaRPr lang="en-AU"/>
        </a:p>
      </dgm:t>
    </dgm:pt>
    <dgm:pt modelId="{47BE0578-C8C9-4A31-ADB3-D986031AA837}">
      <dgm:prSet custT="1"/>
      <dgm:spPr/>
      <dgm:t>
        <a:bodyPr/>
        <a:lstStyle/>
        <a:p>
          <a:r>
            <a:rPr lang="en-US" sz="1800" dirty="0"/>
            <a:t>Not Equal To ( != )</a:t>
          </a:r>
        </a:p>
      </dgm:t>
    </dgm:pt>
    <dgm:pt modelId="{8F88FDE6-A610-4F9A-AC75-1ADEA7D25D89}" type="parTrans" cxnId="{B7E6149E-6582-4D87-A854-066BDA828B2A}">
      <dgm:prSet/>
      <dgm:spPr/>
      <dgm:t>
        <a:bodyPr/>
        <a:lstStyle/>
        <a:p>
          <a:endParaRPr lang="en-AU"/>
        </a:p>
      </dgm:t>
    </dgm:pt>
    <dgm:pt modelId="{75FE5E70-31AB-4FB5-BA32-E818A53FCEC9}" type="sibTrans" cxnId="{B7E6149E-6582-4D87-A854-066BDA828B2A}">
      <dgm:prSet/>
      <dgm:spPr/>
      <dgm:t>
        <a:bodyPr/>
        <a:lstStyle/>
        <a:p>
          <a:endParaRPr lang="en-AU"/>
        </a:p>
      </dgm:t>
    </dgm:pt>
    <dgm:pt modelId="{A21CF90B-CEC7-4800-848F-82AE31F6E3EE}">
      <dgm:prSet custT="1"/>
      <dgm:spPr/>
      <dgm:t>
        <a:bodyPr/>
        <a:lstStyle/>
        <a:p>
          <a:r>
            <a:rPr lang="en-US" sz="1800" dirty="0"/>
            <a:t>(100 / 2) != 50</a:t>
          </a:r>
        </a:p>
      </dgm:t>
    </dgm:pt>
    <dgm:pt modelId="{7B1010C9-4EEA-4BBD-9060-703A7787F0DC}" type="parTrans" cxnId="{7CA2A6BD-5399-4A2E-9331-9175B721F938}">
      <dgm:prSet/>
      <dgm:spPr/>
      <dgm:t>
        <a:bodyPr/>
        <a:lstStyle/>
        <a:p>
          <a:endParaRPr lang="en-AU"/>
        </a:p>
      </dgm:t>
    </dgm:pt>
    <dgm:pt modelId="{62E88613-501B-461A-B05A-AA62CCC67BDC}" type="sibTrans" cxnId="{7CA2A6BD-5399-4A2E-9331-9175B721F938}">
      <dgm:prSet/>
      <dgm:spPr/>
      <dgm:t>
        <a:bodyPr/>
        <a:lstStyle/>
        <a:p>
          <a:endParaRPr lang="en-AU"/>
        </a:p>
      </dgm:t>
    </dgm:pt>
    <dgm:pt modelId="{201C66E2-7591-4C0A-A400-CCB037A31946}" type="pres">
      <dgm:prSet presAssocID="{13F0CB78-5EF5-458C-B9DA-A974602078DC}" presName="linear" presStyleCnt="0">
        <dgm:presLayoutVars>
          <dgm:dir/>
          <dgm:animLvl val="lvl"/>
          <dgm:resizeHandles val="exact"/>
        </dgm:presLayoutVars>
      </dgm:prSet>
      <dgm:spPr/>
    </dgm:pt>
    <dgm:pt modelId="{9ED431D0-C99E-43EA-8357-A068DBC05E0B}" type="pres">
      <dgm:prSet presAssocID="{26C71B16-1701-4BEE-8F77-493528C9BE99}" presName="parentLin" presStyleCnt="0"/>
      <dgm:spPr/>
    </dgm:pt>
    <dgm:pt modelId="{40BAA21E-4B29-4C2D-8E2A-7324851A39F1}" type="pres">
      <dgm:prSet presAssocID="{26C71B16-1701-4BEE-8F77-493528C9BE99}" presName="parentLeftMargin" presStyleLbl="node1" presStyleIdx="0" presStyleCnt="6"/>
      <dgm:spPr/>
    </dgm:pt>
    <dgm:pt modelId="{C6D4B2C2-D31C-44AE-970F-7C88E2F70709}" type="pres">
      <dgm:prSet presAssocID="{26C71B16-1701-4BEE-8F77-493528C9BE9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BC43CCA-B690-430C-BB76-1A8CE2D77657}" type="pres">
      <dgm:prSet presAssocID="{26C71B16-1701-4BEE-8F77-493528C9BE99}" presName="negativeSpace" presStyleCnt="0"/>
      <dgm:spPr/>
    </dgm:pt>
    <dgm:pt modelId="{29215C30-DA82-41AA-8904-DC9968A4A792}" type="pres">
      <dgm:prSet presAssocID="{26C71B16-1701-4BEE-8F77-493528C9BE99}" presName="childText" presStyleLbl="conFgAcc1" presStyleIdx="0" presStyleCnt="6">
        <dgm:presLayoutVars>
          <dgm:bulletEnabled val="1"/>
        </dgm:presLayoutVars>
      </dgm:prSet>
      <dgm:spPr/>
    </dgm:pt>
    <dgm:pt modelId="{0F182BAC-489F-4B07-A659-CDEA4536A61C}" type="pres">
      <dgm:prSet presAssocID="{E51885A1-1428-4ED5-9717-65BCA769A666}" presName="spaceBetweenRectangles" presStyleCnt="0"/>
      <dgm:spPr/>
    </dgm:pt>
    <dgm:pt modelId="{A475A94E-2CED-4950-B1FA-28C20F96C74D}" type="pres">
      <dgm:prSet presAssocID="{6F20A34F-4B5C-4F37-A0F0-A4992328A52D}" presName="parentLin" presStyleCnt="0"/>
      <dgm:spPr/>
    </dgm:pt>
    <dgm:pt modelId="{776D31E9-6A70-4766-961C-3352EC548E21}" type="pres">
      <dgm:prSet presAssocID="{6F20A34F-4B5C-4F37-A0F0-A4992328A52D}" presName="parentLeftMargin" presStyleLbl="node1" presStyleIdx="0" presStyleCnt="6"/>
      <dgm:spPr/>
    </dgm:pt>
    <dgm:pt modelId="{184391FD-0001-45BF-8123-9A392E0F66E4}" type="pres">
      <dgm:prSet presAssocID="{6F20A34F-4B5C-4F37-A0F0-A4992328A52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4F2C9E8-1E3F-448A-B3CF-9E6F7ED4E7F7}" type="pres">
      <dgm:prSet presAssocID="{6F20A34F-4B5C-4F37-A0F0-A4992328A52D}" presName="negativeSpace" presStyleCnt="0"/>
      <dgm:spPr/>
    </dgm:pt>
    <dgm:pt modelId="{336622A3-13E9-4B7D-8B5C-C9AF6BF500F5}" type="pres">
      <dgm:prSet presAssocID="{6F20A34F-4B5C-4F37-A0F0-A4992328A52D}" presName="childText" presStyleLbl="conFgAcc1" presStyleIdx="1" presStyleCnt="6">
        <dgm:presLayoutVars>
          <dgm:bulletEnabled val="1"/>
        </dgm:presLayoutVars>
      </dgm:prSet>
      <dgm:spPr/>
    </dgm:pt>
    <dgm:pt modelId="{E49E92CD-C547-480E-BCC9-E91405767550}" type="pres">
      <dgm:prSet presAssocID="{8BF049A2-A3D8-4A36-A1BB-B2574F23A746}" presName="spaceBetweenRectangles" presStyleCnt="0"/>
      <dgm:spPr/>
    </dgm:pt>
    <dgm:pt modelId="{877DE36E-FEB4-4685-BF71-73021801EFDA}" type="pres">
      <dgm:prSet presAssocID="{13B53833-A2F1-45F8-9F3A-7204796A6D13}" presName="parentLin" presStyleCnt="0"/>
      <dgm:spPr/>
    </dgm:pt>
    <dgm:pt modelId="{94672093-F9A4-421E-BE82-C677816FB716}" type="pres">
      <dgm:prSet presAssocID="{13B53833-A2F1-45F8-9F3A-7204796A6D13}" presName="parentLeftMargin" presStyleLbl="node1" presStyleIdx="1" presStyleCnt="6"/>
      <dgm:spPr/>
    </dgm:pt>
    <dgm:pt modelId="{E3EE28B9-CED6-43BD-996E-72B3650165D2}" type="pres">
      <dgm:prSet presAssocID="{13B53833-A2F1-45F8-9F3A-7204796A6D1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CF8AC25-561C-4F7D-9862-1FB72E331532}" type="pres">
      <dgm:prSet presAssocID="{13B53833-A2F1-45F8-9F3A-7204796A6D13}" presName="negativeSpace" presStyleCnt="0"/>
      <dgm:spPr/>
    </dgm:pt>
    <dgm:pt modelId="{40AE676C-4FCC-4986-8638-ED1D0576957E}" type="pres">
      <dgm:prSet presAssocID="{13B53833-A2F1-45F8-9F3A-7204796A6D13}" presName="childText" presStyleLbl="conFgAcc1" presStyleIdx="2" presStyleCnt="6">
        <dgm:presLayoutVars>
          <dgm:bulletEnabled val="1"/>
        </dgm:presLayoutVars>
      </dgm:prSet>
      <dgm:spPr/>
    </dgm:pt>
    <dgm:pt modelId="{8E840DEA-6AE5-4063-ACDD-88804ED35D26}" type="pres">
      <dgm:prSet presAssocID="{9AA8A517-F035-4D7F-8C30-23DFE580E7A0}" presName="spaceBetweenRectangles" presStyleCnt="0"/>
      <dgm:spPr/>
    </dgm:pt>
    <dgm:pt modelId="{137C77DE-EB1E-46AD-BEF8-5EDDA17E645D}" type="pres">
      <dgm:prSet presAssocID="{836CF712-164A-4024-A741-53A8599D55CE}" presName="parentLin" presStyleCnt="0"/>
      <dgm:spPr/>
    </dgm:pt>
    <dgm:pt modelId="{2AF10958-1DF2-4688-8BC9-106588C830A9}" type="pres">
      <dgm:prSet presAssocID="{836CF712-164A-4024-A741-53A8599D55CE}" presName="parentLeftMargin" presStyleLbl="node1" presStyleIdx="2" presStyleCnt="6"/>
      <dgm:spPr/>
    </dgm:pt>
    <dgm:pt modelId="{8A336C0D-807D-4BA8-AE1F-342EEB8F91F9}" type="pres">
      <dgm:prSet presAssocID="{836CF712-164A-4024-A741-53A8599D55C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041E926-A80B-41B9-95CC-AE3BE42A1359}" type="pres">
      <dgm:prSet presAssocID="{836CF712-164A-4024-A741-53A8599D55CE}" presName="negativeSpace" presStyleCnt="0"/>
      <dgm:spPr/>
    </dgm:pt>
    <dgm:pt modelId="{FB746190-3065-4B06-962C-DCAC3D8196CD}" type="pres">
      <dgm:prSet presAssocID="{836CF712-164A-4024-A741-53A8599D55CE}" presName="childText" presStyleLbl="conFgAcc1" presStyleIdx="3" presStyleCnt="6">
        <dgm:presLayoutVars>
          <dgm:bulletEnabled val="1"/>
        </dgm:presLayoutVars>
      </dgm:prSet>
      <dgm:spPr/>
    </dgm:pt>
    <dgm:pt modelId="{78125773-5374-44C6-8CDC-8F2FC5A2A910}" type="pres">
      <dgm:prSet presAssocID="{CBAE5B2D-6378-4077-A254-B7F06F87F4BE}" presName="spaceBetweenRectangles" presStyleCnt="0"/>
      <dgm:spPr/>
    </dgm:pt>
    <dgm:pt modelId="{EE94391D-20A4-4956-A395-B0318C6BD052}" type="pres">
      <dgm:prSet presAssocID="{6E71E1AF-44C5-4475-9869-19040E586BED}" presName="parentLin" presStyleCnt="0"/>
      <dgm:spPr/>
    </dgm:pt>
    <dgm:pt modelId="{2C3516E4-8FF3-4E23-86BA-A5FD07B53DE0}" type="pres">
      <dgm:prSet presAssocID="{6E71E1AF-44C5-4475-9869-19040E586BED}" presName="parentLeftMargin" presStyleLbl="node1" presStyleIdx="3" presStyleCnt="6"/>
      <dgm:spPr/>
    </dgm:pt>
    <dgm:pt modelId="{5BD8E3E0-0E47-4E65-8F12-277952AC4066}" type="pres">
      <dgm:prSet presAssocID="{6E71E1AF-44C5-4475-9869-19040E586BE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116FA92-6418-4132-A7C8-80382F05126C}" type="pres">
      <dgm:prSet presAssocID="{6E71E1AF-44C5-4475-9869-19040E586BED}" presName="negativeSpace" presStyleCnt="0"/>
      <dgm:spPr/>
    </dgm:pt>
    <dgm:pt modelId="{E5AFF5FC-A131-4C25-8A32-6AD45D616194}" type="pres">
      <dgm:prSet presAssocID="{6E71E1AF-44C5-4475-9869-19040E586BED}" presName="childText" presStyleLbl="conFgAcc1" presStyleIdx="4" presStyleCnt="6">
        <dgm:presLayoutVars>
          <dgm:bulletEnabled val="1"/>
        </dgm:presLayoutVars>
      </dgm:prSet>
      <dgm:spPr/>
    </dgm:pt>
    <dgm:pt modelId="{67598B0F-9611-4E10-B57A-B753414110F2}" type="pres">
      <dgm:prSet presAssocID="{A670A9D8-58A9-4531-8E02-65246B7E7E10}" presName="spaceBetweenRectangles" presStyleCnt="0"/>
      <dgm:spPr/>
    </dgm:pt>
    <dgm:pt modelId="{61D43F93-C169-4B61-B788-A6617AF8B099}" type="pres">
      <dgm:prSet presAssocID="{47BE0578-C8C9-4A31-ADB3-D986031AA837}" presName="parentLin" presStyleCnt="0"/>
      <dgm:spPr/>
    </dgm:pt>
    <dgm:pt modelId="{78DFA0CB-D4E7-42CE-8C27-2DBF41F0F847}" type="pres">
      <dgm:prSet presAssocID="{47BE0578-C8C9-4A31-ADB3-D986031AA837}" presName="parentLeftMargin" presStyleLbl="node1" presStyleIdx="4" presStyleCnt="6"/>
      <dgm:spPr/>
    </dgm:pt>
    <dgm:pt modelId="{C1289E1C-8172-458F-BFD3-BBEDD0F9CF7E}" type="pres">
      <dgm:prSet presAssocID="{47BE0578-C8C9-4A31-ADB3-D986031AA837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9E214D4D-DBF8-4395-AE42-653E6D196875}" type="pres">
      <dgm:prSet presAssocID="{47BE0578-C8C9-4A31-ADB3-D986031AA837}" presName="negativeSpace" presStyleCnt="0"/>
      <dgm:spPr/>
    </dgm:pt>
    <dgm:pt modelId="{8D5A19D5-52B7-4BF9-A6FB-E63D7A7D4737}" type="pres">
      <dgm:prSet presAssocID="{47BE0578-C8C9-4A31-ADB3-D986031AA837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69367A16-55D3-412E-8873-8725243AFAFA}" srcId="{26C71B16-1701-4BEE-8F77-493528C9BE99}" destId="{03B2A816-04CD-476C-B6AD-6218177535DD}" srcOrd="0" destOrd="0" parTransId="{DDDBCF4F-9482-4E31-94FA-6A699C3A8FF3}" sibTransId="{7C873284-AE8B-47F9-A0D6-219456DF5D88}"/>
    <dgm:cxn modelId="{B7D1641A-2CC9-4966-9AE9-154BAB4D6FA2}" type="presOf" srcId="{13B53833-A2F1-45F8-9F3A-7204796A6D13}" destId="{94672093-F9A4-421E-BE82-C677816FB716}" srcOrd="0" destOrd="0" presId="urn:microsoft.com/office/officeart/2005/8/layout/list1"/>
    <dgm:cxn modelId="{33BEAA24-D365-4145-901C-3B12E58CF534}" type="presOf" srcId="{13B53833-A2F1-45F8-9F3A-7204796A6D13}" destId="{E3EE28B9-CED6-43BD-996E-72B3650165D2}" srcOrd="1" destOrd="0" presId="urn:microsoft.com/office/officeart/2005/8/layout/list1"/>
    <dgm:cxn modelId="{47E34E25-7961-4D8F-94C6-D7BF59F80125}" srcId="{13F0CB78-5EF5-458C-B9DA-A974602078DC}" destId="{836CF712-164A-4024-A741-53A8599D55CE}" srcOrd="3" destOrd="0" parTransId="{BD155587-5F0E-468F-8C80-875A61139905}" sibTransId="{CBAE5B2D-6378-4077-A254-B7F06F87F4BE}"/>
    <dgm:cxn modelId="{EAA4F433-A900-4B8E-A91F-C3EA5093012F}" type="presOf" srcId="{26C71B16-1701-4BEE-8F77-493528C9BE99}" destId="{C6D4B2C2-D31C-44AE-970F-7C88E2F70709}" srcOrd="1" destOrd="0" presId="urn:microsoft.com/office/officeart/2005/8/layout/list1"/>
    <dgm:cxn modelId="{AEC93D35-14BE-4D47-84F4-3FD2E32DE07D}" type="presOf" srcId="{6F20A34F-4B5C-4F37-A0F0-A4992328A52D}" destId="{776D31E9-6A70-4766-961C-3352EC548E21}" srcOrd="0" destOrd="0" presId="urn:microsoft.com/office/officeart/2005/8/layout/list1"/>
    <dgm:cxn modelId="{347AAD3C-B48F-4B08-BF85-ACB0C6B91C57}" type="presOf" srcId="{836CF712-164A-4024-A741-53A8599D55CE}" destId="{8A336C0D-807D-4BA8-AE1F-342EEB8F91F9}" srcOrd="1" destOrd="0" presId="urn:microsoft.com/office/officeart/2005/8/layout/list1"/>
    <dgm:cxn modelId="{C2563865-DCCF-4526-A503-7BB72FBEE511}" srcId="{836CF712-164A-4024-A741-53A8599D55CE}" destId="{A87C1471-159A-4ED1-BAD8-CFB1E9BBA297}" srcOrd="0" destOrd="0" parTransId="{AAF7BFC2-8753-4F8A-B16B-8E05AF0592D3}" sibTransId="{5F4EE5F1-FD9E-4794-95F0-0915D2E69048}"/>
    <dgm:cxn modelId="{310A7F67-019A-4337-8970-1D8B6F570C96}" type="presOf" srcId="{AB27B434-3736-45CA-AE99-B7EB3157BFB8}" destId="{336622A3-13E9-4B7D-8B5C-C9AF6BF500F5}" srcOrd="0" destOrd="0" presId="urn:microsoft.com/office/officeart/2005/8/layout/list1"/>
    <dgm:cxn modelId="{75C8E849-F5A3-4DC8-A40D-9AD9E28A234F}" type="presOf" srcId="{26C71B16-1701-4BEE-8F77-493528C9BE99}" destId="{40BAA21E-4B29-4C2D-8E2A-7324851A39F1}" srcOrd="0" destOrd="0" presId="urn:microsoft.com/office/officeart/2005/8/layout/list1"/>
    <dgm:cxn modelId="{3ADC376C-FF52-4583-9584-E52DF342780A}" srcId="{13F0CB78-5EF5-458C-B9DA-A974602078DC}" destId="{26C71B16-1701-4BEE-8F77-493528C9BE99}" srcOrd="0" destOrd="0" parTransId="{3568557B-EAAE-4164-A0E6-82A19E3F91E2}" sibTransId="{E51885A1-1428-4ED5-9717-65BCA769A666}"/>
    <dgm:cxn modelId="{00576E4E-4D18-49AB-B0CA-7AEA140B7330}" type="presOf" srcId="{6E71E1AF-44C5-4475-9869-19040E586BED}" destId="{5BD8E3E0-0E47-4E65-8F12-277952AC4066}" srcOrd="1" destOrd="0" presId="urn:microsoft.com/office/officeart/2005/8/layout/list1"/>
    <dgm:cxn modelId="{EC94E973-4C46-4869-9827-9380D60B879B}" srcId="{6F20A34F-4B5C-4F37-A0F0-A4992328A52D}" destId="{AB27B434-3736-45CA-AE99-B7EB3157BFB8}" srcOrd="0" destOrd="0" parTransId="{0DAD9111-0488-4E80-A05B-AA30321748F2}" sibTransId="{C0EB6BA0-6EEE-4A69-B371-61D2F34C02BB}"/>
    <dgm:cxn modelId="{DFE84975-FBEA-48C8-92D4-B128E3940221}" type="presOf" srcId="{47BE0578-C8C9-4A31-ADB3-D986031AA837}" destId="{C1289E1C-8172-458F-BFD3-BBEDD0F9CF7E}" srcOrd="1" destOrd="0" presId="urn:microsoft.com/office/officeart/2005/8/layout/list1"/>
    <dgm:cxn modelId="{13678883-FE68-468C-81FE-C9894BC9A83C}" srcId="{6E71E1AF-44C5-4475-9869-19040E586BED}" destId="{9327C894-F90B-48D3-B23B-6C36D4B94D19}" srcOrd="0" destOrd="0" parTransId="{3277B338-9457-4365-BD86-32DF5DA32D34}" sibTransId="{DE37A953-3533-4D54-9BA3-BB174A7DEE9F}"/>
    <dgm:cxn modelId="{B08B4984-B32B-45E1-A11E-410EBB8545FF}" srcId="{13B53833-A2F1-45F8-9F3A-7204796A6D13}" destId="{82DC5B61-5C1C-493B-98EB-FF6162E4E9FF}" srcOrd="0" destOrd="0" parTransId="{A84D1908-AB5A-40C6-9A6C-65684F3012EF}" sibTransId="{74683166-77FF-405C-89E1-2A5EBEFC5102}"/>
    <dgm:cxn modelId="{B3A46D8D-7384-40BF-B47E-BEA9E1B184EA}" type="presOf" srcId="{13F0CB78-5EF5-458C-B9DA-A974602078DC}" destId="{201C66E2-7591-4C0A-A400-CCB037A31946}" srcOrd="0" destOrd="0" presId="urn:microsoft.com/office/officeart/2005/8/layout/list1"/>
    <dgm:cxn modelId="{4EE44C91-45AD-4A15-9910-A6EA664F5F40}" type="presOf" srcId="{03B2A816-04CD-476C-B6AD-6218177535DD}" destId="{29215C30-DA82-41AA-8904-DC9968A4A792}" srcOrd="0" destOrd="0" presId="urn:microsoft.com/office/officeart/2005/8/layout/list1"/>
    <dgm:cxn modelId="{926C9B95-0E22-42B9-AA86-3E04F9B8E194}" type="presOf" srcId="{A21CF90B-CEC7-4800-848F-82AE31F6E3EE}" destId="{8D5A19D5-52B7-4BF9-A6FB-E63D7A7D4737}" srcOrd="0" destOrd="0" presId="urn:microsoft.com/office/officeart/2005/8/layout/list1"/>
    <dgm:cxn modelId="{CE7E6098-58A1-4DE3-A173-E07A8758B10F}" srcId="{13F0CB78-5EF5-458C-B9DA-A974602078DC}" destId="{13B53833-A2F1-45F8-9F3A-7204796A6D13}" srcOrd="2" destOrd="0" parTransId="{9E142DE2-5C85-4E53-B057-43F1B9CDFCCF}" sibTransId="{9AA8A517-F035-4D7F-8C30-23DFE580E7A0}"/>
    <dgm:cxn modelId="{B7E6149E-6582-4D87-A854-066BDA828B2A}" srcId="{13F0CB78-5EF5-458C-B9DA-A974602078DC}" destId="{47BE0578-C8C9-4A31-ADB3-D986031AA837}" srcOrd="5" destOrd="0" parTransId="{8F88FDE6-A610-4F9A-AC75-1ADEA7D25D89}" sibTransId="{75FE5E70-31AB-4FB5-BA32-E818A53FCEC9}"/>
    <dgm:cxn modelId="{8215419F-07B9-4230-89DE-E95CEC5BE6D5}" type="presOf" srcId="{836CF712-164A-4024-A741-53A8599D55CE}" destId="{2AF10958-1DF2-4688-8BC9-106588C830A9}" srcOrd="0" destOrd="0" presId="urn:microsoft.com/office/officeart/2005/8/layout/list1"/>
    <dgm:cxn modelId="{E0FDE1A5-832D-4958-8591-17493FE355D4}" type="presOf" srcId="{82DC5B61-5C1C-493B-98EB-FF6162E4E9FF}" destId="{40AE676C-4FCC-4986-8638-ED1D0576957E}" srcOrd="0" destOrd="0" presId="urn:microsoft.com/office/officeart/2005/8/layout/list1"/>
    <dgm:cxn modelId="{E843FCBA-C657-485B-BF1B-AE5F77CCB971}" type="presOf" srcId="{A87C1471-159A-4ED1-BAD8-CFB1E9BBA297}" destId="{FB746190-3065-4B06-962C-DCAC3D8196CD}" srcOrd="0" destOrd="0" presId="urn:microsoft.com/office/officeart/2005/8/layout/list1"/>
    <dgm:cxn modelId="{7CA2A6BD-5399-4A2E-9331-9175B721F938}" srcId="{47BE0578-C8C9-4A31-ADB3-D986031AA837}" destId="{A21CF90B-CEC7-4800-848F-82AE31F6E3EE}" srcOrd="0" destOrd="0" parTransId="{7B1010C9-4EEA-4BBD-9060-703A7787F0DC}" sibTransId="{62E88613-501B-461A-B05A-AA62CCC67BDC}"/>
    <dgm:cxn modelId="{A51E1CC5-CFED-455F-91F4-FFA4DB8D0910}" type="presOf" srcId="{6E71E1AF-44C5-4475-9869-19040E586BED}" destId="{2C3516E4-8FF3-4E23-86BA-A5FD07B53DE0}" srcOrd="0" destOrd="0" presId="urn:microsoft.com/office/officeart/2005/8/layout/list1"/>
    <dgm:cxn modelId="{471F32E1-F257-43ED-BEBF-7D5897761B57}" type="presOf" srcId="{9327C894-F90B-48D3-B23B-6C36D4B94D19}" destId="{E5AFF5FC-A131-4C25-8A32-6AD45D616194}" srcOrd="0" destOrd="0" presId="urn:microsoft.com/office/officeart/2005/8/layout/list1"/>
    <dgm:cxn modelId="{9B873BEC-BE3F-4495-A2C4-097B4DFFF71D}" srcId="{13F0CB78-5EF5-458C-B9DA-A974602078DC}" destId="{6F20A34F-4B5C-4F37-A0F0-A4992328A52D}" srcOrd="1" destOrd="0" parTransId="{8FEFD608-BA82-486B-8FB3-53BA9B33E113}" sibTransId="{8BF049A2-A3D8-4A36-A1BB-B2574F23A746}"/>
    <dgm:cxn modelId="{FE2657F1-2C31-427A-BB0A-183E6B728243}" srcId="{13F0CB78-5EF5-458C-B9DA-A974602078DC}" destId="{6E71E1AF-44C5-4475-9869-19040E586BED}" srcOrd="4" destOrd="0" parTransId="{16BC8C04-5575-4BF9-A490-4BD0F64627ED}" sibTransId="{A670A9D8-58A9-4531-8E02-65246B7E7E10}"/>
    <dgm:cxn modelId="{1617C3FD-F72E-46DE-86C9-0022C3FC67D9}" type="presOf" srcId="{47BE0578-C8C9-4A31-ADB3-D986031AA837}" destId="{78DFA0CB-D4E7-42CE-8C27-2DBF41F0F847}" srcOrd="0" destOrd="0" presId="urn:microsoft.com/office/officeart/2005/8/layout/list1"/>
    <dgm:cxn modelId="{2F7A3BFF-B765-48F4-9106-A2012D032064}" type="presOf" srcId="{6F20A34F-4B5C-4F37-A0F0-A4992328A52D}" destId="{184391FD-0001-45BF-8123-9A392E0F66E4}" srcOrd="1" destOrd="0" presId="urn:microsoft.com/office/officeart/2005/8/layout/list1"/>
    <dgm:cxn modelId="{56A54C65-D748-4B0E-9FDF-EC5F5513E2D5}" type="presParOf" srcId="{201C66E2-7591-4C0A-A400-CCB037A31946}" destId="{9ED431D0-C99E-43EA-8357-A068DBC05E0B}" srcOrd="0" destOrd="0" presId="urn:microsoft.com/office/officeart/2005/8/layout/list1"/>
    <dgm:cxn modelId="{BEFCA8DE-CFB5-4099-A4C4-51752ED7221B}" type="presParOf" srcId="{9ED431D0-C99E-43EA-8357-A068DBC05E0B}" destId="{40BAA21E-4B29-4C2D-8E2A-7324851A39F1}" srcOrd="0" destOrd="0" presId="urn:microsoft.com/office/officeart/2005/8/layout/list1"/>
    <dgm:cxn modelId="{5E86C45C-2D6F-45B0-8799-A893E147E4B1}" type="presParOf" srcId="{9ED431D0-C99E-43EA-8357-A068DBC05E0B}" destId="{C6D4B2C2-D31C-44AE-970F-7C88E2F70709}" srcOrd="1" destOrd="0" presId="urn:microsoft.com/office/officeart/2005/8/layout/list1"/>
    <dgm:cxn modelId="{C3BD19A8-7D13-4BA6-AA5A-761A2AC4E9B8}" type="presParOf" srcId="{201C66E2-7591-4C0A-A400-CCB037A31946}" destId="{2BC43CCA-B690-430C-BB76-1A8CE2D77657}" srcOrd="1" destOrd="0" presId="urn:microsoft.com/office/officeart/2005/8/layout/list1"/>
    <dgm:cxn modelId="{D87B21F3-01E0-49FC-9EBF-38EB34B24DF8}" type="presParOf" srcId="{201C66E2-7591-4C0A-A400-CCB037A31946}" destId="{29215C30-DA82-41AA-8904-DC9968A4A792}" srcOrd="2" destOrd="0" presId="urn:microsoft.com/office/officeart/2005/8/layout/list1"/>
    <dgm:cxn modelId="{B51E0861-C79F-48EB-89EC-7E7921E508E8}" type="presParOf" srcId="{201C66E2-7591-4C0A-A400-CCB037A31946}" destId="{0F182BAC-489F-4B07-A659-CDEA4536A61C}" srcOrd="3" destOrd="0" presId="urn:microsoft.com/office/officeart/2005/8/layout/list1"/>
    <dgm:cxn modelId="{5499F9FD-13D2-4BFD-8167-1E4FFE5DCDAB}" type="presParOf" srcId="{201C66E2-7591-4C0A-A400-CCB037A31946}" destId="{A475A94E-2CED-4950-B1FA-28C20F96C74D}" srcOrd="4" destOrd="0" presId="urn:microsoft.com/office/officeart/2005/8/layout/list1"/>
    <dgm:cxn modelId="{0B866A7E-7C5B-4CD9-B9CB-6CD06E48CB2B}" type="presParOf" srcId="{A475A94E-2CED-4950-B1FA-28C20F96C74D}" destId="{776D31E9-6A70-4766-961C-3352EC548E21}" srcOrd="0" destOrd="0" presId="urn:microsoft.com/office/officeart/2005/8/layout/list1"/>
    <dgm:cxn modelId="{CE22883B-9799-4DD4-AE8D-CABA1F56F805}" type="presParOf" srcId="{A475A94E-2CED-4950-B1FA-28C20F96C74D}" destId="{184391FD-0001-45BF-8123-9A392E0F66E4}" srcOrd="1" destOrd="0" presId="urn:microsoft.com/office/officeart/2005/8/layout/list1"/>
    <dgm:cxn modelId="{C2C04F26-BACD-403D-B5FC-9E746F382470}" type="presParOf" srcId="{201C66E2-7591-4C0A-A400-CCB037A31946}" destId="{B4F2C9E8-1E3F-448A-B3CF-9E6F7ED4E7F7}" srcOrd="5" destOrd="0" presId="urn:microsoft.com/office/officeart/2005/8/layout/list1"/>
    <dgm:cxn modelId="{DC723967-96D6-4250-8928-33BFB8732BD4}" type="presParOf" srcId="{201C66E2-7591-4C0A-A400-CCB037A31946}" destId="{336622A3-13E9-4B7D-8B5C-C9AF6BF500F5}" srcOrd="6" destOrd="0" presId="urn:microsoft.com/office/officeart/2005/8/layout/list1"/>
    <dgm:cxn modelId="{11F443A1-04D6-404F-AE4D-16AF61C63CBD}" type="presParOf" srcId="{201C66E2-7591-4C0A-A400-CCB037A31946}" destId="{E49E92CD-C547-480E-BCC9-E91405767550}" srcOrd="7" destOrd="0" presId="urn:microsoft.com/office/officeart/2005/8/layout/list1"/>
    <dgm:cxn modelId="{D019A766-71CE-48FD-956C-92FA91D00E81}" type="presParOf" srcId="{201C66E2-7591-4C0A-A400-CCB037A31946}" destId="{877DE36E-FEB4-4685-BF71-73021801EFDA}" srcOrd="8" destOrd="0" presId="urn:microsoft.com/office/officeart/2005/8/layout/list1"/>
    <dgm:cxn modelId="{25ABCD86-F1FB-44B6-8E79-0BE155448873}" type="presParOf" srcId="{877DE36E-FEB4-4685-BF71-73021801EFDA}" destId="{94672093-F9A4-421E-BE82-C677816FB716}" srcOrd="0" destOrd="0" presId="urn:microsoft.com/office/officeart/2005/8/layout/list1"/>
    <dgm:cxn modelId="{8F3D820E-E845-426D-8102-3CC549CBEB99}" type="presParOf" srcId="{877DE36E-FEB4-4685-BF71-73021801EFDA}" destId="{E3EE28B9-CED6-43BD-996E-72B3650165D2}" srcOrd="1" destOrd="0" presId="urn:microsoft.com/office/officeart/2005/8/layout/list1"/>
    <dgm:cxn modelId="{23E95A88-5859-4977-90DF-FCA2FF4D861B}" type="presParOf" srcId="{201C66E2-7591-4C0A-A400-CCB037A31946}" destId="{ACF8AC25-561C-4F7D-9862-1FB72E331532}" srcOrd="9" destOrd="0" presId="urn:microsoft.com/office/officeart/2005/8/layout/list1"/>
    <dgm:cxn modelId="{69811678-CA95-4798-90D6-49B155FAA287}" type="presParOf" srcId="{201C66E2-7591-4C0A-A400-CCB037A31946}" destId="{40AE676C-4FCC-4986-8638-ED1D0576957E}" srcOrd="10" destOrd="0" presId="urn:microsoft.com/office/officeart/2005/8/layout/list1"/>
    <dgm:cxn modelId="{7A1DA9E1-1F4A-4BFB-A1A2-A100FF6B64BB}" type="presParOf" srcId="{201C66E2-7591-4C0A-A400-CCB037A31946}" destId="{8E840DEA-6AE5-4063-ACDD-88804ED35D26}" srcOrd="11" destOrd="0" presId="urn:microsoft.com/office/officeart/2005/8/layout/list1"/>
    <dgm:cxn modelId="{D66C5569-8839-4EEC-98BE-0152FA983E1D}" type="presParOf" srcId="{201C66E2-7591-4C0A-A400-CCB037A31946}" destId="{137C77DE-EB1E-46AD-BEF8-5EDDA17E645D}" srcOrd="12" destOrd="0" presId="urn:microsoft.com/office/officeart/2005/8/layout/list1"/>
    <dgm:cxn modelId="{B232F694-C6FF-46E3-83B8-DB412C720E2D}" type="presParOf" srcId="{137C77DE-EB1E-46AD-BEF8-5EDDA17E645D}" destId="{2AF10958-1DF2-4688-8BC9-106588C830A9}" srcOrd="0" destOrd="0" presId="urn:microsoft.com/office/officeart/2005/8/layout/list1"/>
    <dgm:cxn modelId="{756CF0B1-CD97-4621-A55C-4F4B63266B13}" type="presParOf" srcId="{137C77DE-EB1E-46AD-BEF8-5EDDA17E645D}" destId="{8A336C0D-807D-4BA8-AE1F-342EEB8F91F9}" srcOrd="1" destOrd="0" presId="urn:microsoft.com/office/officeart/2005/8/layout/list1"/>
    <dgm:cxn modelId="{E048BAC3-FD42-4144-AEE1-3C7A64BE7A9F}" type="presParOf" srcId="{201C66E2-7591-4C0A-A400-CCB037A31946}" destId="{9041E926-A80B-41B9-95CC-AE3BE42A1359}" srcOrd="13" destOrd="0" presId="urn:microsoft.com/office/officeart/2005/8/layout/list1"/>
    <dgm:cxn modelId="{8DD5A2D9-FBD2-498D-99A4-2FF811441B41}" type="presParOf" srcId="{201C66E2-7591-4C0A-A400-CCB037A31946}" destId="{FB746190-3065-4B06-962C-DCAC3D8196CD}" srcOrd="14" destOrd="0" presId="urn:microsoft.com/office/officeart/2005/8/layout/list1"/>
    <dgm:cxn modelId="{FF08227D-6CC9-4476-81F0-9652F91F59EA}" type="presParOf" srcId="{201C66E2-7591-4C0A-A400-CCB037A31946}" destId="{78125773-5374-44C6-8CDC-8F2FC5A2A910}" srcOrd="15" destOrd="0" presId="urn:microsoft.com/office/officeart/2005/8/layout/list1"/>
    <dgm:cxn modelId="{C3567DD1-81C5-4685-BEE8-574ED10BB87F}" type="presParOf" srcId="{201C66E2-7591-4C0A-A400-CCB037A31946}" destId="{EE94391D-20A4-4956-A395-B0318C6BD052}" srcOrd="16" destOrd="0" presId="urn:microsoft.com/office/officeart/2005/8/layout/list1"/>
    <dgm:cxn modelId="{BDD2EF7B-E797-4CD9-8121-5F60EEF36A83}" type="presParOf" srcId="{EE94391D-20A4-4956-A395-B0318C6BD052}" destId="{2C3516E4-8FF3-4E23-86BA-A5FD07B53DE0}" srcOrd="0" destOrd="0" presId="urn:microsoft.com/office/officeart/2005/8/layout/list1"/>
    <dgm:cxn modelId="{F60CC0F6-CB38-4970-A725-45E650DFDF06}" type="presParOf" srcId="{EE94391D-20A4-4956-A395-B0318C6BD052}" destId="{5BD8E3E0-0E47-4E65-8F12-277952AC4066}" srcOrd="1" destOrd="0" presId="urn:microsoft.com/office/officeart/2005/8/layout/list1"/>
    <dgm:cxn modelId="{35C93C26-B07A-4AB1-A770-F4968E213431}" type="presParOf" srcId="{201C66E2-7591-4C0A-A400-CCB037A31946}" destId="{2116FA92-6418-4132-A7C8-80382F05126C}" srcOrd="17" destOrd="0" presId="urn:microsoft.com/office/officeart/2005/8/layout/list1"/>
    <dgm:cxn modelId="{7DB2939A-F341-461F-8124-53047118A4CC}" type="presParOf" srcId="{201C66E2-7591-4C0A-A400-CCB037A31946}" destId="{E5AFF5FC-A131-4C25-8A32-6AD45D616194}" srcOrd="18" destOrd="0" presId="urn:microsoft.com/office/officeart/2005/8/layout/list1"/>
    <dgm:cxn modelId="{EC869C3F-C1B5-4878-A15D-70484C52E627}" type="presParOf" srcId="{201C66E2-7591-4C0A-A400-CCB037A31946}" destId="{67598B0F-9611-4E10-B57A-B753414110F2}" srcOrd="19" destOrd="0" presId="urn:microsoft.com/office/officeart/2005/8/layout/list1"/>
    <dgm:cxn modelId="{FF66E6F7-5C07-47CF-9E23-0CE0FAAB41B3}" type="presParOf" srcId="{201C66E2-7591-4C0A-A400-CCB037A31946}" destId="{61D43F93-C169-4B61-B788-A6617AF8B099}" srcOrd="20" destOrd="0" presId="urn:microsoft.com/office/officeart/2005/8/layout/list1"/>
    <dgm:cxn modelId="{F5089EF1-6E33-40F1-94C0-ED18F64BB206}" type="presParOf" srcId="{61D43F93-C169-4B61-B788-A6617AF8B099}" destId="{78DFA0CB-D4E7-42CE-8C27-2DBF41F0F847}" srcOrd="0" destOrd="0" presId="urn:microsoft.com/office/officeart/2005/8/layout/list1"/>
    <dgm:cxn modelId="{A4074214-FE99-4099-964D-955EEAFB4D21}" type="presParOf" srcId="{61D43F93-C169-4B61-B788-A6617AF8B099}" destId="{C1289E1C-8172-458F-BFD3-BBEDD0F9CF7E}" srcOrd="1" destOrd="0" presId="urn:microsoft.com/office/officeart/2005/8/layout/list1"/>
    <dgm:cxn modelId="{E4002BCF-FB19-463A-BC8E-3675C1D587F8}" type="presParOf" srcId="{201C66E2-7591-4C0A-A400-CCB037A31946}" destId="{9E214D4D-DBF8-4395-AE42-653E6D196875}" srcOrd="21" destOrd="0" presId="urn:microsoft.com/office/officeart/2005/8/layout/list1"/>
    <dgm:cxn modelId="{5285A3CA-583E-4619-9662-551DDD2D7873}" type="presParOf" srcId="{201C66E2-7591-4C0A-A400-CCB037A31946}" destId="{8D5A19D5-52B7-4BF9-A6FB-E63D7A7D4737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F0CB78-5EF5-458C-B9DA-A974602078DC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6C71B16-1701-4BEE-8F77-493528C9BE99}">
      <dgm:prSet/>
      <dgm:spPr/>
      <dgm:t>
        <a:bodyPr/>
        <a:lstStyle/>
        <a:p>
          <a:r>
            <a:rPr lang="en-AU" dirty="0"/>
            <a:t>AND (&amp;&amp;)</a:t>
          </a:r>
          <a:endParaRPr lang="en-US" dirty="0"/>
        </a:p>
      </dgm:t>
    </dgm:pt>
    <dgm:pt modelId="{3568557B-EAAE-4164-A0E6-82A19E3F91E2}" type="parTrans" cxnId="{3ADC376C-FF52-4583-9584-E52DF342780A}">
      <dgm:prSet/>
      <dgm:spPr/>
      <dgm:t>
        <a:bodyPr/>
        <a:lstStyle/>
        <a:p>
          <a:endParaRPr lang="en-US"/>
        </a:p>
      </dgm:t>
    </dgm:pt>
    <dgm:pt modelId="{E51885A1-1428-4ED5-9717-65BCA769A666}" type="sibTrans" cxnId="{3ADC376C-FF52-4583-9584-E52DF342780A}">
      <dgm:prSet/>
      <dgm:spPr/>
      <dgm:t>
        <a:bodyPr/>
        <a:lstStyle/>
        <a:p>
          <a:endParaRPr lang="en-US"/>
        </a:p>
      </dgm:t>
    </dgm:pt>
    <dgm:pt modelId="{6F20A34F-4B5C-4F37-A0F0-A4992328A52D}">
      <dgm:prSet/>
      <dgm:spPr/>
      <dgm:t>
        <a:bodyPr/>
        <a:lstStyle/>
        <a:p>
          <a:r>
            <a:rPr lang="en-AU" dirty="0"/>
            <a:t>OR (||)</a:t>
          </a:r>
          <a:endParaRPr lang="en-US" dirty="0"/>
        </a:p>
      </dgm:t>
    </dgm:pt>
    <dgm:pt modelId="{8FEFD608-BA82-486B-8FB3-53BA9B33E113}" type="parTrans" cxnId="{9B873BEC-BE3F-4495-A2C4-097B4DFFF71D}">
      <dgm:prSet/>
      <dgm:spPr/>
      <dgm:t>
        <a:bodyPr/>
        <a:lstStyle/>
        <a:p>
          <a:endParaRPr lang="en-US"/>
        </a:p>
      </dgm:t>
    </dgm:pt>
    <dgm:pt modelId="{8BF049A2-A3D8-4A36-A1BB-B2574F23A746}" type="sibTrans" cxnId="{9B873BEC-BE3F-4495-A2C4-097B4DFFF71D}">
      <dgm:prSet/>
      <dgm:spPr/>
      <dgm:t>
        <a:bodyPr/>
        <a:lstStyle/>
        <a:p>
          <a:endParaRPr lang="en-US"/>
        </a:p>
      </dgm:t>
    </dgm:pt>
    <dgm:pt modelId="{13B53833-A2F1-45F8-9F3A-7204796A6D13}">
      <dgm:prSet/>
      <dgm:spPr/>
      <dgm:t>
        <a:bodyPr/>
        <a:lstStyle/>
        <a:p>
          <a:r>
            <a:rPr lang="en-AU" dirty="0"/>
            <a:t>NOT (!)</a:t>
          </a:r>
          <a:endParaRPr lang="en-US" dirty="0"/>
        </a:p>
      </dgm:t>
    </dgm:pt>
    <dgm:pt modelId="{9E142DE2-5C85-4E53-B057-43F1B9CDFCCF}" type="parTrans" cxnId="{CE7E6098-58A1-4DE3-A173-E07A8758B10F}">
      <dgm:prSet/>
      <dgm:spPr/>
      <dgm:t>
        <a:bodyPr/>
        <a:lstStyle/>
        <a:p>
          <a:endParaRPr lang="en-US"/>
        </a:p>
      </dgm:t>
    </dgm:pt>
    <dgm:pt modelId="{9AA8A517-F035-4D7F-8C30-23DFE580E7A0}" type="sibTrans" cxnId="{CE7E6098-58A1-4DE3-A173-E07A8758B10F}">
      <dgm:prSet/>
      <dgm:spPr/>
      <dgm:t>
        <a:bodyPr/>
        <a:lstStyle/>
        <a:p>
          <a:endParaRPr lang="en-US"/>
        </a:p>
      </dgm:t>
    </dgm:pt>
    <dgm:pt modelId="{6E71E1AF-44C5-4475-9869-19040E586BED}">
      <dgm:prSet/>
      <dgm:spPr/>
      <dgm:t>
        <a:bodyPr/>
        <a:lstStyle/>
        <a:p>
          <a:r>
            <a:rPr lang="en-AU" dirty="0"/>
            <a:t>XOR (^)</a:t>
          </a:r>
          <a:endParaRPr lang="en-US" dirty="0"/>
        </a:p>
      </dgm:t>
    </dgm:pt>
    <dgm:pt modelId="{16BC8C04-5575-4BF9-A490-4BD0F64627ED}" type="parTrans" cxnId="{FE2657F1-2C31-427A-BB0A-183E6B728243}">
      <dgm:prSet/>
      <dgm:spPr/>
      <dgm:t>
        <a:bodyPr/>
        <a:lstStyle/>
        <a:p>
          <a:endParaRPr lang="en-US"/>
        </a:p>
      </dgm:t>
    </dgm:pt>
    <dgm:pt modelId="{A670A9D8-58A9-4531-8E02-65246B7E7E10}" type="sibTrans" cxnId="{FE2657F1-2C31-427A-BB0A-183E6B728243}">
      <dgm:prSet/>
      <dgm:spPr/>
      <dgm:t>
        <a:bodyPr/>
        <a:lstStyle/>
        <a:p>
          <a:endParaRPr lang="en-US"/>
        </a:p>
      </dgm:t>
    </dgm:pt>
    <dgm:pt modelId="{9327C894-F90B-48D3-B23B-6C36D4B94D19}">
      <dgm:prSet custT="1"/>
      <dgm:spPr/>
      <dgm:t>
        <a:bodyPr/>
        <a:lstStyle/>
        <a:p>
          <a:r>
            <a:rPr lang="en-AU" sz="1800" dirty="0"/>
            <a:t>Returns false if both statements equate the same. i.e. They must be different to return True.</a:t>
          </a:r>
          <a:endParaRPr lang="en-US" sz="1800" dirty="0"/>
        </a:p>
      </dgm:t>
    </dgm:pt>
    <dgm:pt modelId="{3277B338-9457-4365-BD86-32DF5DA32D34}" type="parTrans" cxnId="{13678883-FE68-468C-81FE-C9894BC9A83C}">
      <dgm:prSet/>
      <dgm:spPr/>
      <dgm:t>
        <a:bodyPr/>
        <a:lstStyle/>
        <a:p>
          <a:endParaRPr lang="en-US"/>
        </a:p>
      </dgm:t>
    </dgm:pt>
    <dgm:pt modelId="{DE37A953-3533-4D54-9BA3-BB174A7DEE9F}" type="sibTrans" cxnId="{13678883-FE68-468C-81FE-C9894BC9A83C}">
      <dgm:prSet/>
      <dgm:spPr/>
      <dgm:t>
        <a:bodyPr/>
        <a:lstStyle/>
        <a:p>
          <a:endParaRPr lang="en-US"/>
        </a:p>
      </dgm:t>
    </dgm:pt>
    <dgm:pt modelId="{DD48C80E-9418-45F3-8AAA-C3A003745C5D}">
      <dgm:prSet/>
      <dgm:spPr/>
      <dgm:t>
        <a:bodyPr/>
        <a:lstStyle/>
        <a:p>
          <a:r>
            <a:rPr lang="en-US" dirty="0"/>
            <a:t>(1 == 2) &amp;&amp; ( 6 &lt; 10)</a:t>
          </a:r>
        </a:p>
      </dgm:t>
    </dgm:pt>
    <dgm:pt modelId="{B1C80F0E-92CA-4A0F-B072-113A52A7B415}" type="parTrans" cxnId="{2BB67CC3-3C28-4872-8ECB-61721F48E744}">
      <dgm:prSet/>
      <dgm:spPr/>
    </dgm:pt>
    <dgm:pt modelId="{C1E4FE56-5473-435C-B952-C9F51200F403}" type="sibTrans" cxnId="{2BB67CC3-3C28-4872-8ECB-61721F48E744}">
      <dgm:prSet/>
      <dgm:spPr/>
    </dgm:pt>
    <dgm:pt modelId="{50798247-B955-47D3-ADCF-D0DAD28989CA}">
      <dgm:prSet/>
      <dgm:spPr/>
      <dgm:t>
        <a:bodyPr/>
        <a:lstStyle/>
        <a:p>
          <a:r>
            <a:rPr lang="en-US" dirty="0"/>
            <a:t>(1 == 2) || ( 6 &lt; 10)</a:t>
          </a:r>
        </a:p>
      </dgm:t>
    </dgm:pt>
    <dgm:pt modelId="{23FBC6C6-63D7-4EFC-8213-2ED2F57854BF}" type="parTrans" cxnId="{400B0D06-4B65-4B29-B031-BA141246E8C7}">
      <dgm:prSet/>
      <dgm:spPr/>
    </dgm:pt>
    <dgm:pt modelId="{8516B9B1-2226-4D3E-A822-1D3403396614}" type="sibTrans" cxnId="{400B0D06-4B65-4B29-B031-BA141246E8C7}">
      <dgm:prSet/>
      <dgm:spPr/>
    </dgm:pt>
    <dgm:pt modelId="{EB400FF8-4F0F-4FB6-8C07-78A982F8BF98}">
      <dgm:prSet/>
      <dgm:spPr/>
      <dgm:t>
        <a:bodyPr/>
        <a:lstStyle/>
        <a:p>
          <a:r>
            <a:rPr lang="en-US" dirty="0"/>
            <a:t>!(2==2)</a:t>
          </a:r>
        </a:p>
      </dgm:t>
    </dgm:pt>
    <dgm:pt modelId="{816F6DF4-1689-4375-A9C6-15353F419BB7}" type="parTrans" cxnId="{92166D80-184E-4566-A762-11D493569841}">
      <dgm:prSet/>
      <dgm:spPr/>
    </dgm:pt>
    <dgm:pt modelId="{E147714F-4726-4669-BC90-186FC8B28553}" type="sibTrans" cxnId="{92166D80-184E-4566-A762-11D493569841}">
      <dgm:prSet/>
      <dgm:spPr/>
    </dgm:pt>
    <dgm:pt modelId="{BFC22176-863E-4B43-A964-55142E91A75D}">
      <dgm:prSet custT="1"/>
      <dgm:spPr/>
      <dgm:t>
        <a:bodyPr/>
        <a:lstStyle/>
        <a:p>
          <a:r>
            <a:rPr lang="en-US" sz="1800" dirty="0"/>
            <a:t>(2==2) ^ (5 &gt; 2)</a:t>
          </a:r>
        </a:p>
      </dgm:t>
    </dgm:pt>
    <dgm:pt modelId="{E19CA5B3-6BE4-4AEA-B097-1C22FEC3CBCA}" type="parTrans" cxnId="{B3F71EC4-76E1-408C-8BDF-735E29FB0CDA}">
      <dgm:prSet/>
      <dgm:spPr/>
    </dgm:pt>
    <dgm:pt modelId="{2E7BD6F5-B75B-402B-B75F-FCED88F46D17}" type="sibTrans" cxnId="{B3F71EC4-76E1-408C-8BDF-735E29FB0CDA}">
      <dgm:prSet/>
      <dgm:spPr/>
    </dgm:pt>
    <dgm:pt modelId="{8627AA07-604B-4AA0-8B1F-B4273F57C947}">
      <dgm:prSet custT="1"/>
      <dgm:spPr/>
      <dgm:t>
        <a:bodyPr/>
        <a:lstStyle/>
        <a:p>
          <a:r>
            <a:rPr lang="en-AU" sz="1800" dirty="0"/>
            <a:t>(5 % 2) == 1 ^ (6 - 5) == 1</a:t>
          </a:r>
          <a:endParaRPr lang="en-US" sz="1800" dirty="0"/>
        </a:p>
      </dgm:t>
    </dgm:pt>
    <dgm:pt modelId="{41F1BD10-89F5-489F-B146-F83E7A4D1E52}" type="parTrans" cxnId="{E35A0949-301D-4442-887F-0CC3446207A2}">
      <dgm:prSet/>
      <dgm:spPr/>
    </dgm:pt>
    <dgm:pt modelId="{7ED62D16-5C38-4DAD-9F9B-E3CD4D6D8267}" type="sibTrans" cxnId="{E35A0949-301D-4442-887F-0CC3446207A2}">
      <dgm:prSet/>
      <dgm:spPr/>
    </dgm:pt>
    <dgm:pt modelId="{201C66E2-7591-4C0A-A400-CCB037A31946}" type="pres">
      <dgm:prSet presAssocID="{13F0CB78-5EF5-458C-B9DA-A974602078DC}" presName="linear" presStyleCnt="0">
        <dgm:presLayoutVars>
          <dgm:dir/>
          <dgm:animLvl val="lvl"/>
          <dgm:resizeHandles val="exact"/>
        </dgm:presLayoutVars>
      </dgm:prSet>
      <dgm:spPr/>
    </dgm:pt>
    <dgm:pt modelId="{9ED431D0-C99E-43EA-8357-A068DBC05E0B}" type="pres">
      <dgm:prSet presAssocID="{26C71B16-1701-4BEE-8F77-493528C9BE99}" presName="parentLin" presStyleCnt="0"/>
      <dgm:spPr/>
    </dgm:pt>
    <dgm:pt modelId="{40BAA21E-4B29-4C2D-8E2A-7324851A39F1}" type="pres">
      <dgm:prSet presAssocID="{26C71B16-1701-4BEE-8F77-493528C9BE99}" presName="parentLeftMargin" presStyleLbl="node1" presStyleIdx="0" presStyleCnt="4"/>
      <dgm:spPr/>
    </dgm:pt>
    <dgm:pt modelId="{C6D4B2C2-D31C-44AE-970F-7C88E2F70709}" type="pres">
      <dgm:prSet presAssocID="{26C71B16-1701-4BEE-8F77-493528C9BE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BC43CCA-B690-430C-BB76-1A8CE2D77657}" type="pres">
      <dgm:prSet presAssocID="{26C71B16-1701-4BEE-8F77-493528C9BE99}" presName="negativeSpace" presStyleCnt="0"/>
      <dgm:spPr/>
    </dgm:pt>
    <dgm:pt modelId="{29215C30-DA82-41AA-8904-DC9968A4A792}" type="pres">
      <dgm:prSet presAssocID="{26C71B16-1701-4BEE-8F77-493528C9BE99}" presName="childText" presStyleLbl="conFgAcc1" presStyleIdx="0" presStyleCnt="4">
        <dgm:presLayoutVars>
          <dgm:bulletEnabled val="1"/>
        </dgm:presLayoutVars>
      </dgm:prSet>
      <dgm:spPr/>
    </dgm:pt>
    <dgm:pt modelId="{0F182BAC-489F-4B07-A659-CDEA4536A61C}" type="pres">
      <dgm:prSet presAssocID="{E51885A1-1428-4ED5-9717-65BCA769A666}" presName="spaceBetweenRectangles" presStyleCnt="0"/>
      <dgm:spPr/>
    </dgm:pt>
    <dgm:pt modelId="{A475A94E-2CED-4950-B1FA-28C20F96C74D}" type="pres">
      <dgm:prSet presAssocID="{6F20A34F-4B5C-4F37-A0F0-A4992328A52D}" presName="parentLin" presStyleCnt="0"/>
      <dgm:spPr/>
    </dgm:pt>
    <dgm:pt modelId="{776D31E9-6A70-4766-961C-3352EC548E21}" type="pres">
      <dgm:prSet presAssocID="{6F20A34F-4B5C-4F37-A0F0-A4992328A52D}" presName="parentLeftMargin" presStyleLbl="node1" presStyleIdx="0" presStyleCnt="4"/>
      <dgm:spPr/>
    </dgm:pt>
    <dgm:pt modelId="{184391FD-0001-45BF-8123-9A392E0F66E4}" type="pres">
      <dgm:prSet presAssocID="{6F20A34F-4B5C-4F37-A0F0-A4992328A52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4F2C9E8-1E3F-448A-B3CF-9E6F7ED4E7F7}" type="pres">
      <dgm:prSet presAssocID="{6F20A34F-4B5C-4F37-A0F0-A4992328A52D}" presName="negativeSpace" presStyleCnt="0"/>
      <dgm:spPr/>
    </dgm:pt>
    <dgm:pt modelId="{336622A3-13E9-4B7D-8B5C-C9AF6BF500F5}" type="pres">
      <dgm:prSet presAssocID="{6F20A34F-4B5C-4F37-A0F0-A4992328A52D}" presName="childText" presStyleLbl="conFgAcc1" presStyleIdx="1" presStyleCnt="4">
        <dgm:presLayoutVars>
          <dgm:bulletEnabled val="1"/>
        </dgm:presLayoutVars>
      </dgm:prSet>
      <dgm:spPr/>
    </dgm:pt>
    <dgm:pt modelId="{E49E92CD-C547-480E-BCC9-E91405767550}" type="pres">
      <dgm:prSet presAssocID="{8BF049A2-A3D8-4A36-A1BB-B2574F23A746}" presName="spaceBetweenRectangles" presStyleCnt="0"/>
      <dgm:spPr/>
    </dgm:pt>
    <dgm:pt modelId="{877DE36E-FEB4-4685-BF71-73021801EFDA}" type="pres">
      <dgm:prSet presAssocID="{13B53833-A2F1-45F8-9F3A-7204796A6D13}" presName="parentLin" presStyleCnt="0"/>
      <dgm:spPr/>
    </dgm:pt>
    <dgm:pt modelId="{94672093-F9A4-421E-BE82-C677816FB716}" type="pres">
      <dgm:prSet presAssocID="{13B53833-A2F1-45F8-9F3A-7204796A6D13}" presName="parentLeftMargin" presStyleLbl="node1" presStyleIdx="1" presStyleCnt="4"/>
      <dgm:spPr/>
    </dgm:pt>
    <dgm:pt modelId="{E3EE28B9-CED6-43BD-996E-72B3650165D2}" type="pres">
      <dgm:prSet presAssocID="{13B53833-A2F1-45F8-9F3A-7204796A6D1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CF8AC25-561C-4F7D-9862-1FB72E331532}" type="pres">
      <dgm:prSet presAssocID="{13B53833-A2F1-45F8-9F3A-7204796A6D13}" presName="negativeSpace" presStyleCnt="0"/>
      <dgm:spPr/>
    </dgm:pt>
    <dgm:pt modelId="{40AE676C-4FCC-4986-8638-ED1D0576957E}" type="pres">
      <dgm:prSet presAssocID="{13B53833-A2F1-45F8-9F3A-7204796A6D13}" presName="childText" presStyleLbl="conFgAcc1" presStyleIdx="2" presStyleCnt="4">
        <dgm:presLayoutVars>
          <dgm:bulletEnabled val="1"/>
        </dgm:presLayoutVars>
      </dgm:prSet>
      <dgm:spPr/>
    </dgm:pt>
    <dgm:pt modelId="{8E840DEA-6AE5-4063-ACDD-88804ED35D26}" type="pres">
      <dgm:prSet presAssocID="{9AA8A517-F035-4D7F-8C30-23DFE580E7A0}" presName="spaceBetweenRectangles" presStyleCnt="0"/>
      <dgm:spPr/>
    </dgm:pt>
    <dgm:pt modelId="{EE94391D-20A4-4956-A395-B0318C6BD052}" type="pres">
      <dgm:prSet presAssocID="{6E71E1AF-44C5-4475-9869-19040E586BED}" presName="parentLin" presStyleCnt="0"/>
      <dgm:spPr/>
    </dgm:pt>
    <dgm:pt modelId="{2C3516E4-8FF3-4E23-86BA-A5FD07B53DE0}" type="pres">
      <dgm:prSet presAssocID="{6E71E1AF-44C5-4475-9869-19040E586BED}" presName="parentLeftMargin" presStyleLbl="node1" presStyleIdx="2" presStyleCnt="4"/>
      <dgm:spPr/>
    </dgm:pt>
    <dgm:pt modelId="{5BD8E3E0-0E47-4E65-8F12-277952AC4066}" type="pres">
      <dgm:prSet presAssocID="{6E71E1AF-44C5-4475-9869-19040E586BE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116FA92-6418-4132-A7C8-80382F05126C}" type="pres">
      <dgm:prSet presAssocID="{6E71E1AF-44C5-4475-9869-19040E586BED}" presName="negativeSpace" presStyleCnt="0"/>
      <dgm:spPr/>
    </dgm:pt>
    <dgm:pt modelId="{E5AFF5FC-A131-4C25-8A32-6AD45D616194}" type="pres">
      <dgm:prSet presAssocID="{6E71E1AF-44C5-4475-9869-19040E586BE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00B0D06-4B65-4B29-B031-BA141246E8C7}" srcId="{6F20A34F-4B5C-4F37-A0F0-A4992328A52D}" destId="{50798247-B955-47D3-ADCF-D0DAD28989CA}" srcOrd="0" destOrd="0" parTransId="{23FBC6C6-63D7-4EFC-8213-2ED2F57854BF}" sibTransId="{8516B9B1-2226-4D3E-A822-1D3403396614}"/>
    <dgm:cxn modelId="{B7D1641A-2CC9-4966-9AE9-154BAB4D6FA2}" type="presOf" srcId="{13B53833-A2F1-45F8-9F3A-7204796A6D13}" destId="{94672093-F9A4-421E-BE82-C677816FB716}" srcOrd="0" destOrd="0" presId="urn:microsoft.com/office/officeart/2005/8/layout/list1"/>
    <dgm:cxn modelId="{33BEAA24-D365-4145-901C-3B12E58CF534}" type="presOf" srcId="{13B53833-A2F1-45F8-9F3A-7204796A6D13}" destId="{E3EE28B9-CED6-43BD-996E-72B3650165D2}" srcOrd="1" destOrd="0" presId="urn:microsoft.com/office/officeart/2005/8/layout/list1"/>
    <dgm:cxn modelId="{EAA4F433-A900-4B8E-A91F-C3EA5093012F}" type="presOf" srcId="{26C71B16-1701-4BEE-8F77-493528C9BE99}" destId="{C6D4B2C2-D31C-44AE-970F-7C88E2F70709}" srcOrd="1" destOrd="0" presId="urn:microsoft.com/office/officeart/2005/8/layout/list1"/>
    <dgm:cxn modelId="{AEC93D35-14BE-4D47-84F4-3FD2E32DE07D}" type="presOf" srcId="{6F20A34F-4B5C-4F37-A0F0-A4992328A52D}" destId="{776D31E9-6A70-4766-961C-3352EC548E21}" srcOrd="0" destOrd="0" presId="urn:microsoft.com/office/officeart/2005/8/layout/list1"/>
    <dgm:cxn modelId="{B2D1B15E-81FD-47E4-9F9D-81EF07E78950}" type="presOf" srcId="{EB400FF8-4F0F-4FB6-8C07-78A982F8BF98}" destId="{40AE676C-4FCC-4986-8638-ED1D0576957E}" srcOrd="0" destOrd="0" presId="urn:microsoft.com/office/officeart/2005/8/layout/list1"/>
    <dgm:cxn modelId="{E35A0949-301D-4442-887F-0CC3446207A2}" srcId="{6E71E1AF-44C5-4475-9869-19040E586BED}" destId="{8627AA07-604B-4AA0-8B1F-B4273F57C947}" srcOrd="2" destOrd="0" parTransId="{41F1BD10-89F5-489F-B146-F83E7A4D1E52}" sibTransId="{7ED62D16-5C38-4DAD-9F9B-E3CD4D6D8267}"/>
    <dgm:cxn modelId="{68485C69-26A0-43F2-8DC9-4147A0463949}" type="presOf" srcId="{BFC22176-863E-4B43-A964-55142E91A75D}" destId="{E5AFF5FC-A131-4C25-8A32-6AD45D616194}" srcOrd="0" destOrd="1" presId="urn:microsoft.com/office/officeart/2005/8/layout/list1"/>
    <dgm:cxn modelId="{75C8E849-F5A3-4DC8-A40D-9AD9E28A234F}" type="presOf" srcId="{26C71B16-1701-4BEE-8F77-493528C9BE99}" destId="{40BAA21E-4B29-4C2D-8E2A-7324851A39F1}" srcOrd="0" destOrd="0" presId="urn:microsoft.com/office/officeart/2005/8/layout/list1"/>
    <dgm:cxn modelId="{3ADC376C-FF52-4583-9584-E52DF342780A}" srcId="{13F0CB78-5EF5-458C-B9DA-A974602078DC}" destId="{26C71B16-1701-4BEE-8F77-493528C9BE99}" srcOrd="0" destOrd="0" parTransId="{3568557B-EAAE-4164-A0E6-82A19E3F91E2}" sibTransId="{E51885A1-1428-4ED5-9717-65BCA769A666}"/>
    <dgm:cxn modelId="{00576E4E-4D18-49AB-B0CA-7AEA140B7330}" type="presOf" srcId="{6E71E1AF-44C5-4475-9869-19040E586BED}" destId="{5BD8E3E0-0E47-4E65-8F12-277952AC4066}" srcOrd="1" destOrd="0" presId="urn:microsoft.com/office/officeart/2005/8/layout/list1"/>
    <dgm:cxn modelId="{92166D80-184E-4566-A762-11D493569841}" srcId="{13B53833-A2F1-45F8-9F3A-7204796A6D13}" destId="{EB400FF8-4F0F-4FB6-8C07-78A982F8BF98}" srcOrd="0" destOrd="0" parTransId="{816F6DF4-1689-4375-A9C6-15353F419BB7}" sibTransId="{E147714F-4726-4669-BC90-186FC8B28553}"/>
    <dgm:cxn modelId="{13678883-FE68-468C-81FE-C9894BC9A83C}" srcId="{6E71E1AF-44C5-4475-9869-19040E586BED}" destId="{9327C894-F90B-48D3-B23B-6C36D4B94D19}" srcOrd="0" destOrd="0" parTransId="{3277B338-9457-4365-BD86-32DF5DA32D34}" sibTransId="{DE37A953-3533-4D54-9BA3-BB174A7DEE9F}"/>
    <dgm:cxn modelId="{B3A46D8D-7384-40BF-B47E-BEA9E1B184EA}" type="presOf" srcId="{13F0CB78-5EF5-458C-B9DA-A974602078DC}" destId="{201C66E2-7591-4C0A-A400-CCB037A31946}" srcOrd="0" destOrd="0" presId="urn:microsoft.com/office/officeart/2005/8/layout/list1"/>
    <dgm:cxn modelId="{F84E4690-B863-4E2B-8447-4E18D89BC25D}" type="presOf" srcId="{50798247-B955-47D3-ADCF-D0DAD28989CA}" destId="{336622A3-13E9-4B7D-8B5C-C9AF6BF500F5}" srcOrd="0" destOrd="0" presId="urn:microsoft.com/office/officeart/2005/8/layout/list1"/>
    <dgm:cxn modelId="{CE7E6098-58A1-4DE3-A173-E07A8758B10F}" srcId="{13F0CB78-5EF5-458C-B9DA-A974602078DC}" destId="{13B53833-A2F1-45F8-9F3A-7204796A6D13}" srcOrd="2" destOrd="0" parTransId="{9E142DE2-5C85-4E53-B057-43F1B9CDFCCF}" sibTransId="{9AA8A517-F035-4D7F-8C30-23DFE580E7A0}"/>
    <dgm:cxn modelId="{2BB67CC3-3C28-4872-8ECB-61721F48E744}" srcId="{26C71B16-1701-4BEE-8F77-493528C9BE99}" destId="{DD48C80E-9418-45F3-8AAA-C3A003745C5D}" srcOrd="0" destOrd="0" parTransId="{B1C80F0E-92CA-4A0F-B072-113A52A7B415}" sibTransId="{C1E4FE56-5473-435C-B952-C9F51200F403}"/>
    <dgm:cxn modelId="{B3F71EC4-76E1-408C-8BDF-735E29FB0CDA}" srcId="{6E71E1AF-44C5-4475-9869-19040E586BED}" destId="{BFC22176-863E-4B43-A964-55142E91A75D}" srcOrd="1" destOrd="0" parTransId="{E19CA5B3-6BE4-4AEA-B097-1C22FEC3CBCA}" sibTransId="{2E7BD6F5-B75B-402B-B75F-FCED88F46D17}"/>
    <dgm:cxn modelId="{A51E1CC5-CFED-455F-91F4-FFA4DB8D0910}" type="presOf" srcId="{6E71E1AF-44C5-4475-9869-19040E586BED}" destId="{2C3516E4-8FF3-4E23-86BA-A5FD07B53DE0}" srcOrd="0" destOrd="0" presId="urn:microsoft.com/office/officeart/2005/8/layout/list1"/>
    <dgm:cxn modelId="{471F32E1-F257-43ED-BEBF-7D5897761B57}" type="presOf" srcId="{9327C894-F90B-48D3-B23B-6C36D4B94D19}" destId="{E5AFF5FC-A131-4C25-8A32-6AD45D616194}" srcOrd="0" destOrd="0" presId="urn:microsoft.com/office/officeart/2005/8/layout/list1"/>
    <dgm:cxn modelId="{B5286BE2-9BF9-4F1F-8114-3BB4A3FFDA9B}" type="presOf" srcId="{DD48C80E-9418-45F3-8AAA-C3A003745C5D}" destId="{29215C30-DA82-41AA-8904-DC9968A4A792}" srcOrd="0" destOrd="0" presId="urn:microsoft.com/office/officeart/2005/8/layout/list1"/>
    <dgm:cxn modelId="{9B873BEC-BE3F-4495-A2C4-097B4DFFF71D}" srcId="{13F0CB78-5EF5-458C-B9DA-A974602078DC}" destId="{6F20A34F-4B5C-4F37-A0F0-A4992328A52D}" srcOrd="1" destOrd="0" parTransId="{8FEFD608-BA82-486B-8FB3-53BA9B33E113}" sibTransId="{8BF049A2-A3D8-4A36-A1BB-B2574F23A746}"/>
    <dgm:cxn modelId="{FE2657F1-2C31-427A-BB0A-183E6B728243}" srcId="{13F0CB78-5EF5-458C-B9DA-A974602078DC}" destId="{6E71E1AF-44C5-4475-9869-19040E586BED}" srcOrd="3" destOrd="0" parTransId="{16BC8C04-5575-4BF9-A490-4BD0F64627ED}" sibTransId="{A670A9D8-58A9-4531-8E02-65246B7E7E10}"/>
    <dgm:cxn modelId="{20CEF5FE-C9E1-4D55-A9A5-6A4D804BDD77}" type="presOf" srcId="{8627AA07-604B-4AA0-8B1F-B4273F57C947}" destId="{E5AFF5FC-A131-4C25-8A32-6AD45D616194}" srcOrd="0" destOrd="2" presId="urn:microsoft.com/office/officeart/2005/8/layout/list1"/>
    <dgm:cxn modelId="{2F7A3BFF-B765-48F4-9106-A2012D032064}" type="presOf" srcId="{6F20A34F-4B5C-4F37-A0F0-A4992328A52D}" destId="{184391FD-0001-45BF-8123-9A392E0F66E4}" srcOrd="1" destOrd="0" presId="urn:microsoft.com/office/officeart/2005/8/layout/list1"/>
    <dgm:cxn modelId="{56A54C65-D748-4B0E-9FDF-EC5F5513E2D5}" type="presParOf" srcId="{201C66E2-7591-4C0A-A400-CCB037A31946}" destId="{9ED431D0-C99E-43EA-8357-A068DBC05E0B}" srcOrd="0" destOrd="0" presId="urn:microsoft.com/office/officeart/2005/8/layout/list1"/>
    <dgm:cxn modelId="{BEFCA8DE-CFB5-4099-A4C4-51752ED7221B}" type="presParOf" srcId="{9ED431D0-C99E-43EA-8357-A068DBC05E0B}" destId="{40BAA21E-4B29-4C2D-8E2A-7324851A39F1}" srcOrd="0" destOrd="0" presId="urn:microsoft.com/office/officeart/2005/8/layout/list1"/>
    <dgm:cxn modelId="{5E86C45C-2D6F-45B0-8799-A893E147E4B1}" type="presParOf" srcId="{9ED431D0-C99E-43EA-8357-A068DBC05E0B}" destId="{C6D4B2C2-D31C-44AE-970F-7C88E2F70709}" srcOrd="1" destOrd="0" presId="urn:microsoft.com/office/officeart/2005/8/layout/list1"/>
    <dgm:cxn modelId="{C3BD19A8-7D13-4BA6-AA5A-761A2AC4E9B8}" type="presParOf" srcId="{201C66E2-7591-4C0A-A400-CCB037A31946}" destId="{2BC43CCA-B690-430C-BB76-1A8CE2D77657}" srcOrd="1" destOrd="0" presId="urn:microsoft.com/office/officeart/2005/8/layout/list1"/>
    <dgm:cxn modelId="{D87B21F3-01E0-49FC-9EBF-38EB34B24DF8}" type="presParOf" srcId="{201C66E2-7591-4C0A-A400-CCB037A31946}" destId="{29215C30-DA82-41AA-8904-DC9968A4A792}" srcOrd="2" destOrd="0" presId="urn:microsoft.com/office/officeart/2005/8/layout/list1"/>
    <dgm:cxn modelId="{B51E0861-C79F-48EB-89EC-7E7921E508E8}" type="presParOf" srcId="{201C66E2-7591-4C0A-A400-CCB037A31946}" destId="{0F182BAC-489F-4B07-A659-CDEA4536A61C}" srcOrd="3" destOrd="0" presId="urn:microsoft.com/office/officeart/2005/8/layout/list1"/>
    <dgm:cxn modelId="{5499F9FD-13D2-4BFD-8167-1E4FFE5DCDAB}" type="presParOf" srcId="{201C66E2-7591-4C0A-A400-CCB037A31946}" destId="{A475A94E-2CED-4950-B1FA-28C20F96C74D}" srcOrd="4" destOrd="0" presId="urn:microsoft.com/office/officeart/2005/8/layout/list1"/>
    <dgm:cxn modelId="{0B866A7E-7C5B-4CD9-B9CB-6CD06E48CB2B}" type="presParOf" srcId="{A475A94E-2CED-4950-B1FA-28C20F96C74D}" destId="{776D31E9-6A70-4766-961C-3352EC548E21}" srcOrd="0" destOrd="0" presId="urn:microsoft.com/office/officeart/2005/8/layout/list1"/>
    <dgm:cxn modelId="{CE22883B-9799-4DD4-AE8D-CABA1F56F805}" type="presParOf" srcId="{A475A94E-2CED-4950-B1FA-28C20F96C74D}" destId="{184391FD-0001-45BF-8123-9A392E0F66E4}" srcOrd="1" destOrd="0" presId="urn:microsoft.com/office/officeart/2005/8/layout/list1"/>
    <dgm:cxn modelId="{C2C04F26-BACD-403D-B5FC-9E746F382470}" type="presParOf" srcId="{201C66E2-7591-4C0A-A400-CCB037A31946}" destId="{B4F2C9E8-1E3F-448A-B3CF-9E6F7ED4E7F7}" srcOrd="5" destOrd="0" presId="urn:microsoft.com/office/officeart/2005/8/layout/list1"/>
    <dgm:cxn modelId="{DC723967-96D6-4250-8928-33BFB8732BD4}" type="presParOf" srcId="{201C66E2-7591-4C0A-A400-CCB037A31946}" destId="{336622A3-13E9-4B7D-8B5C-C9AF6BF500F5}" srcOrd="6" destOrd="0" presId="urn:microsoft.com/office/officeart/2005/8/layout/list1"/>
    <dgm:cxn modelId="{11F443A1-04D6-404F-AE4D-16AF61C63CBD}" type="presParOf" srcId="{201C66E2-7591-4C0A-A400-CCB037A31946}" destId="{E49E92CD-C547-480E-BCC9-E91405767550}" srcOrd="7" destOrd="0" presId="urn:microsoft.com/office/officeart/2005/8/layout/list1"/>
    <dgm:cxn modelId="{D019A766-71CE-48FD-956C-92FA91D00E81}" type="presParOf" srcId="{201C66E2-7591-4C0A-A400-CCB037A31946}" destId="{877DE36E-FEB4-4685-BF71-73021801EFDA}" srcOrd="8" destOrd="0" presId="urn:microsoft.com/office/officeart/2005/8/layout/list1"/>
    <dgm:cxn modelId="{25ABCD86-F1FB-44B6-8E79-0BE155448873}" type="presParOf" srcId="{877DE36E-FEB4-4685-BF71-73021801EFDA}" destId="{94672093-F9A4-421E-BE82-C677816FB716}" srcOrd="0" destOrd="0" presId="urn:microsoft.com/office/officeart/2005/8/layout/list1"/>
    <dgm:cxn modelId="{8F3D820E-E845-426D-8102-3CC549CBEB99}" type="presParOf" srcId="{877DE36E-FEB4-4685-BF71-73021801EFDA}" destId="{E3EE28B9-CED6-43BD-996E-72B3650165D2}" srcOrd="1" destOrd="0" presId="urn:microsoft.com/office/officeart/2005/8/layout/list1"/>
    <dgm:cxn modelId="{23E95A88-5859-4977-90DF-FCA2FF4D861B}" type="presParOf" srcId="{201C66E2-7591-4C0A-A400-CCB037A31946}" destId="{ACF8AC25-561C-4F7D-9862-1FB72E331532}" srcOrd="9" destOrd="0" presId="urn:microsoft.com/office/officeart/2005/8/layout/list1"/>
    <dgm:cxn modelId="{69811678-CA95-4798-90D6-49B155FAA287}" type="presParOf" srcId="{201C66E2-7591-4C0A-A400-CCB037A31946}" destId="{40AE676C-4FCC-4986-8638-ED1D0576957E}" srcOrd="10" destOrd="0" presId="urn:microsoft.com/office/officeart/2005/8/layout/list1"/>
    <dgm:cxn modelId="{7A1DA9E1-1F4A-4BFB-A1A2-A100FF6B64BB}" type="presParOf" srcId="{201C66E2-7591-4C0A-A400-CCB037A31946}" destId="{8E840DEA-6AE5-4063-ACDD-88804ED35D26}" srcOrd="11" destOrd="0" presId="urn:microsoft.com/office/officeart/2005/8/layout/list1"/>
    <dgm:cxn modelId="{C3567DD1-81C5-4685-BEE8-574ED10BB87F}" type="presParOf" srcId="{201C66E2-7591-4C0A-A400-CCB037A31946}" destId="{EE94391D-20A4-4956-A395-B0318C6BD052}" srcOrd="12" destOrd="0" presId="urn:microsoft.com/office/officeart/2005/8/layout/list1"/>
    <dgm:cxn modelId="{BDD2EF7B-E797-4CD9-8121-5F60EEF36A83}" type="presParOf" srcId="{EE94391D-20A4-4956-A395-B0318C6BD052}" destId="{2C3516E4-8FF3-4E23-86BA-A5FD07B53DE0}" srcOrd="0" destOrd="0" presId="urn:microsoft.com/office/officeart/2005/8/layout/list1"/>
    <dgm:cxn modelId="{F60CC0F6-CB38-4970-A725-45E650DFDF06}" type="presParOf" srcId="{EE94391D-20A4-4956-A395-B0318C6BD052}" destId="{5BD8E3E0-0E47-4E65-8F12-277952AC4066}" srcOrd="1" destOrd="0" presId="urn:microsoft.com/office/officeart/2005/8/layout/list1"/>
    <dgm:cxn modelId="{35C93C26-B07A-4AB1-A770-F4968E213431}" type="presParOf" srcId="{201C66E2-7591-4C0A-A400-CCB037A31946}" destId="{2116FA92-6418-4132-A7C8-80382F05126C}" srcOrd="13" destOrd="0" presId="urn:microsoft.com/office/officeart/2005/8/layout/list1"/>
    <dgm:cxn modelId="{7DB2939A-F341-461F-8124-53047118A4CC}" type="presParOf" srcId="{201C66E2-7591-4C0A-A400-CCB037A31946}" destId="{E5AFF5FC-A131-4C25-8A32-6AD45D61619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F0CB78-5EF5-458C-B9DA-A974602078D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48C80E-9418-45F3-8AAA-C3A003745C5D}">
      <dgm:prSet/>
      <dgm:spPr/>
      <dgm:t>
        <a:bodyPr/>
        <a:lstStyle/>
        <a:p>
          <a:r>
            <a:rPr lang="en-AU" b="0" i="0" dirty="0"/>
            <a:t>Increment</a:t>
          </a:r>
          <a:r>
            <a:rPr lang="en-AU" b="1" i="0" dirty="0"/>
            <a:t> ( ++ )</a:t>
          </a:r>
          <a:endParaRPr lang="en-US" dirty="0"/>
        </a:p>
      </dgm:t>
    </dgm:pt>
    <dgm:pt modelId="{B1C80F0E-92CA-4A0F-B072-113A52A7B415}" type="parTrans" cxnId="{2BB67CC3-3C28-4872-8ECB-61721F48E744}">
      <dgm:prSet/>
      <dgm:spPr/>
      <dgm:t>
        <a:bodyPr/>
        <a:lstStyle/>
        <a:p>
          <a:endParaRPr lang="en-AU"/>
        </a:p>
      </dgm:t>
    </dgm:pt>
    <dgm:pt modelId="{C1E4FE56-5473-435C-B952-C9F51200F403}" type="sibTrans" cxnId="{2BB67CC3-3C28-4872-8ECB-61721F48E744}">
      <dgm:prSet/>
      <dgm:spPr/>
      <dgm:t>
        <a:bodyPr/>
        <a:lstStyle/>
        <a:p>
          <a:endParaRPr lang="en-AU"/>
        </a:p>
      </dgm:t>
    </dgm:pt>
    <dgm:pt modelId="{BB5348A1-DE5D-4845-83F6-902593CD2745}">
      <dgm:prSet/>
      <dgm:spPr/>
      <dgm:t>
        <a:bodyPr/>
        <a:lstStyle/>
        <a:p>
          <a:r>
            <a:rPr lang="en-US" dirty="0"/>
            <a:t>This operator takes a value and increases it by one.</a:t>
          </a:r>
        </a:p>
      </dgm:t>
    </dgm:pt>
    <dgm:pt modelId="{5E82F2E4-FD63-4D66-A501-345FC8BEF456}" type="parTrans" cxnId="{517B457D-7D31-434E-A279-448209CFE426}">
      <dgm:prSet/>
      <dgm:spPr/>
      <dgm:t>
        <a:bodyPr/>
        <a:lstStyle/>
        <a:p>
          <a:endParaRPr lang="en-AU"/>
        </a:p>
      </dgm:t>
    </dgm:pt>
    <dgm:pt modelId="{A25361AD-B7BC-4642-BED9-1CEFCC08D1F0}" type="sibTrans" cxnId="{517B457D-7D31-434E-A279-448209CFE426}">
      <dgm:prSet/>
      <dgm:spPr/>
      <dgm:t>
        <a:bodyPr/>
        <a:lstStyle/>
        <a:p>
          <a:endParaRPr lang="en-AU"/>
        </a:p>
      </dgm:t>
    </dgm:pt>
    <dgm:pt modelId="{79C4DA9C-0993-4091-B405-9BB30CB86822}">
      <dgm:prSet/>
      <dgm:spPr/>
      <dgm:t>
        <a:bodyPr/>
        <a:lstStyle/>
        <a:p>
          <a:r>
            <a:rPr lang="en-US" dirty="0"/>
            <a:t>Decrement ( -- )</a:t>
          </a:r>
        </a:p>
      </dgm:t>
    </dgm:pt>
    <dgm:pt modelId="{7624FA17-F1FE-4F69-B54F-F7D8CD2184F2}" type="parTrans" cxnId="{77A0EC5A-0B40-4F0C-973E-3B70FC0358DB}">
      <dgm:prSet/>
      <dgm:spPr/>
      <dgm:t>
        <a:bodyPr/>
        <a:lstStyle/>
        <a:p>
          <a:endParaRPr lang="en-AU"/>
        </a:p>
      </dgm:t>
    </dgm:pt>
    <dgm:pt modelId="{F05956A2-A82A-41BD-BDDE-B78901BD0C59}" type="sibTrans" cxnId="{77A0EC5A-0B40-4F0C-973E-3B70FC0358DB}">
      <dgm:prSet/>
      <dgm:spPr/>
      <dgm:t>
        <a:bodyPr/>
        <a:lstStyle/>
        <a:p>
          <a:endParaRPr lang="en-AU"/>
        </a:p>
      </dgm:t>
    </dgm:pt>
    <dgm:pt modelId="{7A012733-5310-42D8-BB28-B77CF034F809}">
      <dgm:prSet/>
      <dgm:spPr/>
      <dgm:t>
        <a:bodyPr/>
        <a:lstStyle/>
        <a:p>
          <a:r>
            <a:rPr lang="en-US" dirty="0"/>
            <a:t>This operator takes a value and decreases it by one.</a:t>
          </a:r>
        </a:p>
      </dgm:t>
    </dgm:pt>
    <dgm:pt modelId="{B6A1B1BE-24EF-4570-960B-7D2ABB6DB67D}" type="parTrans" cxnId="{DC5C0FE4-45A0-416F-9C73-F004C6D4C735}">
      <dgm:prSet/>
      <dgm:spPr/>
      <dgm:t>
        <a:bodyPr/>
        <a:lstStyle/>
        <a:p>
          <a:endParaRPr lang="en-AU"/>
        </a:p>
      </dgm:t>
    </dgm:pt>
    <dgm:pt modelId="{1DC20F1F-D08F-4262-B221-7B9C9DEB03D1}" type="sibTrans" cxnId="{DC5C0FE4-45A0-416F-9C73-F004C6D4C735}">
      <dgm:prSet/>
      <dgm:spPr/>
      <dgm:t>
        <a:bodyPr/>
        <a:lstStyle/>
        <a:p>
          <a:endParaRPr lang="en-AU"/>
        </a:p>
      </dgm:t>
    </dgm:pt>
    <dgm:pt modelId="{863E67F7-2C70-4384-9D44-2D5D4D524D4F}">
      <dgm:prSet/>
      <dgm:spPr/>
      <dgm:t>
        <a:bodyPr/>
        <a:lstStyle/>
        <a:p>
          <a:r>
            <a:rPr lang="en-US" dirty="0"/>
            <a:t>Post vs Pre ( </a:t>
          </a:r>
          <a:r>
            <a:rPr lang="en-US" dirty="0" err="1"/>
            <a:t>i</a:t>
          </a:r>
          <a:r>
            <a:rPr lang="en-US" dirty="0"/>
            <a:t>++ / ++</a:t>
          </a:r>
          <a:r>
            <a:rPr lang="en-US" dirty="0" err="1"/>
            <a:t>i</a:t>
          </a:r>
          <a:r>
            <a:rPr lang="en-US" dirty="0"/>
            <a:t>)</a:t>
          </a:r>
        </a:p>
      </dgm:t>
    </dgm:pt>
    <dgm:pt modelId="{09C0B798-F4AE-4C6A-A0B1-196DD396612E}" type="parTrans" cxnId="{C5B82B83-7261-44DE-88F3-AE11FA19B85B}">
      <dgm:prSet/>
      <dgm:spPr/>
      <dgm:t>
        <a:bodyPr/>
        <a:lstStyle/>
        <a:p>
          <a:endParaRPr lang="en-AU"/>
        </a:p>
      </dgm:t>
    </dgm:pt>
    <dgm:pt modelId="{D9E95C4E-F9EC-4DA5-B3AF-570FA509AA6B}" type="sibTrans" cxnId="{C5B82B83-7261-44DE-88F3-AE11FA19B85B}">
      <dgm:prSet/>
      <dgm:spPr/>
      <dgm:t>
        <a:bodyPr/>
        <a:lstStyle/>
        <a:p>
          <a:endParaRPr lang="en-AU"/>
        </a:p>
      </dgm:t>
    </dgm:pt>
    <dgm:pt modelId="{19B06FA1-B677-42BF-89F6-C5F607485927}">
      <dgm:prSet/>
      <dgm:spPr/>
      <dgm:t>
        <a:bodyPr/>
        <a:lstStyle/>
        <a:p>
          <a:r>
            <a:rPr lang="en-US" dirty="0"/>
            <a:t>Each of these operators can be used before or after a variable. </a:t>
          </a:r>
        </a:p>
      </dgm:t>
    </dgm:pt>
    <dgm:pt modelId="{0376D93C-5309-4FFC-B817-997D66DFA3A5}" type="parTrans" cxnId="{0E9DB556-3773-42BE-B7EE-444740C3C198}">
      <dgm:prSet/>
      <dgm:spPr/>
      <dgm:t>
        <a:bodyPr/>
        <a:lstStyle/>
        <a:p>
          <a:endParaRPr lang="en-AU"/>
        </a:p>
      </dgm:t>
    </dgm:pt>
    <dgm:pt modelId="{F326EFA3-E576-41FB-860C-18CDAE4F176F}" type="sibTrans" cxnId="{0E9DB556-3773-42BE-B7EE-444740C3C198}">
      <dgm:prSet/>
      <dgm:spPr/>
      <dgm:t>
        <a:bodyPr/>
        <a:lstStyle/>
        <a:p>
          <a:endParaRPr lang="en-AU"/>
        </a:p>
      </dgm:t>
    </dgm:pt>
    <dgm:pt modelId="{A9F9F822-C4BB-4CED-B793-958FD230C87A}">
      <dgm:prSet/>
      <dgm:spPr/>
      <dgm:t>
        <a:bodyPr/>
        <a:lstStyle/>
        <a:p>
          <a:r>
            <a:rPr lang="en-US" dirty="0"/>
            <a:t>While both change the value of the variable, when used after, the original value is output in the statement and then it is incremented.</a:t>
          </a:r>
        </a:p>
      </dgm:t>
    </dgm:pt>
    <dgm:pt modelId="{00A9C9B3-3DF6-4C4A-B112-1AA204B607D7}" type="parTrans" cxnId="{0803117F-B8C5-4FB4-907E-BB58409B7C74}">
      <dgm:prSet/>
      <dgm:spPr/>
      <dgm:t>
        <a:bodyPr/>
        <a:lstStyle/>
        <a:p>
          <a:endParaRPr lang="en-AU"/>
        </a:p>
      </dgm:t>
    </dgm:pt>
    <dgm:pt modelId="{3FAEE814-3B7B-43D7-90D4-704F7EFB28A2}" type="sibTrans" cxnId="{0803117F-B8C5-4FB4-907E-BB58409B7C74}">
      <dgm:prSet/>
      <dgm:spPr/>
      <dgm:t>
        <a:bodyPr/>
        <a:lstStyle/>
        <a:p>
          <a:endParaRPr lang="en-AU"/>
        </a:p>
      </dgm:t>
    </dgm:pt>
    <dgm:pt modelId="{201C66E2-7591-4C0A-A400-CCB037A31946}" type="pres">
      <dgm:prSet presAssocID="{13F0CB78-5EF5-458C-B9DA-A974602078DC}" presName="linear" presStyleCnt="0">
        <dgm:presLayoutVars>
          <dgm:dir/>
          <dgm:animLvl val="lvl"/>
          <dgm:resizeHandles val="exact"/>
        </dgm:presLayoutVars>
      </dgm:prSet>
      <dgm:spPr/>
    </dgm:pt>
    <dgm:pt modelId="{34C81D09-C0E3-4040-9833-FBEBD107A154}" type="pres">
      <dgm:prSet presAssocID="{DD48C80E-9418-45F3-8AAA-C3A003745C5D}" presName="parentLin" presStyleCnt="0"/>
      <dgm:spPr/>
    </dgm:pt>
    <dgm:pt modelId="{3B0FF143-1F27-4CE0-A1D0-11BDB3F60E52}" type="pres">
      <dgm:prSet presAssocID="{DD48C80E-9418-45F3-8AAA-C3A003745C5D}" presName="parentLeftMargin" presStyleLbl="node1" presStyleIdx="0" presStyleCnt="3"/>
      <dgm:spPr/>
    </dgm:pt>
    <dgm:pt modelId="{88FD8B0C-5656-4C74-9F31-72D3E4986A35}" type="pres">
      <dgm:prSet presAssocID="{DD48C80E-9418-45F3-8AAA-C3A003745C5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CB65F6D-2E76-4B34-A09F-2DFFFECC15B5}" type="pres">
      <dgm:prSet presAssocID="{DD48C80E-9418-45F3-8AAA-C3A003745C5D}" presName="negativeSpace" presStyleCnt="0"/>
      <dgm:spPr/>
    </dgm:pt>
    <dgm:pt modelId="{E2EA6FE5-F627-4D2B-9BE2-9E96E7C607E6}" type="pres">
      <dgm:prSet presAssocID="{DD48C80E-9418-45F3-8AAA-C3A003745C5D}" presName="childText" presStyleLbl="conFgAcc1" presStyleIdx="0" presStyleCnt="3">
        <dgm:presLayoutVars>
          <dgm:bulletEnabled val="1"/>
        </dgm:presLayoutVars>
      </dgm:prSet>
      <dgm:spPr/>
    </dgm:pt>
    <dgm:pt modelId="{F47B65C4-5871-454C-B262-FBEE00305FB2}" type="pres">
      <dgm:prSet presAssocID="{C1E4FE56-5473-435C-B952-C9F51200F403}" presName="spaceBetweenRectangles" presStyleCnt="0"/>
      <dgm:spPr/>
    </dgm:pt>
    <dgm:pt modelId="{FF005111-DDAA-4D0E-B301-E0017BB752C0}" type="pres">
      <dgm:prSet presAssocID="{79C4DA9C-0993-4091-B405-9BB30CB86822}" presName="parentLin" presStyleCnt="0"/>
      <dgm:spPr/>
    </dgm:pt>
    <dgm:pt modelId="{6DD9485C-DD57-409F-8388-760F355D3E2D}" type="pres">
      <dgm:prSet presAssocID="{79C4DA9C-0993-4091-B405-9BB30CB86822}" presName="parentLeftMargin" presStyleLbl="node1" presStyleIdx="0" presStyleCnt="3"/>
      <dgm:spPr/>
    </dgm:pt>
    <dgm:pt modelId="{55CF359B-3A73-4E93-B62A-797988E81D6E}" type="pres">
      <dgm:prSet presAssocID="{79C4DA9C-0993-4091-B405-9BB30CB8682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0ED4CE2-1747-43A7-98E4-AB39DC734E5D}" type="pres">
      <dgm:prSet presAssocID="{79C4DA9C-0993-4091-B405-9BB30CB86822}" presName="negativeSpace" presStyleCnt="0"/>
      <dgm:spPr/>
    </dgm:pt>
    <dgm:pt modelId="{8C096DF3-978C-480A-8FA7-EFBB99AA850D}" type="pres">
      <dgm:prSet presAssocID="{79C4DA9C-0993-4091-B405-9BB30CB86822}" presName="childText" presStyleLbl="conFgAcc1" presStyleIdx="1" presStyleCnt="3">
        <dgm:presLayoutVars>
          <dgm:bulletEnabled val="1"/>
        </dgm:presLayoutVars>
      </dgm:prSet>
      <dgm:spPr/>
    </dgm:pt>
    <dgm:pt modelId="{FB666CF8-BA31-4CAD-9C58-B4768AEA28AD}" type="pres">
      <dgm:prSet presAssocID="{F05956A2-A82A-41BD-BDDE-B78901BD0C59}" presName="spaceBetweenRectangles" presStyleCnt="0"/>
      <dgm:spPr/>
    </dgm:pt>
    <dgm:pt modelId="{D157E555-40A2-43AE-AFF1-7D62161393DD}" type="pres">
      <dgm:prSet presAssocID="{863E67F7-2C70-4384-9D44-2D5D4D524D4F}" presName="parentLin" presStyleCnt="0"/>
      <dgm:spPr/>
    </dgm:pt>
    <dgm:pt modelId="{F35555E6-BB3A-42B7-B8AB-D98EB0137866}" type="pres">
      <dgm:prSet presAssocID="{863E67F7-2C70-4384-9D44-2D5D4D524D4F}" presName="parentLeftMargin" presStyleLbl="node1" presStyleIdx="1" presStyleCnt="3"/>
      <dgm:spPr/>
    </dgm:pt>
    <dgm:pt modelId="{85A8474A-D384-4011-9E64-65B9508B1E6B}" type="pres">
      <dgm:prSet presAssocID="{863E67F7-2C70-4384-9D44-2D5D4D524D4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3FF4B23-3805-4EB5-A7C8-22213EA56194}" type="pres">
      <dgm:prSet presAssocID="{863E67F7-2C70-4384-9D44-2D5D4D524D4F}" presName="negativeSpace" presStyleCnt="0"/>
      <dgm:spPr/>
    </dgm:pt>
    <dgm:pt modelId="{436DB942-6620-46B8-890C-5AB54A3AC1C7}" type="pres">
      <dgm:prSet presAssocID="{863E67F7-2C70-4384-9D44-2D5D4D524D4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E9DB556-3773-42BE-B7EE-444740C3C198}" srcId="{863E67F7-2C70-4384-9D44-2D5D4D524D4F}" destId="{19B06FA1-B677-42BF-89F6-C5F607485927}" srcOrd="0" destOrd="0" parTransId="{0376D93C-5309-4FFC-B817-997D66DFA3A5}" sibTransId="{F326EFA3-E576-41FB-860C-18CDAE4F176F}"/>
    <dgm:cxn modelId="{4ABB9A57-6BA8-4803-9092-D92D2DE83E0D}" type="presOf" srcId="{DD48C80E-9418-45F3-8AAA-C3A003745C5D}" destId="{88FD8B0C-5656-4C74-9F31-72D3E4986A35}" srcOrd="1" destOrd="0" presId="urn:microsoft.com/office/officeart/2005/8/layout/list1"/>
    <dgm:cxn modelId="{77A0EC5A-0B40-4F0C-973E-3B70FC0358DB}" srcId="{13F0CB78-5EF5-458C-B9DA-A974602078DC}" destId="{79C4DA9C-0993-4091-B405-9BB30CB86822}" srcOrd="1" destOrd="0" parTransId="{7624FA17-F1FE-4F69-B54F-F7D8CD2184F2}" sibTransId="{F05956A2-A82A-41BD-BDDE-B78901BD0C59}"/>
    <dgm:cxn modelId="{517B457D-7D31-434E-A279-448209CFE426}" srcId="{DD48C80E-9418-45F3-8AAA-C3A003745C5D}" destId="{BB5348A1-DE5D-4845-83F6-902593CD2745}" srcOrd="0" destOrd="0" parTransId="{5E82F2E4-FD63-4D66-A501-345FC8BEF456}" sibTransId="{A25361AD-B7BC-4642-BED9-1CEFCC08D1F0}"/>
    <dgm:cxn modelId="{0803117F-B8C5-4FB4-907E-BB58409B7C74}" srcId="{863E67F7-2C70-4384-9D44-2D5D4D524D4F}" destId="{A9F9F822-C4BB-4CED-B793-958FD230C87A}" srcOrd="1" destOrd="0" parTransId="{00A9C9B3-3DF6-4C4A-B112-1AA204B607D7}" sibTransId="{3FAEE814-3B7B-43D7-90D4-704F7EFB28A2}"/>
    <dgm:cxn modelId="{A081A77F-DB1C-46AD-90FE-4E9188094941}" type="presOf" srcId="{863E67F7-2C70-4384-9D44-2D5D4D524D4F}" destId="{F35555E6-BB3A-42B7-B8AB-D98EB0137866}" srcOrd="0" destOrd="0" presId="urn:microsoft.com/office/officeart/2005/8/layout/list1"/>
    <dgm:cxn modelId="{C5B82B83-7261-44DE-88F3-AE11FA19B85B}" srcId="{13F0CB78-5EF5-458C-B9DA-A974602078DC}" destId="{863E67F7-2C70-4384-9D44-2D5D4D524D4F}" srcOrd="2" destOrd="0" parTransId="{09C0B798-F4AE-4C6A-A0B1-196DD396612E}" sibTransId="{D9E95C4E-F9EC-4DA5-B3AF-570FA509AA6B}"/>
    <dgm:cxn modelId="{C6E6CD87-256C-4B7E-98FA-E8A88F00B43F}" type="presOf" srcId="{DD48C80E-9418-45F3-8AAA-C3A003745C5D}" destId="{3B0FF143-1F27-4CE0-A1D0-11BDB3F60E52}" srcOrd="0" destOrd="0" presId="urn:microsoft.com/office/officeart/2005/8/layout/list1"/>
    <dgm:cxn modelId="{B3A46D8D-7384-40BF-B47E-BEA9E1B184EA}" type="presOf" srcId="{13F0CB78-5EF5-458C-B9DA-A974602078DC}" destId="{201C66E2-7591-4C0A-A400-CCB037A31946}" srcOrd="0" destOrd="0" presId="urn:microsoft.com/office/officeart/2005/8/layout/list1"/>
    <dgm:cxn modelId="{8424FDB3-2638-45E0-A427-B955C84B7E04}" type="presOf" srcId="{7A012733-5310-42D8-BB28-B77CF034F809}" destId="{8C096DF3-978C-480A-8FA7-EFBB99AA850D}" srcOrd="0" destOrd="0" presId="urn:microsoft.com/office/officeart/2005/8/layout/list1"/>
    <dgm:cxn modelId="{8D7295C2-BFD7-4337-B571-4722141A1B24}" type="presOf" srcId="{863E67F7-2C70-4384-9D44-2D5D4D524D4F}" destId="{85A8474A-D384-4011-9E64-65B9508B1E6B}" srcOrd="1" destOrd="0" presId="urn:microsoft.com/office/officeart/2005/8/layout/list1"/>
    <dgm:cxn modelId="{2BB67CC3-3C28-4872-8ECB-61721F48E744}" srcId="{13F0CB78-5EF5-458C-B9DA-A974602078DC}" destId="{DD48C80E-9418-45F3-8AAA-C3A003745C5D}" srcOrd="0" destOrd="0" parTransId="{B1C80F0E-92CA-4A0F-B072-113A52A7B415}" sibTransId="{C1E4FE56-5473-435C-B952-C9F51200F403}"/>
    <dgm:cxn modelId="{E08E0DC9-5D87-46A3-B8EE-07DFB7A22432}" type="presOf" srcId="{79C4DA9C-0993-4091-B405-9BB30CB86822}" destId="{6DD9485C-DD57-409F-8388-760F355D3E2D}" srcOrd="0" destOrd="0" presId="urn:microsoft.com/office/officeart/2005/8/layout/list1"/>
    <dgm:cxn modelId="{035EDCD6-82A7-4CBD-A86F-A2DFCA66E1C2}" type="presOf" srcId="{BB5348A1-DE5D-4845-83F6-902593CD2745}" destId="{E2EA6FE5-F627-4D2B-9BE2-9E96E7C607E6}" srcOrd="0" destOrd="0" presId="urn:microsoft.com/office/officeart/2005/8/layout/list1"/>
    <dgm:cxn modelId="{777913D8-FAED-42AC-8D52-58FB245D61DF}" type="presOf" srcId="{19B06FA1-B677-42BF-89F6-C5F607485927}" destId="{436DB942-6620-46B8-890C-5AB54A3AC1C7}" srcOrd="0" destOrd="0" presId="urn:microsoft.com/office/officeart/2005/8/layout/list1"/>
    <dgm:cxn modelId="{DC5C0FE4-45A0-416F-9C73-F004C6D4C735}" srcId="{79C4DA9C-0993-4091-B405-9BB30CB86822}" destId="{7A012733-5310-42D8-BB28-B77CF034F809}" srcOrd="0" destOrd="0" parTransId="{B6A1B1BE-24EF-4570-960B-7D2ABB6DB67D}" sibTransId="{1DC20F1F-D08F-4262-B221-7B9C9DEB03D1}"/>
    <dgm:cxn modelId="{055EFFFC-90A1-49A8-9742-A13A6345951C}" type="presOf" srcId="{A9F9F822-C4BB-4CED-B793-958FD230C87A}" destId="{436DB942-6620-46B8-890C-5AB54A3AC1C7}" srcOrd="0" destOrd="1" presId="urn:microsoft.com/office/officeart/2005/8/layout/list1"/>
    <dgm:cxn modelId="{CF72DFFF-362F-42B3-99A6-35037A269183}" type="presOf" srcId="{79C4DA9C-0993-4091-B405-9BB30CB86822}" destId="{55CF359B-3A73-4E93-B62A-797988E81D6E}" srcOrd="1" destOrd="0" presId="urn:microsoft.com/office/officeart/2005/8/layout/list1"/>
    <dgm:cxn modelId="{6E64BD06-A591-4A7D-92CC-3BEC39F13C57}" type="presParOf" srcId="{201C66E2-7591-4C0A-A400-CCB037A31946}" destId="{34C81D09-C0E3-4040-9833-FBEBD107A154}" srcOrd="0" destOrd="0" presId="urn:microsoft.com/office/officeart/2005/8/layout/list1"/>
    <dgm:cxn modelId="{13C14A34-3817-4A96-A0C4-9E4B5AD471EB}" type="presParOf" srcId="{34C81D09-C0E3-4040-9833-FBEBD107A154}" destId="{3B0FF143-1F27-4CE0-A1D0-11BDB3F60E52}" srcOrd="0" destOrd="0" presId="urn:microsoft.com/office/officeart/2005/8/layout/list1"/>
    <dgm:cxn modelId="{999BD775-A2BF-47EA-BD23-58AA601BB496}" type="presParOf" srcId="{34C81D09-C0E3-4040-9833-FBEBD107A154}" destId="{88FD8B0C-5656-4C74-9F31-72D3E4986A35}" srcOrd="1" destOrd="0" presId="urn:microsoft.com/office/officeart/2005/8/layout/list1"/>
    <dgm:cxn modelId="{284E2AE0-232B-4A4F-B69C-4082ABBBE8BB}" type="presParOf" srcId="{201C66E2-7591-4C0A-A400-CCB037A31946}" destId="{5CB65F6D-2E76-4B34-A09F-2DFFFECC15B5}" srcOrd="1" destOrd="0" presId="urn:microsoft.com/office/officeart/2005/8/layout/list1"/>
    <dgm:cxn modelId="{63A634D8-4B0F-42D7-B266-6013D4ADC54B}" type="presParOf" srcId="{201C66E2-7591-4C0A-A400-CCB037A31946}" destId="{E2EA6FE5-F627-4D2B-9BE2-9E96E7C607E6}" srcOrd="2" destOrd="0" presId="urn:microsoft.com/office/officeart/2005/8/layout/list1"/>
    <dgm:cxn modelId="{DD9D401F-1522-4FF5-B10B-E1EB7826C980}" type="presParOf" srcId="{201C66E2-7591-4C0A-A400-CCB037A31946}" destId="{F47B65C4-5871-454C-B262-FBEE00305FB2}" srcOrd="3" destOrd="0" presId="urn:microsoft.com/office/officeart/2005/8/layout/list1"/>
    <dgm:cxn modelId="{58DB8C3D-0312-4F28-85EF-3AA2314096CC}" type="presParOf" srcId="{201C66E2-7591-4C0A-A400-CCB037A31946}" destId="{FF005111-DDAA-4D0E-B301-E0017BB752C0}" srcOrd="4" destOrd="0" presId="urn:microsoft.com/office/officeart/2005/8/layout/list1"/>
    <dgm:cxn modelId="{0503A4D8-8FC6-4B61-BE19-01A5732947D2}" type="presParOf" srcId="{FF005111-DDAA-4D0E-B301-E0017BB752C0}" destId="{6DD9485C-DD57-409F-8388-760F355D3E2D}" srcOrd="0" destOrd="0" presId="urn:microsoft.com/office/officeart/2005/8/layout/list1"/>
    <dgm:cxn modelId="{3E158E70-1689-4B68-B805-3B798AFF9709}" type="presParOf" srcId="{FF005111-DDAA-4D0E-B301-E0017BB752C0}" destId="{55CF359B-3A73-4E93-B62A-797988E81D6E}" srcOrd="1" destOrd="0" presId="urn:microsoft.com/office/officeart/2005/8/layout/list1"/>
    <dgm:cxn modelId="{3F02A684-7013-4FAA-90C6-12936814C750}" type="presParOf" srcId="{201C66E2-7591-4C0A-A400-CCB037A31946}" destId="{D0ED4CE2-1747-43A7-98E4-AB39DC734E5D}" srcOrd="5" destOrd="0" presId="urn:microsoft.com/office/officeart/2005/8/layout/list1"/>
    <dgm:cxn modelId="{D2BF5749-83B6-49CE-BEC1-68EFEBA6420A}" type="presParOf" srcId="{201C66E2-7591-4C0A-A400-CCB037A31946}" destId="{8C096DF3-978C-480A-8FA7-EFBB99AA850D}" srcOrd="6" destOrd="0" presId="urn:microsoft.com/office/officeart/2005/8/layout/list1"/>
    <dgm:cxn modelId="{3669703C-C21E-47E5-A6F4-67DF5E1F8AD7}" type="presParOf" srcId="{201C66E2-7591-4C0A-A400-CCB037A31946}" destId="{FB666CF8-BA31-4CAD-9C58-B4768AEA28AD}" srcOrd="7" destOrd="0" presId="urn:microsoft.com/office/officeart/2005/8/layout/list1"/>
    <dgm:cxn modelId="{2FDE1C20-6A3A-41A4-B7B2-B0A71AA9D20F}" type="presParOf" srcId="{201C66E2-7591-4C0A-A400-CCB037A31946}" destId="{D157E555-40A2-43AE-AFF1-7D62161393DD}" srcOrd="8" destOrd="0" presId="urn:microsoft.com/office/officeart/2005/8/layout/list1"/>
    <dgm:cxn modelId="{75AD917A-A4FE-4F47-B452-1BAB7511D83B}" type="presParOf" srcId="{D157E555-40A2-43AE-AFF1-7D62161393DD}" destId="{F35555E6-BB3A-42B7-B8AB-D98EB0137866}" srcOrd="0" destOrd="0" presId="urn:microsoft.com/office/officeart/2005/8/layout/list1"/>
    <dgm:cxn modelId="{8F399A1E-3252-4121-8C18-9E0037E84292}" type="presParOf" srcId="{D157E555-40A2-43AE-AFF1-7D62161393DD}" destId="{85A8474A-D384-4011-9E64-65B9508B1E6B}" srcOrd="1" destOrd="0" presId="urn:microsoft.com/office/officeart/2005/8/layout/list1"/>
    <dgm:cxn modelId="{7762C626-5955-4147-9CDF-E18564979802}" type="presParOf" srcId="{201C66E2-7591-4C0A-A400-CCB037A31946}" destId="{33FF4B23-3805-4EB5-A7C8-22213EA56194}" srcOrd="9" destOrd="0" presId="urn:microsoft.com/office/officeart/2005/8/layout/list1"/>
    <dgm:cxn modelId="{8E307249-BDBC-4A1A-8513-3F9B96265072}" type="presParOf" srcId="{201C66E2-7591-4C0A-A400-CCB037A31946}" destId="{436DB942-6620-46B8-890C-5AB54A3AC1C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7C965F-E21E-461F-A263-FBFADB254DA1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8B4465F-B810-4082-8EE7-3E208F7C67A8}">
      <dgm:prSet/>
      <dgm:spPr/>
      <dgm:t>
        <a:bodyPr/>
        <a:lstStyle/>
        <a:p>
          <a:r>
            <a:rPr lang="en-AU" dirty="0"/>
            <a:t>Selection constructs</a:t>
          </a:r>
          <a:endParaRPr lang="en-US" dirty="0"/>
        </a:p>
      </dgm:t>
    </dgm:pt>
    <dgm:pt modelId="{F1DC9BDB-BE8B-4A9A-A838-D1B7A95CB5AF}" type="parTrans" cxnId="{4C01D96C-E347-4762-84EC-ED6C25F27F28}">
      <dgm:prSet/>
      <dgm:spPr/>
      <dgm:t>
        <a:bodyPr/>
        <a:lstStyle/>
        <a:p>
          <a:endParaRPr lang="en-US"/>
        </a:p>
      </dgm:t>
    </dgm:pt>
    <dgm:pt modelId="{0F4C9633-F697-4FF5-9A58-C594FB8829E7}" type="sibTrans" cxnId="{4C01D96C-E347-4762-84EC-ED6C25F27F28}">
      <dgm:prSet/>
      <dgm:spPr/>
      <dgm:t>
        <a:bodyPr/>
        <a:lstStyle/>
        <a:p>
          <a:endParaRPr lang="en-US"/>
        </a:p>
      </dgm:t>
    </dgm:pt>
    <dgm:pt modelId="{B736FB89-108D-4D9E-8976-0A5FDB9E61E1}">
      <dgm:prSet/>
      <dgm:spPr/>
      <dgm:t>
        <a:bodyPr/>
        <a:lstStyle/>
        <a:p>
          <a:r>
            <a:rPr lang="en-AU" dirty="0"/>
            <a:t>Provide alternative paths by using statements like If and Switch.</a:t>
          </a:r>
          <a:endParaRPr lang="en-US" dirty="0"/>
        </a:p>
      </dgm:t>
    </dgm:pt>
    <dgm:pt modelId="{25047342-AFFD-4E1C-A461-D5065FFA62C6}" type="parTrans" cxnId="{CAE3B6F1-7AB6-4350-A6BB-27365E370F8A}">
      <dgm:prSet/>
      <dgm:spPr/>
      <dgm:t>
        <a:bodyPr/>
        <a:lstStyle/>
        <a:p>
          <a:endParaRPr lang="en-US"/>
        </a:p>
      </dgm:t>
    </dgm:pt>
    <dgm:pt modelId="{28409EC9-4CE7-49BB-82E0-4A0935EC38A3}" type="sibTrans" cxnId="{CAE3B6F1-7AB6-4350-A6BB-27365E370F8A}">
      <dgm:prSet/>
      <dgm:spPr/>
      <dgm:t>
        <a:bodyPr/>
        <a:lstStyle/>
        <a:p>
          <a:endParaRPr lang="en-US"/>
        </a:p>
      </dgm:t>
    </dgm:pt>
    <dgm:pt modelId="{EC49D441-9CAF-48E0-8A85-C4CF36A38260}">
      <dgm:prSet/>
      <dgm:spPr/>
      <dgm:t>
        <a:bodyPr/>
        <a:lstStyle/>
        <a:p>
          <a:r>
            <a:rPr lang="en-AU"/>
            <a:t>Iteration constructs</a:t>
          </a:r>
          <a:endParaRPr lang="en-US"/>
        </a:p>
      </dgm:t>
    </dgm:pt>
    <dgm:pt modelId="{8170502A-241F-4568-9AB9-88681FB52FA6}" type="parTrans" cxnId="{F5BD1CE7-C395-4359-9836-912E45D53CDC}">
      <dgm:prSet/>
      <dgm:spPr/>
      <dgm:t>
        <a:bodyPr/>
        <a:lstStyle/>
        <a:p>
          <a:endParaRPr lang="en-US"/>
        </a:p>
      </dgm:t>
    </dgm:pt>
    <dgm:pt modelId="{279FAF6D-0BDF-4A8C-A355-BE02D9F1DFE4}" type="sibTrans" cxnId="{F5BD1CE7-C395-4359-9836-912E45D53CDC}">
      <dgm:prSet/>
      <dgm:spPr/>
      <dgm:t>
        <a:bodyPr/>
        <a:lstStyle/>
        <a:p>
          <a:endParaRPr lang="en-US"/>
        </a:p>
      </dgm:t>
    </dgm:pt>
    <dgm:pt modelId="{AB3DAAEC-5ADB-4552-9E77-35FB6709D709}">
      <dgm:prSet/>
      <dgm:spPr/>
      <dgm:t>
        <a:bodyPr/>
        <a:lstStyle/>
        <a:p>
          <a:r>
            <a:rPr lang="en-AU" dirty="0"/>
            <a:t>Lets you repeat blocks of code. The For loop iterates a fixed number of times. A While loop iterates a variable number of times. </a:t>
          </a:r>
          <a:endParaRPr lang="en-US" dirty="0"/>
        </a:p>
      </dgm:t>
    </dgm:pt>
    <dgm:pt modelId="{20E87CC3-C961-4BB8-A35E-4BE2BBA4AA8C}" type="parTrans" cxnId="{C332E0DA-A23C-4BDB-A833-9F5521BF8901}">
      <dgm:prSet/>
      <dgm:spPr/>
      <dgm:t>
        <a:bodyPr/>
        <a:lstStyle/>
        <a:p>
          <a:endParaRPr lang="en-US"/>
        </a:p>
      </dgm:t>
    </dgm:pt>
    <dgm:pt modelId="{FD41FE36-C853-42E1-A322-DCB97E7023B7}" type="sibTrans" cxnId="{C332E0DA-A23C-4BDB-A833-9F5521BF8901}">
      <dgm:prSet/>
      <dgm:spPr/>
      <dgm:t>
        <a:bodyPr/>
        <a:lstStyle/>
        <a:p>
          <a:endParaRPr lang="en-US"/>
        </a:p>
      </dgm:t>
    </dgm:pt>
    <dgm:pt modelId="{8115D2D0-B422-4185-B976-FF74C52B1464}">
      <dgm:prSet/>
      <dgm:spPr/>
      <dgm:t>
        <a:bodyPr/>
        <a:lstStyle/>
        <a:p>
          <a:r>
            <a:rPr lang="en-AU"/>
            <a:t>Sequence constructs</a:t>
          </a:r>
          <a:endParaRPr lang="en-US"/>
        </a:p>
      </dgm:t>
    </dgm:pt>
    <dgm:pt modelId="{82FC2222-7222-4047-B4C9-37A90635034A}" type="parTrans" cxnId="{EBAC044C-9511-436A-AF52-D5E4D84012C8}">
      <dgm:prSet/>
      <dgm:spPr/>
      <dgm:t>
        <a:bodyPr/>
        <a:lstStyle/>
        <a:p>
          <a:endParaRPr lang="en-US"/>
        </a:p>
      </dgm:t>
    </dgm:pt>
    <dgm:pt modelId="{9EBAAD31-1D6D-4DAD-9AC4-7F384F1E0FC3}" type="sibTrans" cxnId="{EBAC044C-9511-436A-AF52-D5E4D84012C8}">
      <dgm:prSet/>
      <dgm:spPr/>
      <dgm:t>
        <a:bodyPr/>
        <a:lstStyle/>
        <a:p>
          <a:endParaRPr lang="en-US"/>
        </a:p>
      </dgm:t>
    </dgm:pt>
    <dgm:pt modelId="{D72A8D1B-6EE2-40A0-987A-4D7C1E5C047B}">
      <dgm:prSet/>
      <dgm:spPr/>
      <dgm:t>
        <a:bodyPr/>
        <a:lstStyle/>
        <a:p>
          <a:r>
            <a:rPr lang="en-AU" dirty="0"/>
            <a:t>Change the flow of control when a program executes. Normally a program executes one line then goes on to the next line. You can jump to different line with keywords like </a:t>
          </a:r>
          <a:r>
            <a:rPr lang="en-AU" dirty="0" err="1"/>
            <a:t>Goto</a:t>
          </a:r>
          <a:r>
            <a:rPr lang="en-AU" dirty="0"/>
            <a:t>, Continue, Break. (Avoid the use of </a:t>
          </a:r>
          <a:r>
            <a:rPr lang="en-AU" dirty="0" err="1"/>
            <a:t>Goto</a:t>
          </a:r>
          <a:r>
            <a:rPr lang="en-AU" dirty="0"/>
            <a:t> statements because it can result in "spaghetti" code.) When you call a method, flow logic jumps to the code in the method and then returns to the calling programming.</a:t>
          </a:r>
          <a:endParaRPr lang="en-US" dirty="0"/>
        </a:p>
      </dgm:t>
    </dgm:pt>
    <dgm:pt modelId="{DB043CCB-CC74-4F6D-88A3-9F7DA227CD93}" type="parTrans" cxnId="{341A9F97-DC19-4F03-A9EB-584CE4EAB8F0}">
      <dgm:prSet/>
      <dgm:spPr/>
      <dgm:t>
        <a:bodyPr/>
        <a:lstStyle/>
        <a:p>
          <a:endParaRPr lang="en-US"/>
        </a:p>
      </dgm:t>
    </dgm:pt>
    <dgm:pt modelId="{F054FDE4-8271-43B2-95E9-4BE4123D8B00}" type="sibTrans" cxnId="{341A9F97-DC19-4F03-A9EB-584CE4EAB8F0}">
      <dgm:prSet/>
      <dgm:spPr/>
      <dgm:t>
        <a:bodyPr/>
        <a:lstStyle/>
        <a:p>
          <a:endParaRPr lang="en-US"/>
        </a:p>
      </dgm:t>
    </dgm:pt>
    <dgm:pt modelId="{F0BD9160-97EB-4F71-85B6-97E85E400088}" type="pres">
      <dgm:prSet presAssocID="{7F7C965F-E21E-461F-A263-FBFADB254DA1}" presName="Name0" presStyleCnt="0">
        <dgm:presLayoutVars>
          <dgm:dir/>
          <dgm:animLvl val="lvl"/>
          <dgm:resizeHandles val="exact"/>
        </dgm:presLayoutVars>
      </dgm:prSet>
      <dgm:spPr/>
    </dgm:pt>
    <dgm:pt modelId="{9215AEF5-0A7C-4311-BCBE-3923EA76C76F}" type="pres">
      <dgm:prSet presAssocID="{28B4465F-B810-4082-8EE7-3E208F7C67A8}" presName="linNode" presStyleCnt="0"/>
      <dgm:spPr/>
    </dgm:pt>
    <dgm:pt modelId="{F949C6D9-85E4-4EAB-9FA3-89FF42703650}" type="pres">
      <dgm:prSet presAssocID="{28B4465F-B810-4082-8EE7-3E208F7C67A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EE193CA-AB13-48CC-85DB-F749A799A068}" type="pres">
      <dgm:prSet presAssocID="{28B4465F-B810-4082-8EE7-3E208F7C67A8}" presName="descendantText" presStyleLbl="alignAccFollowNode1" presStyleIdx="0" presStyleCnt="3">
        <dgm:presLayoutVars>
          <dgm:bulletEnabled val="1"/>
        </dgm:presLayoutVars>
      </dgm:prSet>
      <dgm:spPr/>
    </dgm:pt>
    <dgm:pt modelId="{84CB353A-4139-48BE-9AC3-F5E7D9B9B198}" type="pres">
      <dgm:prSet presAssocID="{0F4C9633-F697-4FF5-9A58-C594FB8829E7}" presName="sp" presStyleCnt="0"/>
      <dgm:spPr/>
    </dgm:pt>
    <dgm:pt modelId="{B7FCFE5A-91FB-4AAD-9D52-1F50C7112F91}" type="pres">
      <dgm:prSet presAssocID="{EC49D441-9CAF-48E0-8A85-C4CF36A38260}" presName="linNode" presStyleCnt="0"/>
      <dgm:spPr/>
    </dgm:pt>
    <dgm:pt modelId="{E034BACB-598C-40A3-AE90-7BD17DFE7C36}" type="pres">
      <dgm:prSet presAssocID="{EC49D441-9CAF-48E0-8A85-C4CF36A3826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801CD43-5931-49D5-96CC-21801E51E2C8}" type="pres">
      <dgm:prSet presAssocID="{EC49D441-9CAF-48E0-8A85-C4CF36A38260}" presName="descendantText" presStyleLbl="alignAccFollowNode1" presStyleIdx="1" presStyleCnt="3">
        <dgm:presLayoutVars>
          <dgm:bulletEnabled val="1"/>
        </dgm:presLayoutVars>
      </dgm:prSet>
      <dgm:spPr/>
    </dgm:pt>
    <dgm:pt modelId="{592581D3-1221-4C3E-8CA6-CBF69B31E362}" type="pres">
      <dgm:prSet presAssocID="{279FAF6D-0BDF-4A8C-A355-BE02D9F1DFE4}" presName="sp" presStyleCnt="0"/>
      <dgm:spPr/>
    </dgm:pt>
    <dgm:pt modelId="{3AB1D7FF-86F8-42FB-9376-CA379598198E}" type="pres">
      <dgm:prSet presAssocID="{8115D2D0-B422-4185-B976-FF74C52B1464}" presName="linNode" presStyleCnt="0"/>
      <dgm:spPr/>
    </dgm:pt>
    <dgm:pt modelId="{3CE5CBBB-D156-4EB3-9E72-C314AFAC11E9}" type="pres">
      <dgm:prSet presAssocID="{8115D2D0-B422-4185-B976-FF74C52B146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49726A7-EFAE-45F9-B884-5C56D6E36B0C}" type="pres">
      <dgm:prSet presAssocID="{8115D2D0-B422-4185-B976-FF74C52B146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121922C-049C-4F13-8A9D-AC54D62ECA31}" type="presOf" srcId="{28B4465F-B810-4082-8EE7-3E208F7C67A8}" destId="{F949C6D9-85E4-4EAB-9FA3-89FF42703650}" srcOrd="0" destOrd="0" presId="urn:microsoft.com/office/officeart/2005/8/layout/vList5"/>
    <dgm:cxn modelId="{B22E9233-7ABC-49D6-BC42-90931339C191}" type="presOf" srcId="{8115D2D0-B422-4185-B976-FF74C52B1464}" destId="{3CE5CBBB-D156-4EB3-9E72-C314AFAC11E9}" srcOrd="0" destOrd="0" presId="urn:microsoft.com/office/officeart/2005/8/layout/vList5"/>
    <dgm:cxn modelId="{EBAC044C-9511-436A-AF52-D5E4D84012C8}" srcId="{7F7C965F-E21E-461F-A263-FBFADB254DA1}" destId="{8115D2D0-B422-4185-B976-FF74C52B1464}" srcOrd="2" destOrd="0" parTransId="{82FC2222-7222-4047-B4C9-37A90635034A}" sibTransId="{9EBAAD31-1D6D-4DAD-9AC4-7F384F1E0FC3}"/>
    <dgm:cxn modelId="{4C01D96C-E347-4762-84EC-ED6C25F27F28}" srcId="{7F7C965F-E21E-461F-A263-FBFADB254DA1}" destId="{28B4465F-B810-4082-8EE7-3E208F7C67A8}" srcOrd="0" destOrd="0" parTransId="{F1DC9BDB-BE8B-4A9A-A838-D1B7A95CB5AF}" sibTransId="{0F4C9633-F697-4FF5-9A58-C594FB8829E7}"/>
    <dgm:cxn modelId="{BD870677-62A7-4920-84C3-4646FB346C09}" type="presOf" srcId="{7F7C965F-E21E-461F-A263-FBFADB254DA1}" destId="{F0BD9160-97EB-4F71-85B6-97E85E400088}" srcOrd="0" destOrd="0" presId="urn:microsoft.com/office/officeart/2005/8/layout/vList5"/>
    <dgm:cxn modelId="{6E78B059-F236-4AA7-B352-281F036BDEEE}" type="presOf" srcId="{AB3DAAEC-5ADB-4552-9E77-35FB6709D709}" destId="{6801CD43-5931-49D5-96CC-21801E51E2C8}" srcOrd="0" destOrd="0" presId="urn:microsoft.com/office/officeart/2005/8/layout/vList5"/>
    <dgm:cxn modelId="{341A9F97-DC19-4F03-A9EB-584CE4EAB8F0}" srcId="{8115D2D0-B422-4185-B976-FF74C52B1464}" destId="{D72A8D1B-6EE2-40A0-987A-4D7C1E5C047B}" srcOrd="0" destOrd="0" parTransId="{DB043CCB-CC74-4F6D-88A3-9F7DA227CD93}" sibTransId="{F054FDE4-8271-43B2-95E9-4BE4123D8B00}"/>
    <dgm:cxn modelId="{6205E4CF-7394-4D20-9964-EE24C3AB65F1}" type="presOf" srcId="{D72A8D1B-6EE2-40A0-987A-4D7C1E5C047B}" destId="{E49726A7-EFAE-45F9-B884-5C56D6E36B0C}" srcOrd="0" destOrd="0" presId="urn:microsoft.com/office/officeart/2005/8/layout/vList5"/>
    <dgm:cxn modelId="{C332E0DA-A23C-4BDB-A833-9F5521BF8901}" srcId="{EC49D441-9CAF-48E0-8A85-C4CF36A38260}" destId="{AB3DAAEC-5ADB-4552-9E77-35FB6709D709}" srcOrd="0" destOrd="0" parTransId="{20E87CC3-C961-4BB8-A35E-4BE2BBA4AA8C}" sibTransId="{FD41FE36-C853-42E1-A322-DCB97E7023B7}"/>
    <dgm:cxn modelId="{F5BD1CE7-C395-4359-9836-912E45D53CDC}" srcId="{7F7C965F-E21E-461F-A263-FBFADB254DA1}" destId="{EC49D441-9CAF-48E0-8A85-C4CF36A38260}" srcOrd="1" destOrd="0" parTransId="{8170502A-241F-4568-9AB9-88681FB52FA6}" sibTransId="{279FAF6D-0BDF-4A8C-A355-BE02D9F1DFE4}"/>
    <dgm:cxn modelId="{564DFFEB-933F-47D4-A40A-C641F64031AD}" type="presOf" srcId="{B736FB89-108D-4D9E-8976-0A5FDB9E61E1}" destId="{BEE193CA-AB13-48CC-85DB-F749A799A068}" srcOrd="0" destOrd="0" presId="urn:microsoft.com/office/officeart/2005/8/layout/vList5"/>
    <dgm:cxn modelId="{AEFD62ED-57D4-4256-AA9A-CC6B5A1F739F}" type="presOf" srcId="{EC49D441-9CAF-48E0-8A85-C4CF36A38260}" destId="{E034BACB-598C-40A3-AE90-7BD17DFE7C36}" srcOrd="0" destOrd="0" presId="urn:microsoft.com/office/officeart/2005/8/layout/vList5"/>
    <dgm:cxn modelId="{CAE3B6F1-7AB6-4350-A6BB-27365E370F8A}" srcId="{28B4465F-B810-4082-8EE7-3E208F7C67A8}" destId="{B736FB89-108D-4D9E-8976-0A5FDB9E61E1}" srcOrd="0" destOrd="0" parTransId="{25047342-AFFD-4E1C-A461-D5065FFA62C6}" sibTransId="{28409EC9-4CE7-49BB-82E0-4A0935EC38A3}"/>
    <dgm:cxn modelId="{A7811514-A6C3-4B09-92A8-342CB6A7F2CA}" type="presParOf" srcId="{F0BD9160-97EB-4F71-85B6-97E85E400088}" destId="{9215AEF5-0A7C-4311-BCBE-3923EA76C76F}" srcOrd="0" destOrd="0" presId="urn:microsoft.com/office/officeart/2005/8/layout/vList5"/>
    <dgm:cxn modelId="{F955F4EB-C709-4BA9-A16E-7B6BEFEC369E}" type="presParOf" srcId="{9215AEF5-0A7C-4311-BCBE-3923EA76C76F}" destId="{F949C6D9-85E4-4EAB-9FA3-89FF42703650}" srcOrd="0" destOrd="0" presId="urn:microsoft.com/office/officeart/2005/8/layout/vList5"/>
    <dgm:cxn modelId="{B9FCAA7A-D6EC-4E05-B8F6-71078C1238B5}" type="presParOf" srcId="{9215AEF5-0A7C-4311-BCBE-3923EA76C76F}" destId="{BEE193CA-AB13-48CC-85DB-F749A799A068}" srcOrd="1" destOrd="0" presId="urn:microsoft.com/office/officeart/2005/8/layout/vList5"/>
    <dgm:cxn modelId="{3D2FA5AE-5493-4E36-B397-A7694E7542BE}" type="presParOf" srcId="{F0BD9160-97EB-4F71-85B6-97E85E400088}" destId="{84CB353A-4139-48BE-9AC3-F5E7D9B9B198}" srcOrd="1" destOrd="0" presId="urn:microsoft.com/office/officeart/2005/8/layout/vList5"/>
    <dgm:cxn modelId="{3989F00D-D915-48CD-B6FA-F5F5B60C4988}" type="presParOf" srcId="{F0BD9160-97EB-4F71-85B6-97E85E400088}" destId="{B7FCFE5A-91FB-4AAD-9D52-1F50C7112F91}" srcOrd="2" destOrd="0" presId="urn:microsoft.com/office/officeart/2005/8/layout/vList5"/>
    <dgm:cxn modelId="{134804BE-B476-4885-A61F-92F304153843}" type="presParOf" srcId="{B7FCFE5A-91FB-4AAD-9D52-1F50C7112F91}" destId="{E034BACB-598C-40A3-AE90-7BD17DFE7C36}" srcOrd="0" destOrd="0" presId="urn:microsoft.com/office/officeart/2005/8/layout/vList5"/>
    <dgm:cxn modelId="{79A9AB8E-4314-4AB2-884E-B9ACB32FA9F1}" type="presParOf" srcId="{B7FCFE5A-91FB-4AAD-9D52-1F50C7112F91}" destId="{6801CD43-5931-49D5-96CC-21801E51E2C8}" srcOrd="1" destOrd="0" presId="urn:microsoft.com/office/officeart/2005/8/layout/vList5"/>
    <dgm:cxn modelId="{969CBCB7-63BA-494A-9095-365754A89F4B}" type="presParOf" srcId="{F0BD9160-97EB-4F71-85B6-97E85E400088}" destId="{592581D3-1221-4C3E-8CA6-CBF69B31E362}" srcOrd="3" destOrd="0" presId="urn:microsoft.com/office/officeart/2005/8/layout/vList5"/>
    <dgm:cxn modelId="{22FA5E81-50DE-402F-BA55-0981F32FE01C}" type="presParOf" srcId="{F0BD9160-97EB-4F71-85B6-97E85E400088}" destId="{3AB1D7FF-86F8-42FB-9376-CA379598198E}" srcOrd="4" destOrd="0" presId="urn:microsoft.com/office/officeart/2005/8/layout/vList5"/>
    <dgm:cxn modelId="{D076CA59-B043-4315-B19F-A24487C032CF}" type="presParOf" srcId="{3AB1D7FF-86F8-42FB-9376-CA379598198E}" destId="{3CE5CBBB-D156-4EB3-9E72-C314AFAC11E9}" srcOrd="0" destOrd="0" presId="urn:microsoft.com/office/officeart/2005/8/layout/vList5"/>
    <dgm:cxn modelId="{10694D23-81E8-4BD4-9BD3-AE1DDD4B8576}" type="presParOf" srcId="{3AB1D7FF-86F8-42FB-9376-CA379598198E}" destId="{E49726A7-EFAE-45F9-B884-5C56D6E36B0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15C30-DA82-41AA-8904-DC9968A4A792}">
      <dsp:nvSpPr>
        <dsp:cNvPr id="0" name=""/>
        <dsp:cNvSpPr/>
      </dsp:nvSpPr>
      <dsp:spPr>
        <a:xfrm>
          <a:off x="0" y="268222"/>
          <a:ext cx="6089650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333248" rIns="47262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35 + 5 = 40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“This also works “ + “for adding strings together”</a:t>
          </a:r>
        </a:p>
      </dsp:txBody>
      <dsp:txXfrm>
        <a:off x="0" y="268222"/>
        <a:ext cx="6089650" cy="932400"/>
      </dsp:txXfrm>
    </dsp:sp>
    <dsp:sp modelId="{C6D4B2C2-D31C-44AE-970F-7C88E2F70709}">
      <dsp:nvSpPr>
        <dsp:cNvPr id="0" name=""/>
        <dsp:cNvSpPr/>
      </dsp:nvSpPr>
      <dsp:spPr>
        <a:xfrm>
          <a:off x="304482" y="32062"/>
          <a:ext cx="426275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kern="1200" dirty="0"/>
            <a:t>Add (+)</a:t>
          </a:r>
          <a:endParaRPr lang="en-US" sz="1600" kern="1200" dirty="0"/>
        </a:p>
      </dsp:txBody>
      <dsp:txXfrm>
        <a:off x="327539" y="55119"/>
        <a:ext cx="4216641" cy="426206"/>
      </dsp:txXfrm>
    </dsp:sp>
    <dsp:sp modelId="{336622A3-13E9-4B7D-8B5C-C9AF6BF500F5}">
      <dsp:nvSpPr>
        <dsp:cNvPr id="0" name=""/>
        <dsp:cNvSpPr/>
      </dsp:nvSpPr>
      <dsp:spPr>
        <a:xfrm>
          <a:off x="0" y="1523182"/>
          <a:ext cx="608965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333248" rIns="47262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5 – 2 = 3</a:t>
          </a:r>
        </a:p>
      </dsp:txBody>
      <dsp:txXfrm>
        <a:off x="0" y="1523182"/>
        <a:ext cx="6089650" cy="680400"/>
      </dsp:txXfrm>
    </dsp:sp>
    <dsp:sp modelId="{184391FD-0001-45BF-8123-9A392E0F66E4}">
      <dsp:nvSpPr>
        <dsp:cNvPr id="0" name=""/>
        <dsp:cNvSpPr/>
      </dsp:nvSpPr>
      <dsp:spPr>
        <a:xfrm>
          <a:off x="304482" y="1287022"/>
          <a:ext cx="426275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kern="1200" dirty="0"/>
            <a:t>Subtract (-)</a:t>
          </a:r>
          <a:endParaRPr lang="en-US" sz="1600" kern="1200" dirty="0"/>
        </a:p>
      </dsp:txBody>
      <dsp:txXfrm>
        <a:off x="327539" y="1310079"/>
        <a:ext cx="4216641" cy="426206"/>
      </dsp:txXfrm>
    </dsp:sp>
    <dsp:sp modelId="{40AE676C-4FCC-4986-8638-ED1D0576957E}">
      <dsp:nvSpPr>
        <dsp:cNvPr id="0" name=""/>
        <dsp:cNvSpPr/>
      </dsp:nvSpPr>
      <dsp:spPr>
        <a:xfrm>
          <a:off x="0" y="2526142"/>
          <a:ext cx="608965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333248" rIns="47262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4 * 2 = 8</a:t>
          </a:r>
        </a:p>
      </dsp:txBody>
      <dsp:txXfrm>
        <a:off x="0" y="2526142"/>
        <a:ext cx="6089650" cy="680400"/>
      </dsp:txXfrm>
    </dsp:sp>
    <dsp:sp modelId="{E3EE28B9-CED6-43BD-996E-72B3650165D2}">
      <dsp:nvSpPr>
        <dsp:cNvPr id="0" name=""/>
        <dsp:cNvSpPr/>
      </dsp:nvSpPr>
      <dsp:spPr>
        <a:xfrm>
          <a:off x="304482" y="2289982"/>
          <a:ext cx="426275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kern="1200" dirty="0"/>
            <a:t>Multiply (*)</a:t>
          </a:r>
          <a:endParaRPr lang="en-US" sz="1600" kern="1200" dirty="0"/>
        </a:p>
      </dsp:txBody>
      <dsp:txXfrm>
        <a:off x="327539" y="2313039"/>
        <a:ext cx="4216641" cy="426206"/>
      </dsp:txXfrm>
    </dsp:sp>
    <dsp:sp modelId="{FB746190-3065-4B06-962C-DCAC3D8196CD}">
      <dsp:nvSpPr>
        <dsp:cNvPr id="0" name=""/>
        <dsp:cNvSpPr/>
      </dsp:nvSpPr>
      <dsp:spPr>
        <a:xfrm>
          <a:off x="0" y="3529102"/>
          <a:ext cx="608965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333248" rIns="47262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10 / 2 = 5</a:t>
          </a:r>
        </a:p>
      </dsp:txBody>
      <dsp:txXfrm>
        <a:off x="0" y="3529102"/>
        <a:ext cx="6089650" cy="680400"/>
      </dsp:txXfrm>
    </dsp:sp>
    <dsp:sp modelId="{8A336C0D-807D-4BA8-AE1F-342EEB8F91F9}">
      <dsp:nvSpPr>
        <dsp:cNvPr id="0" name=""/>
        <dsp:cNvSpPr/>
      </dsp:nvSpPr>
      <dsp:spPr>
        <a:xfrm>
          <a:off x="304482" y="3292942"/>
          <a:ext cx="426275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kern="1200" dirty="0"/>
            <a:t>Divide (/)</a:t>
          </a:r>
          <a:endParaRPr lang="en-US" sz="1600" kern="1200" dirty="0"/>
        </a:p>
      </dsp:txBody>
      <dsp:txXfrm>
        <a:off x="327539" y="3315999"/>
        <a:ext cx="4216641" cy="426206"/>
      </dsp:txXfrm>
    </dsp:sp>
    <dsp:sp modelId="{E5AFF5FC-A131-4C25-8A32-6AD45D616194}">
      <dsp:nvSpPr>
        <dsp:cNvPr id="0" name=""/>
        <dsp:cNvSpPr/>
      </dsp:nvSpPr>
      <dsp:spPr>
        <a:xfrm>
          <a:off x="0" y="4532062"/>
          <a:ext cx="6089650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333248" rIns="47262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800" kern="1200" dirty="0"/>
            <a:t>Find the remainder of a division.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800" kern="1200"/>
            <a:t>282 </a:t>
          </a:r>
          <a:r>
            <a:rPr lang="en-AU" sz="1800" kern="1200" dirty="0"/>
            <a:t>% 120 = 42</a:t>
          </a:r>
          <a:endParaRPr lang="en-US" sz="1800" kern="1200" dirty="0"/>
        </a:p>
      </dsp:txBody>
      <dsp:txXfrm>
        <a:off x="0" y="4532062"/>
        <a:ext cx="6089650" cy="1008000"/>
      </dsp:txXfrm>
    </dsp:sp>
    <dsp:sp modelId="{5BD8E3E0-0E47-4E65-8F12-277952AC4066}">
      <dsp:nvSpPr>
        <dsp:cNvPr id="0" name=""/>
        <dsp:cNvSpPr/>
      </dsp:nvSpPr>
      <dsp:spPr>
        <a:xfrm>
          <a:off x="304482" y="4295902"/>
          <a:ext cx="426275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kern="1200"/>
            <a:t>Modulo/Modulus (%)</a:t>
          </a:r>
          <a:endParaRPr lang="en-US" sz="1600" kern="1200"/>
        </a:p>
      </dsp:txBody>
      <dsp:txXfrm>
        <a:off x="327539" y="4318959"/>
        <a:ext cx="4216641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15C30-DA82-41AA-8904-DC9968A4A792}">
      <dsp:nvSpPr>
        <dsp:cNvPr id="0" name=""/>
        <dsp:cNvSpPr/>
      </dsp:nvSpPr>
      <dsp:spPr>
        <a:xfrm>
          <a:off x="0" y="320557"/>
          <a:ext cx="6089650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291592" rIns="47262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(5 &gt; 2)</a:t>
          </a:r>
        </a:p>
      </dsp:txBody>
      <dsp:txXfrm>
        <a:off x="0" y="320557"/>
        <a:ext cx="6089650" cy="595350"/>
      </dsp:txXfrm>
    </dsp:sp>
    <dsp:sp modelId="{C6D4B2C2-D31C-44AE-970F-7C88E2F70709}">
      <dsp:nvSpPr>
        <dsp:cNvPr id="0" name=""/>
        <dsp:cNvSpPr/>
      </dsp:nvSpPr>
      <dsp:spPr>
        <a:xfrm>
          <a:off x="304482" y="113917"/>
          <a:ext cx="4262755" cy="413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Greater Than ( &gt; )</a:t>
          </a:r>
          <a:endParaRPr lang="en-US" sz="1400" kern="1200" dirty="0"/>
        </a:p>
      </dsp:txBody>
      <dsp:txXfrm>
        <a:off x="324657" y="134092"/>
        <a:ext cx="4222405" cy="372930"/>
      </dsp:txXfrm>
    </dsp:sp>
    <dsp:sp modelId="{336622A3-13E9-4B7D-8B5C-C9AF6BF500F5}">
      <dsp:nvSpPr>
        <dsp:cNvPr id="0" name=""/>
        <dsp:cNvSpPr/>
      </dsp:nvSpPr>
      <dsp:spPr>
        <a:xfrm>
          <a:off x="0" y="1198147"/>
          <a:ext cx="6089650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351709"/>
              <a:satOff val="-3484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291592" rIns="47262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(16 &lt; 9) </a:t>
          </a:r>
        </a:p>
      </dsp:txBody>
      <dsp:txXfrm>
        <a:off x="0" y="1198147"/>
        <a:ext cx="6089650" cy="595350"/>
      </dsp:txXfrm>
    </dsp:sp>
    <dsp:sp modelId="{184391FD-0001-45BF-8123-9A392E0F66E4}">
      <dsp:nvSpPr>
        <dsp:cNvPr id="0" name=""/>
        <dsp:cNvSpPr/>
      </dsp:nvSpPr>
      <dsp:spPr>
        <a:xfrm>
          <a:off x="304482" y="991507"/>
          <a:ext cx="4262755" cy="413280"/>
        </a:xfrm>
        <a:prstGeom prst="round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Less Than ( &lt; )</a:t>
          </a:r>
          <a:endParaRPr lang="en-US" sz="1400" kern="1200" dirty="0"/>
        </a:p>
      </dsp:txBody>
      <dsp:txXfrm>
        <a:off x="324657" y="1011682"/>
        <a:ext cx="4222405" cy="372930"/>
      </dsp:txXfrm>
    </dsp:sp>
    <dsp:sp modelId="{40AE676C-4FCC-4986-8638-ED1D0576957E}">
      <dsp:nvSpPr>
        <dsp:cNvPr id="0" name=""/>
        <dsp:cNvSpPr/>
      </dsp:nvSpPr>
      <dsp:spPr>
        <a:xfrm>
          <a:off x="0" y="2075737"/>
          <a:ext cx="6089650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703417"/>
              <a:satOff val="-6968"/>
              <a:lumOff val="-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291592" rIns="47262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(Deep Fried Chicken == Tasty)  </a:t>
          </a:r>
        </a:p>
      </dsp:txBody>
      <dsp:txXfrm>
        <a:off x="0" y="2075737"/>
        <a:ext cx="6089650" cy="595350"/>
      </dsp:txXfrm>
    </dsp:sp>
    <dsp:sp modelId="{E3EE28B9-CED6-43BD-996E-72B3650165D2}">
      <dsp:nvSpPr>
        <dsp:cNvPr id="0" name=""/>
        <dsp:cNvSpPr/>
      </dsp:nvSpPr>
      <dsp:spPr>
        <a:xfrm>
          <a:off x="304482" y="1869097"/>
          <a:ext cx="4262755" cy="413280"/>
        </a:xfrm>
        <a:prstGeom prst="round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Equal To ( == )</a:t>
          </a:r>
          <a:endParaRPr lang="en-US" sz="1400" kern="1200" dirty="0"/>
        </a:p>
      </dsp:txBody>
      <dsp:txXfrm>
        <a:off x="324657" y="1889272"/>
        <a:ext cx="4222405" cy="372930"/>
      </dsp:txXfrm>
    </dsp:sp>
    <dsp:sp modelId="{FB746190-3065-4B06-962C-DCAC3D8196CD}">
      <dsp:nvSpPr>
        <dsp:cNvPr id="0" name=""/>
        <dsp:cNvSpPr/>
      </dsp:nvSpPr>
      <dsp:spPr>
        <a:xfrm>
          <a:off x="0" y="2953327"/>
          <a:ext cx="6089650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055126"/>
              <a:satOff val="-10451"/>
              <a:lumOff val="-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291592" rIns="47262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 (25 &lt;= 50)</a:t>
          </a:r>
        </a:p>
      </dsp:txBody>
      <dsp:txXfrm>
        <a:off x="0" y="2953327"/>
        <a:ext cx="6089650" cy="595350"/>
      </dsp:txXfrm>
    </dsp:sp>
    <dsp:sp modelId="{8A336C0D-807D-4BA8-AE1F-342EEB8F91F9}">
      <dsp:nvSpPr>
        <dsp:cNvPr id="0" name=""/>
        <dsp:cNvSpPr/>
      </dsp:nvSpPr>
      <dsp:spPr>
        <a:xfrm>
          <a:off x="304482" y="2746687"/>
          <a:ext cx="4262755" cy="413280"/>
        </a:xfrm>
        <a:prstGeom prst="round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Less than or equal to ( &lt;= )</a:t>
          </a:r>
          <a:endParaRPr lang="en-US" sz="1400" kern="1200" dirty="0"/>
        </a:p>
      </dsp:txBody>
      <dsp:txXfrm>
        <a:off x="324657" y="2766862"/>
        <a:ext cx="4222405" cy="372930"/>
      </dsp:txXfrm>
    </dsp:sp>
    <dsp:sp modelId="{E5AFF5FC-A131-4C25-8A32-6AD45D616194}">
      <dsp:nvSpPr>
        <dsp:cNvPr id="0" name=""/>
        <dsp:cNvSpPr/>
      </dsp:nvSpPr>
      <dsp:spPr>
        <a:xfrm>
          <a:off x="0" y="3830917"/>
          <a:ext cx="6089650" cy="672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5406834"/>
              <a:satOff val="-13935"/>
              <a:lumOff val="-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291592" rIns="47262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800" kern="1200" dirty="0"/>
            <a:t>(40 &gt;= 40)</a:t>
          </a:r>
          <a:endParaRPr lang="en-US" sz="1800" kern="1200" dirty="0"/>
        </a:p>
      </dsp:txBody>
      <dsp:txXfrm>
        <a:off x="0" y="3830917"/>
        <a:ext cx="6089650" cy="672525"/>
      </dsp:txXfrm>
    </dsp:sp>
    <dsp:sp modelId="{5BD8E3E0-0E47-4E65-8F12-277952AC4066}">
      <dsp:nvSpPr>
        <dsp:cNvPr id="0" name=""/>
        <dsp:cNvSpPr/>
      </dsp:nvSpPr>
      <dsp:spPr>
        <a:xfrm>
          <a:off x="304482" y="3624277"/>
          <a:ext cx="4262755" cy="413280"/>
        </a:xfrm>
        <a:prstGeom prst="round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Greater Than or Equal To ( &gt;= )</a:t>
          </a:r>
        </a:p>
      </dsp:txBody>
      <dsp:txXfrm>
        <a:off x="324657" y="3644452"/>
        <a:ext cx="4222405" cy="372930"/>
      </dsp:txXfrm>
    </dsp:sp>
    <dsp:sp modelId="{8D5A19D5-52B7-4BF9-A6FB-E63D7A7D4737}">
      <dsp:nvSpPr>
        <dsp:cNvPr id="0" name=""/>
        <dsp:cNvSpPr/>
      </dsp:nvSpPr>
      <dsp:spPr>
        <a:xfrm>
          <a:off x="0" y="4785682"/>
          <a:ext cx="6089650" cy="672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291592" rIns="47262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(100 / 2) != 50</a:t>
          </a:r>
        </a:p>
      </dsp:txBody>
      <dsp:txXfrm>
        <a:off x="0" y="4785682"/>
        <a:ext cx="6089650" cy="672525"/>
      </dsp:txXfrm>
    </dsp:sp>
    <dsp:sp modelId="{C1289E1C-8172-458F-BFD3-BBEDD0F9CF7E}">
      <dsp:nvSpPr>
        <dsp:cNvPr id="0" name=""/>
        <dsp:cNvSpPr/>
      </dsp:nvSpPr>
      <dsp:spPr>
        <a:xfrm>
          <a:off x="304482" y="4579042"/>
          <a:ext cx="4262755" cy="41328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Not Equal To ( != )</a:t>
          </a:r>
        </a:p>
      </dsp:txBody>
      <dsp:txXfrm>
        <a:off x="324657" y="4599217"/>
        <a:ext cx="4222405" cy="372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15C30-DA82-41AA-8904-DC9968A4A792}">
      <dsp:nvSpPr>
        <dsp:cNvPr id="0" name=""/>
        <dsp:cNvSpPr/>
      </dsp:nvSpPr>
      <dsp:spPr>
        <a:xfrm>
          <a:off x="0" y="331785"/>
          <a:ext cx="6089650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395732" rIns="47262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(1 == 2) &amp;&amp; ( 6 &lt; 10)</a:t>
          </a:r>
        </a:p>
      </dsp:txBody>
      <dsp:txXfrm>
        <a:off x="0" y="331785"/>
        <a:ext cx="6089650" cy="807975"/>
      </dsp:txXfrm>
    </dsp:sp>
    <dsp:sp modelId="{C6D4B2C2-D31C-44AE-970F-7C88E2F70709}">
      <dsp:nvSpPr>
        <dsp:cNvPr id="0" name=""/>
        <dsp:cNvSpPr/>
      </dsp:nvSpPr>
      <dsp:spPr>
        <a:xfrm>
          <a:off x="304482" y="51345"/>
          <a:ext cx="4262755" cy="5608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 dirty="0"/>
            <a:t>AND (&amp;&amp;)</a:t>
          </a:r>
          <a:endParaRPr lang="en-US" sz="1900" kern="1200" dirty="0"/>
        </a:p>
      </dsp:txBody>
      <dsp:txXfrm>
        <a:off x="331862" y="78725"/>
        <a:ext cx="4207995" cy="506120"/>
      </dsp:txXfrm>
    </dsp:sp>
    <dsp:sp modelId="{336622A3-13E9-4B7D-8B5C-C9AF6BF500F5}">
      <dsp:nvSpPr>
        <dsp:cNvPr id="0" name=""/>
        <dsp:cNvSpPr/>
      </dsp:nvSpPr>
      <dsp:spPr>
        <a:xfrm>
          <a:off x="0" y="1522800"/>
          <a:ext cx="6089650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266964"/>
              <a:satOff val="-13592"/>
              <a:lumOff val="32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395732" rIns="47262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(1 == 2) || ( 6 &lt; 10)</a:t>
          </a:r>
        </a:p>
      </dsp:txBody>
      <dsp:txXfrm>
        <a:off x="0" y="1522800"/>
        <a:ext cx="6089650" cy="807975"/>
      </dsp:txXfrm>
    </dsp:sp>
    <dsp:sp modelId="{184391FD-0001-45BF-8123-9A392E0F66E4}">
      <dsp:nvSpPr>
        <dsp:cNvPr id="0" name=""/>
        <dsp:cNvSpPr/>
      </dsp:nvSpPr>
      <dsp:spPr>
        <a:xfrm>
          <a:off x="304482" y="1242360"/>
          <a:ext cx="4262755" cy="560880"/>
        </a:xfrm>
        <a:prstGeom prst="roundRect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 dirty="0"/>
            <a:t>OR (||)</a:t>
          </a:r>
          <a:endParaRPr lang="en-US" sz="1900" kern="1200" dirty="0"/>
        </a:p>
      </dsp:txBody>
      <dsp:txXfrm>
        <a:off x="331862" y="1269740"/>
        <a:ext cx="4207995" cy="506120"/>
      </dsp:txXfrm>
    </dsp:sp>
    <dsp:sp modelId="{40AE676C-4FCC-4986-8638-ED1D0576957E}">
      <dsp:nvSpPr>
        <dsp:cNvPr id="0" name=""/>
        <dsp:cNvSpPr/>
      </dsp:nvSpPr>
      <dsp:spPr>
        <a:xfrm>
          <a:off x="0" y="2713815"/>
          <a:ext cx="6089650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33927"/>
              <a:satOff val="-27185"/>
              <a:lumOff val="64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395732" rIns="47262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!(2==2)</a:t>
          </a:r>
        </a:p>
      </dsp:txBody>
      <dsp:txXfrm>
        <a:off x="0" y="2713815"/>
        <a:ext cx="6089650" cy="807975"/>
      </dsp:txXfrm>
    </dsp:sp>
    <dsp:sp modelId="{E3EE28B9-CED6-43BD-996E-72B3650165D2}">
      <dsp:nvSpPr>
        <dsp:cNvPr id="0" name=""/>
        <dsp:cNvSpPr/>
      </dsp:nvSpPr>
      <dsp:spPr>
        <a:xfrm>
          <a:off x="304482" y="2433375"/>
          <a:ext cx="4262755" cy="560880"/>
        </a:xfrm>
        <a:prstGeom prst="roundRect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 dirty="0"/>
            <a:t>NOT (!)</a:t>
          </a:r>
          <a:endParaRPr lang="en-US" sz="1900" kern="1200" dirty="0"/>
        </a:p>
      </dsp:txBody>
      <dsp:txXfrm>
        <a:off x="331862" y="2460755"/>
        <a:ext cx="4207995" cy="506120"/>
      </dsp:txXfrm>
    </dsp:sp>
    <dsp:sp modelId="{E5AFF5FC-A131-4C25-8A32-6AD45D616194}">
      <dsp:nvSpPr>
        <dsp:cNvPr id="0" name=""/>
        <dsp:cNvSpPr/>
      </dsp:nvSpPr>
      <dsp:spPr>
        <a:xfrm>
          <a:off x="0" y="3904830"/>
          <a:ext cx="6089650" cy="1615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395732" rIns="47262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800" kern="1200" dirty="0"/>
            <a:t>Returns false if both statements equate the same. i.e. They must be different to return True.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(2==2) ^ (5 &gt; 2)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800" kern="1200" dirty="0"/>
            <a:t>(5 % 2) == 1 ^ (6 - 5) == 1</a:t>
          </a:r>
          <a:endParaRPr lang="en-US" sz="1800" kern="1200" dirty="0"/>
        </a:p>
      </dsp:txBody>
      <dsp:txXfrm>
        <a:off x="0" y="3904830"/>
        <a:ext cx="6089650" cy="1615950"/>
      </dsp:txXfrm>
    </dsp:sp>
    <dsp:sp modelId="{5BD8E3E0-0E47-4E65-8F12-277952AC4066}">
      <dsp:nvSpPr>
        <dsp:cNvPr id="0" name=""/>
        <dsp:cNvSpPr/>
      </dsp:nvSpPr>
      <dsp:spPr>
        <a:xfrm>
          <a:off x="304482" y="3624390"/>
          <a:ext cx="4262755" cy="560880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 dirty="0"/>
            <a:t>XOR (^)</a:t>
          </a:r>
          <a:endParaRPr lang="en-US" sz="1900" kern="1200" dirty="0"/>
        </a:p>
      </dsp:txBody>
      <dsp:txXfrm>
        <a:off x="331862" y="3651770"/>
        <a:ext cx="4207995" cy="5061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A6FE5-F627-4D2B-9BE2-9E96E7C607E6}">
      <dsp:nvSpPr>
        <dsp:cNvPr id="0" name=""/>
        <dsp:cNvSpPr/>
      </dsp:nvSpPr>
      <dsp:spPr>
        <a:xfrm>
          <a:off x="0" y="388462"/>
          <a:ext cx="608965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416560" rIns="47262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This operator takes a value and increases it by one.</a:t>
          </a:r>
        </a:p>
      </dsp:txBody>
      <dsp:txXfrm>
        <a:off x="0" y="388462"/>
        <a:ext cx="6089650" cy="1134000"/>
      </dsp:txXfrm>
    </dsp:sp>
    <dsp:sp modelId="{88FD8B0C-5656-4C74-9F31-72D3E4986A35}">
      <dsp:nvSpPr>
        <dsp:cNvPr id="0" name=""/>
        <dsp:cNvSpPr/>
      </dsp:nvSpPr>
      <dsp:spPr>
        <a:xfrm>
          <a:off x="304482" y="93262"/>
          <a:ext cx="4262755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b="0" i="0" kern="1200" dirty="0"/>
            <a:t>Increment</a:t>
          </a:r>
          <a:r>
            <a:rPr lang="en-AU" sz="2000" b="1" i="0" kern="1200" dirty="0"/>
            <a:t> ( ++ )</a:t>
          </a:r>
          <a:endParaRPr lang="en-US" sz="2000" kern="1200" dirty="0"/>
        </a:p>
      </dsp:txBody>
      <dsp:txXfrm>
        <a:off x="333303" y="122083"/>
        <a:ext cx="4205113" cy="532758"/>
      </dsp:txXfrm>
    </dsp:sp>
    <dsp:sp modelId="{8C096DF3-978C-480A-8FA7-EFBB99AA850D}">
      <dsp:nvSpPr>
        <dsp:cNvPr id="0" name=""/>
        <dsp:cNvSpPr/>
      </dsp:nvSpPr>
      <dsp:spPr>
        <a:xfrm>
          <a:off x="0" y="1925662"/>
          <a:ext cx="608965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416560" rIns="47262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This operator takes a value and decreases it by one.</a:t>
          </a:r>
        </a:p>
      </dsp:txBody>
      <dsp:txXfrm>
        <a:off x="0" y="1925662"/>
        <a:ext cx="6089650" cy="1134000"/>
      </dsp:txXfrm>
    </dsp:sp>
    <dsp:sp modelId="{55CF359B-3A73-4E93-B62A-797988E81D6E}">
      <dsp:nvSpPr>
        <dsp:cNvPr id="0" name=""/>
        <dsp:cNvSpPr/>
      </dsp:nvSpPr>
      <dsp:spPr>
        <a:xfrm>
          <a:off x="304482" y="1630462"/>
          <a:ext cx="4262755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Decrement ( -- )</a:t>
          </a:r>
        </a:p>
      </dsp:txBody>
      <dsp:txXfrm>
        <a:off x="333303" y="1659283"/>
        <a:ext cx="4205113" cy="532758"/>
      </dsp:txXfrm>
    </dsp:sp>
    <dsp:sp modelId="{436DB942-6620-46B8-890C-5AB54A3AC1C7}">
      <dsp:nvSpPr>
        <dsp:cNvPr id="0" name=""/>
        <dsp:cNvSpPr/>
      </dsp:nvSpPr>
      <dsp:spPr>
        <a:xfrm>
          <a:off x="0" y="3462862"/>
          <a:ext cx="6089650" cy="201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416560" rIns="47262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Each of these operators can be used before or after a variable.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While both change the value of the variable, when used after, the original value is output in the statement and then it is incremented.</a:t>
          </a:r>
        </a:p>
      </dsp:txBody>
      <dsp:txXfrm>
        <a:off x="0" y="3462862"/>
        <a:ext cx="6089650" cy="2016000"/>
      </dsp:txXfrm>
    </dsp:sp>
    <dsp:sp modelId="{85A8474A-D384-4011-9E64-65B9508B1E6B}">
      <dsp:nvSpPr>
        <dsp:cNvPr id="0" name=""/>
        <dsp:cNvSpPr/>
      </dsp:nvSpPr>
      <dsp:spPr>
        <a:xfrm>
          <a:off x="304482" y="3167662"/>
          <a:ext cx="4262755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Post vs Pre ( </a:t>
          </a:r>
          <a:r>
            <a:rPr lang="en-US" sz="2000" kern="1200" dirty="0" err="1"/>
            <a:t>i</a:t>
          </a:r>
          <a:r>
            <a:rPr lang="en-US" sz="2000" kern="1200" dirty="0"/>
            <a:t>++ / ++</a:t>
          </a:r>
          <a:r>
            <a:rPr lang="en-US" sz="2000" kern="1200" dirty="0" err="1"/>
            <a:t>i</a:t>
          </a:r>
          <a:r>
            <a:rPr lang="en-US" sz="2000" kern="1200" dirty="0"/>
            <a:t>)</a:t>
          </a:r>
        </a:p>
      </dsp:txBody>
      <dsp:txXfrm>
        <a:off x="333303" y="3196483"/>
        <a:ext cx="4205113" cy="532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E193CA-AB13-48CC-85DB-F749A799A068}">
      <dsp:nvSpPr>
        <dsp:cNvPr id="0" name=""/>
        <dsp:cNvSpPr/>
      </dsp:nvSpPr>
      <dsp:spPr>
        <a:xfrm rot="5400000">
          <a:off x="4074949" y="-1325974"/>
          <a:ext cx="1510850" cy="454623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Provide alternative paths by using statements like If and Switch.</a:t>
          </a:r>
          <a:endParaRPr lang="en-US" sz="1300" kern="1200" dirty="0"/>
        </a:p>
      </dsp:txBody>
      <dsp:txXfrm rot="-5400000">
        <a:off x="2557257" y="265472"/>
        <a:ext cx="4472480" cy="1363342"/>
      </dsp:txXfrm>
    </dsp:sp>
    <dsp:sp modelId="{F949C6D9-85E4-4EAB-9FA3-89FF42703650}">
      <dsp:nvSpPr>
        <dsp:cNvPr id="0" name=""/>
        <dsp:cNvSpPr/>
      </dsp:nvSpPr>
      <dsp:spPr>
        <a:xfrm>
          <a:off x="0" y="2861"/>
          <a:ext cx="2557257" cy="188856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700" kern="1200" dirty="0"/>
            <a:t>Selection constructs</a:t>
          </a:r>
          <a:endParaRPr lang="en-US" sz="3700" kern="1200" dirty="0"/>
        </a:p>
      </dsp:txBody>
      <dsp:txXfrm>
        <a:off x="92192" y="95053"/>
        <a:ext cx="2372873" cy="1704178"/>
      </dsp:txXfrm>
    </dsp:sp>
    <dsp:sp modelId="{6801CD43-5931-49D5-96CC-21801E51E2C8}">
      <dsp:nvSpPr>
        <dsp:cNvPr id="0" name=""/>
        <dsp:cNvSpPr/>
      </dsp:nvSpPr>
      <dsp:spPr>
        <a:xfrm rot="5400000">
          <a:off x="4074949" y="657016"/>
          <a:ext cx="1510850" cy="4546234"/>
        </a:xfrm>
        <a:prstGeom prst="round2Same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Lets you repeat blocks of code. The For loop iterates a fixed number of times. A While loop iterates a variable number of times. </a:t>
          </a:r>
          <a:endParaRPr lang="en-US" sz="1300" kern="1200" dirty="0"/>
        </a:p>
      </dsp:txBody>
      <dsp:txXfrm rot="-5400000">
        <a:off x="2557257" y="2248462"/>
        <a:ext cx="4472480" cy="1363342"/>
      </dsp:txXfrm>
    </dsp:sp>
    <dsp:sp modelId="{E034BACB-598C-40A3-AE90-7BD17DFE7C36}">
      <dsp:nvSpPr>
        <dsp:cNvPr id="0" name=""/>
        <dsp:cNvSpPr/>
      </dsp:nvSpPr>
      <dsp:spPr>
        <a:xfrm>
          <a:off x="0" y="1985852"/>
          <a:ext cx="2557257" cy="1888562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700" kern="1200"/>
            <a:t>Iteration constructs</a:t>
          </a:r>
          <a:endParaRPr lang="en-US" sz="3700" kern="1200"/>
        </a:p>
      </dsp:txBody>
      <dsp:txXfrm>
        <a:off x="92192" y="2078044"/>
        <a:ext cx="2372873" cy="1704178"/>
      </dsp:txXfrm>
    </dsp:sp>
    <dsp:sp modelId="{E49726A7-EFAE-45F9-B884-5C56D6E36B0C}">
      <dsp:nvSpPr>
        <dsp:cNvPr id="0" name=""/>
        <dsp:cNvSpPr/>
      </dsp:nvSpPr>
      <dsp:spPr>
        <a:xfrm rot="5400000">
          <a:off x="4074949" y="2640007"/>
          <a:ext cx="1510850" cy="4546234"/>
        </a:xfrm>
        <a:prstGeom prst="round2Same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Change the flow of control when a program executes. Normally a program executes one line then goes on to the next line. You can jump to different line with keywords like </a:t>
          </a:r>
          <a:r>
            <a:rPr lang="en-AU" sz="1300" kern="1200" dirty="0" err="1"/>
            <a:t>Goto</a:t>
          </a:r>
          <a:r>
            <a:rPr lang="en-AU" sz="1300" kern="1200" dirty="0"/>
            <a:t>, Continue, Break. (Avoid the use of </a:t>
          </a:r>
          <a:r>
            <a:rPr lang="en-AU" sz="1300" kern="1200" dirty="0" err="1"/>
            <a:t>Goto</a:t>
          </a:r>
          <a:r>
            <a:rPr lang="en-AU" sz="1300" kern="1200" dirty="0"/>
            <a:t> statements because it can result in "spaghetti" code.) When you call a method, flow logic jumps to the code in the method and then returns to the calling programming.</a:t>
          </a:r>
          <a:endParaRPr lang="en-US" sz="1300" kern="1200" dirty="0"/>
        </a:p>
      </dsp:txBody>
      <dsp:txXfrm rot="-5400000">
        <a:off x="2557257" y="4231453"/>
        <a:ext cx="4472480" cy="1363342"/>
      </dsp:txXfrm>
    </dsp:sp>
    <dsp:sp modelId="{3CE5CBBB-D156-4EB3-9E72-C314AFAC11E9}">
      <dsp:nvSpPr>
        <dsp:cNvPr id="0" name=""/>
        <dsp:cNvSpPr/>
      </dsp:nvSpPr>
      <dsp:spPr>
        <a:xfrm>
          <a:off x="0" y="3968843"/>
          <a:ext cx="2557257" cy="1888562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700" kern="1200"/>
            <a:t>Sequence constructs</a:t>
          </a:r>
          <a:endParaRPr lang="en-US" sz="3700" kern="1200"/>
        </a:p>
      </dsp:txBody>
      <dsp:txXfrm>
        <a:off x="92192" y="4061035"/>
        <a:ext cx="2372873" cy="17041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B98AD-8BEC-402F-9F27-106C23B61677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7DF5C-75CC-4D6F-89DA-0AA9819309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1881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7DF5C-75CC-4D6F-89DA-0AA981930981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852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False</a:t>
            </a:r>
          </a:p>
          <a:p>
            <a:r>
              <a:rPr lang="en-AU" dirty="0"/>
              <a:t>True</a:t>
            </a:r>
          </a:p>
          <a:p>
            <a:r>
              <a:rPr lang="en-AU" dirty="0"/>
              <a:t>False</a:t>
            </a:r>
          </a:p>
          <a:p>
            <a:r>
              <a:rPr lang="en-AU" dirty="0"/>
              <a:t>False</a:t>
            </a:r>
          </a:p>
          <a:p>
            <a:r>
              <a:rPr lang="en-AU" dirty="0"/>
              <a:t>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7DF5C-75CC-4D6F-89DA-0AA981930981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9813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False</a:t>
            </a:r>
          </a:p>
          <a:p>
            <a:r>
              <a:rPr lang="en-AU" dirty="0"/>
              <a:t>True</a:t>
            </a:r>
          </a:p>
          <a:p>
            <a:r>
              <a:rPr lang="en-AU" dirty="0"/>
              <a:t>False</a:t>
            </a:r>
          </a:p>
          <a:p>
            <a:r>
              <a:rPr lang="en-AU" dirty="0"/>
              <a:t>False</a:t>
            </a:r>
          </a:p>
          <a:p>
            <a:r>
              <a:rPr lang="en-AU" dirty="0"/>
              <a:t>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7DF5C-75CC-4D6F-89DA-0AA981930981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3939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FBC81-A241-4F91-90FB-AAC3A03C7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FEFC4-F398-4822-967C-5C3B9240B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86A07-4248-44ED-93BF-97D105BCB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EA297-412E-4D37-9A65-E8D37252B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82054-E5DA-41FE-B1B8-F14BE3C3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2543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644E-4FAF-47D6-B407-AE7981B9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0FACB-8E44-4FFD-A194-C015E4602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C40E8-99D5-4140-86BC-5C9D5C79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A81B1-BA04-4935-AF35-B01E969D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9D935-EC79-4A7F-AB3B-361DE765A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001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3441-9EB8-4C41-95CE-C895C310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81BD1-BB26-4AA0-B6E6-AF3C806DB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41D37-0383-4D1A-BAB0-813799925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C642A-E586-4C4A-9280-B712BEC7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E26A7-65F5-4ADA-9B74-1E02E25D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49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4BA0-7DDD-4D10-9688-B0B2732B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D868E-7217-43DC-A6B2-7C1275E5C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1E5B4-8C6B-4894-875A-82B326633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24DFC-2F0E-4360-98AE-477DFC73E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8217B-847C-4198-B902-72556699D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9CD8F-95F2-4601-823B-2EC6C315A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488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9A2E-7C46-4486-B8BB-4E3C05EDC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88DBE-37A0-417C-8627-4988694F6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8848C-696F-41D5-BEA7-7A8ED604D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F940C-D98A-4B85-9A4D-C00546C91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908307-9C0D-40A5-BEC3-8320101E9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315BCA-59D3-4113-A874-EE66A32B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468963-8E1C-4465-A95B-75F90FBCF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10008-EEED-4199-B7C4-93ABA37A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23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2D65-4D4C-4185-82D9-4B909941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A49DA-CA70-4936-BE39-E91BE4C8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E9C2B-A44A-4E5B-8CA0-D2FE1DD81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2117A-D074-4434-933B-85A40B2B8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5349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763768-ED92-44C2-AFBF-75CC121B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61E2F9-6340-4E51-8B6D-8D28F557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31F99-3906-4939-BF07-28846AFE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9051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06806-A789-4A34-B2FF-032A52764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4A72-D858-4EE2-9324-E182E9F8E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D2646-32B8-4220-AADE-D1AC5A165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3F6E5-6FF2-4437-A1D7-616F44C0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D9E84-D283-44C4-B122-A375D6069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8397-67E6-4989-B22F-140181B47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3111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1A31-27C7-4E95-AD6B-26EF335B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088CD-380C-4D17-BE95-717309944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8E3A8-5C47-4E1C-9E46-D0B3A0CDD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11978-02BC-4E4D-96F6-FEF45266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16247-13EA-43E9-9C25-C8F8F617E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90CCC-5174-4897-91E7-34C08011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245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1B92C-4076-4238-9C9B-BD1C68D76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78A0B-867F-4F6E-9509-95CED808C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F099B-E752-40D0-90BE-639A66BC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9ABF9-C6AB-435F-AA04-E1B18BAE3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0A09A-21C7-453E-B6D8-784351FE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61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CD7318-D0DD-4CA3-A3F2-51F6CC753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97345-DDCB-49C0-8A33-859EA83C9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41AE6-0DFD-4261-B0C5-30CDC5231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BD43F-4A1F-4172-8CBB-84C61539A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94090-CDF2-4837-9E03-C4FD10002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6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0BD93-F774-4936-AF20-DF4AC1E32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729C8-2DEC-4837-BDD6-4040F7A7F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ADFCE-E250-4581-8E93-1D7820AA53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16B9B-6D81-49B4-9761-366AA1E550A3}" type="datetimeFigureOut">
              <a:rPr lang="en-AU" smtClean="0"/>
              <a:t>3/02/2024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07DA4-58F8-4C9F-802B-6E422D980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F51E-0E22-4DAB-9059-E2E4E8B06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69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2A7CA8-EFA2-43CC-B17D-06915365C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6776" y="2040508"/>
            <a:ext cx="6418447" cy="1070261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Introduction to 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DF1A5-284F-44B7-9632-F92A2CBCE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3402" y="3429000"/>
            <a:ext cx="6105194" cy="682079"/>
          </a:xfrm>
        </p:spPr>
        <p:txBody>
          <a:bodyPr vert="horz" lIns="91440" tIns="45720" rIns="91440" bIns="45720" rtlCol="0" anchor="t">
            <a:normAutofit fontScale="32500" lnSpcReduction="20000"/>
          </a:bodyPr>
          <a:lstStyle/>
          <a:p>
            <a:r>
              <a:rPr lang="en-AU" sz="4000" dirty="0">
                <a:solidFill>
                  <a:srgbClr val="FFFFFF"/>
                </a:solidFill>
              </a:rPr>
              <a:t>Part 2</a:t>
            </a:r>
          </a:p>
          <a:p>
            <a:endParaRPr lang="en-AU" sz="900" dirty="0">
              <a:solidFill>
                <a:srgbClr val="FFFFFF"/>
              </a:solidFill>
            </a:endParaRPr>
          </a:p>
          <a:p>
            <a:r>
              <a:rPr lang="en-AU" sz="4300" i="1" dirty="0">
                <a:solidFill>
                  <a:srgbClr val="FFFFFF"/>
                </a:solidFill>
              </a:rPr>
              <a:t>Operators, Program Constructs (Selection)</a:t>
            </a:r>
            <a:endParaRPr lang="en-AU" sz="4300" i="1" dirty="0">
              <a:solidFill>
                <a:srgbClr val="FFFFFF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1858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95D989-81FA-4BAD-9AD5-E46CEDA91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CFF3D-7327-4C23-8AF3-A6E150AE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pPr algn="ctr"/>
            <a:r>
              <a:rPr lang="en-AU" dirty="0">
                <a:solidFill>
                  <a:srgbClr val="FFFFFF"/>
                </a:solidFill>
              </a:rPr>
              <a:t>Arithmetic Operators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6189E5-8A3E-4CFD-B71B-CCD0F8495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0BE09E-21F1-4F2A-AE40-1D24369472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505432"/>
              </p:ext>
            </p:extLst>
          </p:nvPr>
        </p:nvGraphicFramePr>
        <p:xfrm>
          <a:off x="5459413" y="642938"/>
          <a:ext cx="608965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2162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95D989-81FA-4BAD-9AD5-E46CEDA91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CFF3D-7327-4C23-8AF3-A6E150AE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pPr algn="ctr"/>
            <a:r>
              <a:rPr lang="en-AU" dirty="0">
                <a:solidFill>
                  <a:srgbClr val="FFFFFF"/>
                </a:solidFill>
              </a:rPr>
              <a:t>Comparison Operators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6189E5-8A3E-4CFD-B71B-CCD0F8495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0BE09E-21F1-4F2A-AE40-1D24369472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196094"/>
              </p:ext>
            </p:extLst>
          </p:nvPr>
        </p:nvGraphicFramePr>
        <p:xfrm>
          <a:off x="5459413" y="642938"/>
          <a:ext cx="608965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1279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95D989-81FA-4BAD-9AD5-E46CEDA91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CFF3D-7327-4C23-8AF3-A6E150AE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pPr algn="ctr"/>
            <a:r>
              <a:rPr lang="en-AU" dirty="0">
                <a:solidFill>
                  <a:srgbClr val="FFFFFF"/>
                </a:solidFill>
              </a:rPr>
              <a:t>Logical Operators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6189E5-8A3E-4CFD-B71B-CCD0F8495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0BE09E-21F1-4F2A-AE40-1D24369472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3300161"/>
              </p:ext>
            </p:extLst>
          </p:nvPr>
        </p:nvGraphicFramePr>
        <p:xfrm>
          <a:off x="5459413" y="642938"/>
          <a:ext cx="608965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8526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95D989-81FA-4BAD-9AD5-E46CEDA91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CFF3D-7327-4C23-8AF3-A6E150AE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pPr algn="ctr"/>
            <a:r>
              <a:rPr lang="en-AU" dirty="0">
                <a:solidFill>
                  <a:srgbClr val="FFFFFF"/>
                </a:solidFill>
              </a:rPr>
              <a:t>Unary Operators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6189E5-8A3E-4CFD-B71B-CCD0F8495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0BE09E-21F1-4F2A-AE40-1D24369472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813308"/>
              </p:ext>
            </p:extLst>
          </p:nvPr>
        </p:nvGraphicFramePr>
        <p:xfrm>
          <a:off x="5459413" y="642938"/>
          <a:ext cx="608965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363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2E5F0D-0ABC-4EA2-94C8-33FAB9D0E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4724288" cy="6861324"/>
          </a:xfrm>
          <a:prstGeom prst="rect">
            <a:avLst/>
          </a:prstGeom>
          <a:solidFill>
            <a:srgbClr val="000000">
              <a:alpha val="803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3E23B4E-0A1B-44D1-9FF4-970355884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19042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007CA-CB55-47D2-B6AB-DE0C3AB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13312"/>
            <a:ext cx="3276601" cy="3028051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Program Constructs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6B4828-A712-480B-830C-86679603F7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87310" y="427921"/>
          <a:ext cx="7103492" cy="5860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785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C7754-F995-D9F8-86B2-E492E64AD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Program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Constructs</a:t>
            </a:r>
          </a:p>
        </p:txBody>
      </p:sp>
      <p:pic>
        <p:nvPicPr>
          <p:cNvPr id="4" name="Content Placeholder 3" descr="A diagram of a flowchart&#10;&#10;Description automatically generated">
            <a:extLst>
              <a:ext uri="{FF2B5EF4-FFF2-40B4-BE49-F238E27FC236}">
                <a16:creationId xmlns:a16="http://schemas.microsoft.com/office/drawing/2014/main" id="{AB22ED21-8DC1-B130-94D3-01CA6E821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0871" y="1996773"/>
            <a:ext cx="11014256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984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789ED-564C-4248-ACC3-99391C1C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If else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D06E0-7790-4DE0-9C67-EC1420145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An </a:t>
            </a:r>
            <a:r>
              <a:rPr lang="en-AU" dirty="0" err="1"/>
              <a:t>IfElse</a:t>
            </a:r>
            <a:r>
              <a:rPr lang="en-AU" dirty="0"/>
              <a:t> statement is used to change the resolution of the statement being evaluated, and as a result the execution of the program. (Selection)</a:t>
            </a:r>
          </a:p>
          <a:p>
            <a:r>
              <a:rPr lang="en-AU" dirty="0"/>
              <a:t>For example:</a:t>
            </a:r>
          </a:p>
          <a:p>
            <a:pPr marL="0" indent="0">
              <a:buNone/>
            </a:pPr>
            <a:r>
              <a:rPr lang="en-AU" dirty="0"/>
              <a:t>If(password == “SafeP@ssword1”)</a:t>
            </a:r>
          </a:p>
          <a:p>
            <a:pPr marL="0" indent="0">
              <a:buNone/>
            </a:pPr>
            <a:r>
              <a:rPr lang="en-AU" dirty="0"/>
              <a:t>{</a:t>
            </a:r>
          </a:p>
          <a:p>
            <a:pPr marL="0" indent="0">
              <a:buNone/>
            </a:pPr>
            <a:r>
              <a:rPr lang="en-AU" dirty="0"/>
              <a:t> //Allow access.</a:t>
            </a:r>
          </a:p>
          <a:p>
            <a:pPr marL="0" indent="0">
              <a:buNone/>
            </a:pPr>
            <a:r>
              <a:rPr lang="en-AU" dirty="0"/>
              <a:t>}else</a:t>
            </a:r>
          </a:p>
          <a:p>
            <a:pPr marL="0" indent="0">
              <a:buNone/>
            </a:pPr>
            <a:r>
              <a:rPr lang="en-AU" dirty="0"/>
              <a:t>{</a:t>
            </a:r>
          </a:p>
          <a:p>
            <a:pPr marL="0" indent="0">
              <a:buNone/>
            </a:pPr>
            <a:r>
              <a:rPr lang="en-AU" dirty="0"/>
              <a:t> // Access Denied.</a:t>
            </a:r>
          </a:p>
          <a:p>
            <a:pPr marL="0" indent="0">
              <a:buNone/>
            </a:pPr>
            <a:r>
              <a:rPr lang="en-AU" dirty="0"/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40CC3-7973-4785-B544-61F8E1A5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6980"/>
            <a:ext cx="5968709" cy="34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31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B697A-9334-4F31-9BED-BBB56E6E3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2302727" cy="2452687"/>
          </a:xfrm>
        </p:spPr>
        <p:txBody>
          <a:bodyPr anchor="ctr">
            <a:normAutofit/>
          </a:bodyPr>
          <a:lstStyle/>
          <a:p>
            <a:r>
              <a:rPr lang="en-AU" sz="3600" dirty="0"/>
              <a:t>Switch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1FDA60-9292-4476-AED1-1C6E68467C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3" b="1"/>
          <a:stretch/>
        </p:blipFill>
        <p:spPr>
          <a:xfrm>
            <a:off x="0" y="54054"/>
            <a:ext cx="12191999" cy="4002654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5DDF9-930F-41C2-B835-9E9E54669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7580" y="3996089"/>
            <a:ext cx="8673407" cy="2452687"/>
          </a:xfrm>
        </p:spPr>
        <p:txBody>
          <a:bodyPr anchor="ctr">
            <a:normAutofit/>
          </a:bodyPr>
          <a:lstStyle/>
          <a:p>
            <a:r>
              <a:rPr lang="en-AU" sz="2400" dirty="0"/>
              <a:t>A Switch Statement takes a variable and matches it against a series of conditions. If one condition matches, the switch executes the code in the block of the Switch statement that was true.</a:t>
            </a:r>
          </a:p>
          <a:p>
            <a:endParaRPr lang="en-AU" sz="2400" dirty="0">
              <a:cs typeface="Calibri" panose="020F0502020204030204"/>
            </a:endParaRPr>
          </a:p>
          <a:p>
            <a:r>
              <a:rPr lang="en-AU" sz="2400" dirty="0"/>
              <a:t>Pay particular attention to the formatting of the Switch statement.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30977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B652FE9C0E4A4BA617103343675622" ma:contentTypeVersion="12" ma:contentTypeDescription="Create a new document." ma:contentTypeScope="" ma:versionID="617d7ff7cf300e3bbf8bbc053abb89c0">
  <xsd:schema xmlns:xsd="http://www.w3.org/2001/XMLSchema" xmlns:xs="http://www.w3.org/2001/XMLSchema" xmlns:p="http://schemas.microsoft.com/office/2006/metadata/properties" xmlns:ns3="ca795412-bebd-4315-bf48-ef2a3932babb" xmlns:ns4="15dc33cf-23e6-4c02-8146-51e815ffffa8" targetNamespace="http://schemas.microsoft.com/office/2006/metadata/properties" ma:root="true" ma:fieldsID="1109a6f8e861dad66c4c282957d8af80" ns3:_="" ns4:_="">
    <xsd:import namespace="ca795412-bebd-4315-bf48-ef2a3932babb"/>
    <xsd:import namespace="15dc33cf-23e6-4c02-8146-51e815ffff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795412-bebd-4315-bf48-ef2a3932ba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c33cf-23e6-4c02-8146-51e815ffffa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025666-8BA2-419F-B472-7EBE0074C2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BA9038-2EF8-40DB-8932-0BAB3B3DAC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795412-bebd-4315-bf48-ef2a3932babb"/>
    <ds:schemaRef ds:uri="15dc33cf-23e6-4c02-8146-51e815ffff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89963A-B19E-4615-89DF-F37201E262B6}">
  <ds:schemaRefs>
    <ds:schemaRef ds:uri="ca795412-bebd-4315-bf48-ef2a3932babb"/>
    <ds:schemaRef ds:uri="http://purl.org/dc/dcmitype/"/>
    <ds:schemaRef ds:uri="15dc33cf-23e6-4c02-8146-51e815ffffa8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547</Words>
  <Application>Microsoft Office PowerPoint</Application>
  <PresentationFormat>Widescreen</PresentationFormat>
  <Paragraphs>83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Introduction to OOP</vt:lpstr>
      <vt:lpstr>Arithmetic Operators</vt:lpstr>
      <vt:lpstr>Comparison Operators</vt:lpstr>
      <vt:lpstr>Logical Operators</vt:lpstr>
      <vt:lpstr>Unary Operators</vt:lpstr>
      <vt:lpstr>Program Constructs</vt:lpstr>
      <vt:lpstr>Program Constructs</vt:lpstr>
      <vt:lpstr>If else Statements</vt:lpstr>
      <vt:lpstr>Switch 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OOP</dc:title>
  <dc:creator>aaron clifford</dc:creator>
  <cp:lastModifiedBy>Aaron Clifford</cp:lastModifiedBy>
  <cp:revision>38</cp:revision>
  <dcterms:created xsi:type="dcterms:W3CDTF">2020-04-25T08:18:48Z</dcterms:created>
  <dcterms:modified xsi:type="dcterms:W3CDTF">2024-02-03T11:16:40Z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0x010100BFB652FE9C0E4A4BA617103343675622</vt:lpwstr>
  </property>
</Properties>
</file>